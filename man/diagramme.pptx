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svg" ContentType="image/svg+xml"/>
  <Default Extension="wdp" ContentType="image/vnd.ms-photo"/>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changesInfos/changesInfo1.xml" ContentType="application/vnd.ms-powerpoint.changesinfo+xml"/>
  <Override PartName="/ppt/revisionInfo.xml" ContentType="application/vnd.ms-powerpoint.revisioninfo+xml"/>
  <Override PartName="/docProps/core.xml" ContentType="application/vnd.openxmlformats-package.core-properties+xml"/>
  <Override PartName="/docProps/app.xml" ContentType="application/vnd.openxmlformats-officedocument.extended-properties+xml"/>
  <Override PartName="/docMetadata/LabelInfo.xml" ContentType="application/vnd.ms-office.classificationlabel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microsoft.com/office/2020/02/relationships/classificationlabels" Target="docMetadata/LabelInfo.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0"/>
  </p:notesMasterIdLst>
  <p:sldIdLst>
    <p:sldId id="378" r:id="rId2"/>
    <p:sldId id="361" r:id="rId3"/>
    <p:sldId id="368" r:id="rId4"/>
    <p:sldId id="370" r:id="rId5"/>
    <p:sldId id="371" r:id="rId6"/>
    <p:sldId id="372" r:id="rId7"/>
    <p:sldId id="359" r:id="rId8"/>
    <p:sldId id="373" r:id="rId9"/>
    <p:sldId id="375" r:id="rId10"/>
    <p:sldId id="376" r:id="rId11"/>
    <p:sldId id="377" r:id="rId12"/>
    <p:sldId id="343" r:id="rId13"/>
    <p:sldId id="344" r:id="rId14"/>
    <p:sldId id="350" r:id="rId15"/>
    <p:sldId id="352" r:id="rId16"/>
    <p:sldId id="353" r:id="rId17"/>
    <p:sldId id="355" r:id="rId18"/>
    <p:sldId id="356" r:id="rId19"/>
  </p:sldIdLst>
  <p:sldSz cx="12192000" cy="6858000"/>
  <p:notesSz cx="6858000" cy="9144000"/>
  <p:defaultText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Aquapop" id="{B20E673A-8487-4011-A07E-A80596485743}">
          <p14:sldIdLst>
            <p14:sldId id="378"/>
          </p14:sldIdLst>
        </p14:section>
        <p14:section name="OERacle" id="{A7C6290F-1665-42AA-9999-05EFB56639EF}">
          <p14:sldIdLst>
            <p14:sldId id="361"/>
            <p14:sldId id="368"/>
            <p14:sldId id="370"/>
            <p14:sldId id="371"/>
            <p14:sldId id="372"/>
            <p14:sldId id="359"/>
            <p14:sldId id="373"/>
            <p14:sldId id="375"/>
            <p14:sldId id="376"/>
            <p14:sldId id="377"/>
          </p14:sldIdLst>
        </p14:section>
        <p14:section name="Module by module" id="{D5AA5311-3105-425B-8007-3574A0133C91}">
          <p14:sldIdLst>
            <p14:sldId id="343"/>
            <p14:sldId id="344"/>
            <p14:sldId id="350"/>
            <p14:sldId id="352"/>
            <p14:sldId id="353"/>
            <p14:sldId id="355"/>
            <p14:sldId id="356"/>
          </p14:sldIdLst>
        </p14:section>
      </p14:sectionLst>
    </p:ex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clrMru>
    <a:srgbClr val="E5E5E5"/>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A939C68B-F6F4-44FF-AE07-E1D8836FEED7}" v="5" dt="2025-03-31T14:03:39.653"/>
  </p1510:revLst>
</p1510:revInfo>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5177" autoAdjust="0"/>
    <p:restoredTop sz="96283" autoAdjust="0"/>
  </p:normalViewPr>
  <p:slideViewPr>
    <p:cSldViewPr snapToGrid="0">
      <p:cViewPr varScale="1">
        <p:scale>
          <a:sx n="107" d="100"/>
          <a:sy n="107" d="100"/>
        </p:scale>
        <p:origin x="744" y="114"/>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microsoft.com/office/2015/10/relationships/revisionInfo" Target="revisionInfo.xml"/><Relationship Id="rId3" Type="http://schemas.openxmlformats.org/officeDocument/2006/relationships/slide" Target="slides/slide2.xml"/><Relationship Id="rId21" Type="http://schemas.openxmlformats.org/officeDocument/2006/relationships/presProps" Target="pres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microsoft.com/office/2016/11/relationships/changesInfo" Target="changesInfos/changesInfo1.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heme" Target="theme/theme1.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viewProps" Target="view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Brûlé, Caroline" userId="f1e7452b-5e17-4c7e-866d-8906919e201c" providerId="ADAL" clId="{1C39CB19-5268-496A-A145-603A55D6271D}"/>
    <pc:docChg chg="undo redo custSel addSld delSld modSld sldOrd addSection delSection modSection">
      <pc:chgData name="Brûlé, Caroline" userId="f1e7452b-5e17-4c7e-866d-8906919e201c" providerId="ADAL" clId="{1C39CB19-5268-496A-A145-603A55D6271D}" dt="2025-02-12T17:51:54.150" v="8042" actId="17851"/>
      <pc:docMkLst>
        <pc:docMk/>
      </pc:docMkLst>
      <pc:sldChg chg="addSp delSp modSp del mod ord">
        <pc:chgData name="Brûlé, Caroline" userId="f1e7452b-5e17-4c7e-866d-8906919e201c" providerId="ADAL" clId="{1C39CB19-5268-496A-A145-603A55D6271D}" dt="2025-02-12T17:25:07.657" v="7628" actId="2696"/>
        <pc:sldMkLst>
          <pc:docMk/>
          <pc:sldMk cId="3100707288" sldId="256"/>
        </pc:sldMkLst>
      </pc:sldChg>
      <pc:sldChg chg="add del">
        <pc:chgData name="Brûlé, Caroline" userId="f1e7452b-5e17-4c7e-866d-8906919e201c" providerId="ADAL" clId="{1C39CB19-5268-496A-A145-603A55D6271D}" dt="2025-02-12T13:29:22.750" v="5071" actId="2696"/>
        <pc:sldMkLst>
          <pc:docMk/>
          <pc:sldMk cId="4181873672" sldId="258"/>
        </pc:sldMkLst>
      </pc:sldChg>
      <pc:sldChg chg="add del">
        <pc:chgData name="Brûlé, Caroline" userId="f1e7452b-5e17-4c7e-866d-8906919e201c" providerId="ADAL" clId="{1C39CB19-5268-496A-A145-603A55D6271D}" dt="2025-02-12T13:29:22.750" v="5071" actId="2696"/>
        <pc:sldMkLst>
          <pc:docMk/>
          <pc:sldMk cId="3661929397" sldId="260"/>
        </pc:sldMkLst>
      </pc:sldChg>
      <pc:sldChg chg="add del">
        <pc:chgData name="Brûlé, Caroline" userId="f1e7452b-5e17-4c7e-866d-8906919e201c" providerId="ADAL" clId="{1C39CB19-5268-496A-A145-603A55D6271D}" dt="2025-02-12T13:29:22.750" v="5071" actId="2696"/>
        <pc:sldMkLst>
          <pc:docMk/>
          <pc:sldMk cId="1294468387" sldId="261"/>
        </pc:sldMkLst>
      </pc:sldChg>
      <pc:sldChg chg="add del">
        <pc:chgData name="Brûlé, Caroline" userId="f1e7452b-5e17-4c7e-866d-8906919e201c" providerId="ADAL" clId="{1C39CB19-5268-496A-A145-603A55D6271D}" dt="2025-02-12T13:29:22.750" v="5071" actId="2696"/>
        <pc:sldMkLst>
          <pc:docMk/>
          <pc:sldMk cId="2897693547" sldId="262"/>
        </pc:sldMkLst>
      </pc:sldChg>
      <pc:sldChg chg="add del">
        <pc:chgData name="Brûlé, Caroline" userId="f1e7452b-5e17-4c7e-866d-8906919e201c" providerId="ADAL" clId="{1C39CB19-5268-496A-A145-603A55D6271D}" dt="2025-02-12T13:29:22.750" v="5071" actId="2696"/>
        <pc:sldMkLst>
          <pc:docMk/>
          <pc:sldMk cId="2715331771" sldId="263"/>
        </pc:sldMkLst>
      </pc:sldChg>
      <pc:sldChg chg="add del">
        <pc:chgData name="Brûlé, Caroline" userId="f1e7452b-5e17-4c7e-866d-8906919e201c" providerId="ADAL" clId="{1C39CB19-5268-496A-A145-603A55D6271D}" dt="2025-02-12T13:29:22.750" v="5071" actId="2696"/>
        <pc:sldMkLst>
          <pc:docMk/>
          <pc:sldMk cId="3416052919" sldId="264"/>
        </pc:sldMkLst>
      </pc:sldChg>
      <pc:sldChg chg="add del">
        <pc:chgData name="Brûlé, Caroline" userId="f1e7452b-5e17-4c7e-866d-8906919e201c" providerId="ADAL" clId="{1C39CB19-5268-496A-A145-603A55D6271D}" dt="2025-02-12T13:29:22.750" v="5071" actId="2696"/>
        <pc:sldMkLst>
          <pc:docMk/>
          <pc:sldMk cId="1812725180" sldId="266"/>
        </pc:sldMkLst>
      </pc:sldChg>
      <pc:sldChg chg="add del">
        <pc:chgData name="Brûlé, Caroline" userId="f1e7452b-5e17-4c7e-866d-8906919e201c" providerId="ADAL" clId="{1C39CB19-5268-496A-A145-603A55D6271D}" dt="2025-02-12T13:29:22.750" v="5071" actId="2696"/>
        <pc:sldMkLst>
          <pc:docMk/>
          <pc:sldMk cId="2765603126" sldId="267"/>
        </pc:sldMkLst>
      </pc:sldChg>
      <pc:sldChg chg="add del">
        <pc:chgData name="Brûlé, Caroline" userId="f1e7452b-5e17-4c7e-866d-8906919e201c" providerId="ADAL" clId="{1C39CB19-5268-496A-A145-603A55D6271D}" dt="2025-02-12T13:29:22.750" v="5071" actId="2696"/>
        <pc:sldMkLst>
          <pc:docMk/>
          <pc:sldMk cId="3480691580" sldId="268"/>
        </pc:sldMkLst>
      </pc:sldChg>
      <pc:sldChg chg="add del">
        <pc:chgData name="Brûlé, Caroline" userId="f1e7452b-5e17-4c7e-866d-8906919e201c" providerId="ADAL" clId="{1C39CB19-5268-496A-A145-603A55D6271D}" dt="2025-02-12T13:29:22.750" v="5071" actId="2696"/>
        <pc:sldMkLst>
          <pc:docMk/>
          <pc:sldMk cId="3627324455" sldId="269"/>
        </pc:sldMkLst>
      </pc:sldChg>
      <pc:sldChg chg="add del">
        <pc:chgData name="Brûlé, Caroline" userId="f1e7452b-5e17-4c7e-866d-8906919e201c" providerId="ADAL" clId="{1C39CB19-5268-496A-A145-603A55D6271D}" dt="2025-02-12T13:29:22.750" v="5071" actId="2696"/>
        <pc:sldMkLst>
          <pc:docMk/>
          <pc:sldMk cId="3141417606" sldId="270"/>
        </pc:sldMkLst>
      </pc:sldChg>
      <pc:sldChg chg="add del">
        <pc:chgData name="Brûlé, Caroline" userId="f1e7452b-5e17-4c7e-866d-8906919e201c" providerId="ADAL" clId="{1C39CB19-5268-496A-A145-603A55D6271D}" dt="2025-02-12T13:29:22.750" v="5071" actId="2696"/>
        <pc:sldMkLst>
          <pc:docMk/>
          <pc:sldMk cId="2653980641" sldId="271"/>
        </pc:sldMkLst>
      </pc:sldChg>
      <pc:sldChg chg="add del">
        <pc:chgData name="Brûlé, Caroline" userId="f1e7452b-5e17-4c7e-866d-8906919e201c" providerId="ADAL" clId="{1C39CB19-5268-496A-A145-603A55D6271D}" dt="2025-02-12T13:29:22.750" v="5071" actId="2696"/>
        <pc:sldMkLst>
          <pc:docMk/>
          <pc:sldMk cId="2023891887" sldId="272"/>
        </pc:sldMkLst>
      </pc:sldChg>
      <pc:sldChg chg="add del">
        <pc:chgData name="Brûlé, Caroline" userId="f1e7452b-5e17-4c7e-866d-8906919e201c" providerId="ADAL" clId="{1C39CB19-5268-496A-A145-603A55D6271D}" dt="2025-02-12T13:29:22.750" v="5071" actId="2696"/>
        <pc:sldMkLst>
          <pc:docMk/>
          <pc:sldMk cId="1642667122" sldId="273"/>
        </pc:sldMkLst>
      </pc:sldChg>
      <pc:sldChg chg="add del">
        <pc:chgData name="Brûlé, Caroline" userId="f1e7452b-5e17-4c7e-866d-8906919e201c" providerId="ADAL" clId="{1C39CB19-5268-496A-A145-603A55D6271D}" dt="2025-02-12T13:29:22.750" v="5071" actId="2696"/>
        <pc:sldMkLst>
          <pc:docMk/>
          <pc:sldMk cId="2868770316" sldId="275"/>
        </pc:sldMkLst>
      </pc:sldChg>
      <pc:sldChg chg="add del">
        <pc:chgData name="Brûlé, Caroline" userId="f1e7452b-5e17-4c7e-866d-8906919e201c" providerId="ADAL" clId="{1C39CB19-5268-496A-A145-603A55D6271D}" dt="2025-02-12T13:29:22.750" v="5071" actId="2696"/>
        <pc:sldMkLst>
          <pc:docMk/>
          <pc:sldMk cId="2763490278" sldId="276"/>
        </pc:sldMkLst>
      </pc:sldChg>
      <pc:sldChg chg="del">
        <pc:chgData name="Brûlé, Caroline" userId="f1e7452b-5e17-4c7e-866d-8906919e201c" providerId="ADAL" clId="{1C39CB19-5268-496A-A145-603A55D6271D}" dt="2025-02-12T13:29:22.750" v="5071" actId="2696"/>
        <pc:sldMkLst>
          <pc:docMk/>
          <pc:sldMk cId="3342432574" sldId="338"/>
        </pc:sldMkLst>
      </pc:sldChg>
      <pc:sldChg chg="del">
        <pc:chgData name="Brûlé, Caroline" userId="f1e7452b-5e17-4c7e-866d-8906919e201c" providerId="ADAL" clId="{1C39CB19-5268-496A-A145-603A55D6271D}" dt="2025-01-27T13:47:46.766" v="1138" actId="2696"/>
        <pc:sldMkLst>
          <pc:docMk/>
          <pc:sldMk cId="3331090772" sldId="339"/>
        </pc:sldMkLst>
      </pc:sldChg>
      <pc:sldChg chg="add del">
        <pc:chgData name="Brûlé, Caroline" userId="f1e7452b-5e17-4c7e-866d-8906919e201c" providerId="ADAL" clId="{1C39CB19-5268-496A-A145-603A55D6271D}" dt="2025-02-12T13:29:22.750" v="5071" actId="2696"/>
        <pc:sldMkLst>
          <pc:docMk/>
          <pc:sldMk cId="3748281142" sldId="340"/>
        </pc:sldMkLst>
      </pc:sldChg>
      <pc:sldChg chg="addSp delSp modSp new add del mod ord">
        <pc:chgData name="Brûlé, Caroline" userId="f1e7452b-5e17-4c7e-866d-8906919e201c" providerId="ADAL" clId="{1C39CB19-5268-496A-A145-603A55D6271D}" dt="2025-01-24T16:28:58.954" v="969" actId="2696"/>
        <pc:sldMkLst>
          <pc:docMk/>
          <pc:sldMk cId="1086191926" sldId="341"/>
        </pc:sldMkLst>
      </pc:sldChg>
      <pc:sldChg chg="addSp modSp add del mod ord">
        <pc:chgData name="Brûlé, Caroline" userId="f1e7452b-5e17-4c7e-866d-8906919e201c" providerId="ADAL" clId="{1C39CB19-5268-496A-A145-603A55D6271D}" dt="2025-02-12T17:25:07.657" v="7628" actId="2696"/>
        <pc:sldMkLst>
          <pc:docMk/>
          <pc:sldMk cId="1758413554" sldId="342"/>
        </pc:sldMkLst>
      </pc:sldChg>
      <pc:sldChg chg="addSp delSp modSp new mod ord">
        <pc:chgData name="Brûlé, Caroline" userId="f1e7452b-5e17-4c7e-866d-8906919e201c" providerId="ADAL" clId="{1C39CB19-5268-496A-A145-603A55D6271D}" dt="2025-02-12T16:04:11.805" v="6321" actId="208"/>
        <pc:sldMkLst>
          <pc:docMk/>
          <pc:sldMk cId="2861393517" sldId="343"/>
        </pc:sldMkLst>
        <pc:spChg chg="add mod">
          <ac:chgData name="Brûlé, Caroline" userId="f1e7452b-5e17-4c7e-866d-8906919e201c" providerId="ADAL" clId="{1C39CB19-5268-496A-A145-603A55D6271D}" dt="2025-02-10T16:13:48.785" v="2493" actId="1076"/>
          <ac:spMkLst>
            <pc:docMk/>
            <pc:sldMk cId="2861393517" sldId="343"/>
            <ac:spMk id="4" creationId="{E3C28C25-8C5B-17A7-29AF-4A3D73B7D97F}"/>
          </ac:spMkLst>
        </pc:spChg>
        <pc:spChg chg="mod">
          <ac:chgData name="Brûlé, Caroline" userId="f1e7452b-5e17-4c7e-866d-8906919e201c" providerId="ADAL" clId="{1C39CB19-5268-496A-A145-603A55D6271D}" dt="2025-02-10T15:51:05.922" v="2309" actId="208"/>
          <ac:spMkLst>
            <pc:docMk/>
            <pc:sldMk cId="2861393517" sldId="343"/>
            <ac:spMk id="7" creationId="{F8C5EC31-39C1-F409-DA76-F3FFFA678BBF}"/>
          </ac:spMkLst>
        </pc:spChg>
        <pc:spChg chg="mod">
          <ac:chgData name="Brûlé, Caroline" userId="f1e7452b-5e17-4c7e-866d-8906919e201c" providerId="ADAL" clId="{1C39CB19-5268-496A-A145-603A55D6271D}" dt="2025-02-10T15:50:50.687" v="2306" actId="14100"/>
          <ac:spMkLst>
            <pc:docMk/>
            <pc:sldMk cId="2861393517" sldId="343"/>
            <ac:spMk id="9" creationId="{E5C98BF0-371A-4564-1D74-E6E255BDB7D3}"/>
          </ac:spMkLst>
        </pc:spChg>
        <pc:spChg chg="add mod">
          <ac:chgData name="Brûlé, Caroline" userId="f1e7452b-5e17-4c7e-866d-8906919e201c" providerId="ADAL" clId="{1C39CB19-5268-496A-A145-603A55D6271D}" dt="2025-02-10T16:06:48.131" v="2457" actId="1076"/>
          <ac:spMkLst>
            <pc:docMk/>
            <pc:sldMk cId="2861393517" sldId="343"/>
            <ac:spMk id="15" creationId="{14C6CC21-95EF-05B3-4DC0-EB5B0BC2DB4E}"/>
          </ac:spMkLst>
        </pc:spChg>
        <pc:spChg chg="add mod">
          <ac:chgData name="Brûlé, Caroline" userId="f1e7452b-5e17-4c7e-866d-8906919e201c" providerId="ADAL" clId="{1C39CB19-5268-496A-A145-603A55D6271D}" dt="2025-02-10T16:06:50.978" v="2458" actId="1076"/>
          <ac:spMkLst>
            <pc:docMk/>
            <pc:sldMk cId="2861393517" sldId="343"/>
            <ac:spMk id="16" creationId="{57FEF623-2825-5746-46C7-83AE84FD34C1}"/>
          </ac:spMkLst>
        </pc:spChg>
        <pc:spChg chg="mod">
          <ac:chgData name="Brûlé, Caroline" userId="f1e7452b-5e17-4c7e-866d-8906919e201c" providerId="ADAL" clId="{1C39CB19-5268-496A-A145-603A55D6271D}" dt="2025-02-10T15:56:43.816" v="2374" actId="404"/>
          <ac:spMkLst>
            <pc:docMk/>
            <pc:sldMk cId="2861393517" sldId="343"/>
            <ac:spMk id="22" creationId="{5BD482C9-849C-9F91-1922-0535997F8CF9}"/>
          </ac:spMkLst>
        </pc:spChg>
        <pc:spChg chg="mod">
          <ac:chgData name="Brûlé, Caroline" userId="f1e7452b-5e17-4c7e-866d-8906919e201c" providerId="ADAL" clId="{1C39CB19-5268-496A-A145-603A55D6271D}" dt="2025-02-10T15:56:52.096" v="2375" actId="1076"/>
          <ac:spMkLst>
            <pc:docMk/>
            <pc:sldMk cId="2861393517" sldId="343"/>
            <ac:spMk id="25" creationId="{327E6773-A29E-11BF-7EC6-A913493C4568}"/>
          </ac:spMkLst>
        </pc:spChg>
        <pc:spChg chg="mod ord">
          <ac:chgData name="Brûlé, Caroline" userId="f1e7452b-5e17-4c7e-866d-8906919e201c" providerId="ADAL" clId="{1C39CB19-5268-496A-A145-603A55D6271D}" dt="2025-02-11T14:58:46.348" v="3885" actId="14100"/>
          <ac:spMkLst>
            <pc:docMk/>
            <pc:sldMk cId="2861393517" sldId="343"/>
            <ac:spMk id="34" creationId="{0E424899-7EB1-24F6-34D8-E117CE62D85B}"/>
          </ac:spMkLst>
        </pc:spChg>
        <pc:spChg chg="mod">
          <ac:chgData name="Brûlé, Caroline" userId="f1e7452b-5e17-4c7e-866d-8906919e201c" providerId="ADAL" clId="{1C39CB19-5268-496A-A145-603A55D6271D}" dt="2025-02-12T15:23:55.972" v="5973" actId="20577"/>
          <ac:spMkLst>
            <pc:docMk/>
            <pc:sldMk cId="2861393517" sldId="343"/>
            <ac:spMk id="36" creationId="{DC2A1FE2-E155-2E23-9CF1-11FCCD150E90}"/>
          </ac:spMkLst>
        </pc:spChg>
        <pc:spChg chg="mod">
          <ac:chgData name="Brûlé, Caroline" userId="f1e7452b-5e17-4c7e-866d-8906919e201c" providerId="ADAL" clId="{1C39CB19-5268-496A-A145-603A55D6271D}" dt="2025-01-27T13:50:09.011" v="1177"/>
          <ac:spMkLst>
            <pc:docMk/>
            <pc:sldMk cId="2861393517" sldId="343"/>
            <ac:spMk id="39" creationId="{64F77A93-C9F8-0FE5-DFB5-55DE8C42AB8E}"/>
          </ac:spMkLst>
        </pc:spChg>
        <pc:spChg chg="mod">
          <ac:chgData name="Brûlé, Caroline" userId="f1e7452b-5e17-4c7e-866d-8906919e201c" providerId="ADAL" clId="{1C39CB19-5268-496A-A145-603A55D6271D}" dt="2025-01-27T13:50:09.011" v="1177"/>
          <ac:spMkLst>
            <pc:docMk/>
            <pc:sldMk cId="2861393517" sldId="343"/>
            <ac:spMk id="40" creationId="{54920950-0E2F-3D2F-BD57-64C3F925C98B}"/>
          </ac:spMkLst>
        </pc:spChg>
        <pc:spChg chg="mod">
          <ac:chgData name="Brûlé, Caroline" userId="f1e7452b-5e17-4c7e-866d-8906919e201c" providerId="ADAL" clId="{1C39CB19-5268-496A-A145-603A55D6271D}" dt="2025-02-10T15:51:20.671" v="2318" actId="20577"/>
          <ac:spMkLst>
            <pc:docMk/>
            <pc:sldMk cId="2861393517" sldId="343"/>
            <ac:spMk id="43" creationId="{47582464-1A90-7DC9-DBB8-FEEEC27B66C6}"/>
          </ac:spMkLst>
        </pc:spChg>
        <pc:spChg chg="mod">
          <ac:chgData name="Brûlé, Caroline" userId="f1e7452b-5e17-4c7e-866d-8906919e201c" providerId="ADAL" clId="{1C39CB19-5268-496A-A145-603A55D6271D}" dt="2025-02-10T15:58:08.987" v="2384" actId="14100"/>
          <ac:spMkLst>
            <pc:docMk/>
            <pc:sldMk cId="2861393517" sldId="343"/>
            <ac:spMk id="46" creationId="{49387CDE-6012-79FF-F7DE-2071ABD0ED16}"/>
          </ac:spMkLst>
        </pc:spChg>
        <pc:spChg chg="mod">
          <ac:chgData name="Brûlé, Caroline" userId="f1e7452b-5e17-4c7e-866d-8906919e201c" providerId="ADAL" clId="{1C39CB19-5268-496A-A145-603A55D6271D}" dt="2025-01-27T13:51:39.519" v="1196"/>
          <ac:spMkLst>
            <pc:docMk/>
            <pc:sldMk cId="2861393517" sldId="343"/>
            <ac:spMk id="48" creationId="{7AB1939F-CE39-49FD-7BDE-68B0E1D0F8AE}"/>
          </ac:spMkLst>
        </pc:spChg>
        <pc:spChg chg="mod">
          <ac:chgData name="Brûlé, Caroline" userId="f1e7452b-5e17-4c7e-866d-8906919e201c" providerId="ADAL" clId="{1C39CB19-5268-496A-A145-603A55D6271D}" dt="2025-01-27T13:51:39.519" v="1196"/>
          <ac:spMkLst>
            <pc:docMk/>
            <pc:sldMk cId="2861393517" sldId="343"/>
            <ac:spMk id="51" creationId="{AF425264-FB46-9F3D-C433-7F5492A60403}"/>
          </ac:spMkLst>
        </pc:spChg>
        <pc:spChg chg="mod">
          <ac:chgData name="Brûlé, Caroline" userId="f1e7452b-5e17-4c7e-866d-8906919e201c" providerId="ADAL" clId="{1C39CB19-5268-496A-A145-603A55D6271D}" dt="2025-02-12T16:04:11.805" v="6321" actId="208"/>
          <ac:spMkLst>
            <pc:docMk/>
            <pc:sldMk cId="2861393517" sldId="343"/>
            <ac:spMk id="54" creationId="{0FB2936F-4892-5C92-0F85-250F3D044D74}"/>
          </ac:spMkLst>
        </pc:spChg>
        <pc:spChg chg="mod">
          <ac:chgData name="Brûlé, Caroline" userId="f1e7452b-5e17-4c7e-866d-8906919e201c" providerId="ADAL" clId="{1C39CB19-5268-496A-A145-603A55D6271D}" dt="2025-02-11T14:59:31.617" v="3891"/>
          <ac:spMkLst>
            <pc:docMk/>
            <pc:sldMk cId="2861393517" sldId="343"/>
            <ac:spMk id="56" creationId="{5BA7EE1C-04B1-6878-9385-C111AC9C8AE8}"/>
          </ac:spMkLst>
        </pc:spChg>
        <pc:spChg chg="add mod ord">
          <ac:chgData name="Brûlé, Caroline" userId="f1e7452b-5e17-4c7e-866d-8906919e201c" providerId="ADAL" clId="{1C39CB19-5268-496A-A145-603A55D6271D}" dt="2025-02-10T16:13:43.385" v="2492" actId="14100"/>
          <ac:spMkLst>
            <pc:docMk/>
            <pc:sldMk cId="2861393517" sldId="343"/>
            <ac:spMk id="57" creationId="{15DB3AAF-A825-F6A2-1E3A-6E0FAE559726}"/>
          </ac:spMkLst>
        </pc:spChg>
        <pc:spChg chg="mod">
          <ac:chgData name="Brûlé, Caroline" userId="f1e7452b-5e17-4c7e-866d-8906919e201c" providerId="ADAL" clId="{1C39CB19-5268-496A-A145-603A55D6271D}" dt="2025-02-10T16:06:43.917" v="2456"/>
          <ac:spMkLst>
            <pc:docMk/>
            <pc:sldMk cId="2861393517" sldId="343"/>
            <ac:spMk id="60" creationId="{72387357-2937-25E5-3B47-0DEF514E34E8}"/>
          </ac:spMkLst>
        </pc:spChg>
        <pc:spChg chg="mod">
          <ac:chgData name="Brûlé, Caroline" userId="f1e7452b-5e17-4c7e-866d-8906919e201c" providerId="ADAL" clId="{1C39CB19-5268-496A-A145-603A55D6271D}" dt="2025-02-10T16:06:43.917" v="2456"/>
          <ac:spMkLst>
            <pc:docMk/>
            <pc:sldMk cId="2861393517" sldId="343"/>
            <ac:spMk id="65" creationId="{834FC1F7-457E-260B-A7E2-C724904CC9C6}"/>
          </ac:spMkLst>
        </pc:spChg>
        <pc:spChg chg="mod">
          <ac:chgData name="Brûlé, Caroline" userId="f1e7452b-5e17-4c7e-866d-8906919e201c" providerId="ADAL" clId="{1C39CB19-5268-496A-A145-603A55D6271D}" dt="2025-02-10T16:06:43.917" v="2456"/>
          <ac:spMkLst>
            <pc:docMk/>
            <pc:sldMk cId="2861393517" sldId="343"/>
            <ac:spMk id="68" creationId="{68BA6B4B-6E50-052B-0727-61A637D63323}"/>
          </ac:spMkLst>
        </pc:spChg>
        <pc:spChg chg="mod">
          <ac:chgData name="Brûlé, Caroline" userId="f1e7452b-5e17-4c7e-866d-8906919e201c" providerId="ADAL" clId="{1C39CB19-5268-496A-A145-603A55D6271D}" dt="2025-02-10T16:06:43.917" v="2456"/>
          <ac:spMkLst>
            <pc:docMk/>
            <pc:sldMk cId="2861393517" sldId="343"/>
            <ac:spMk id="72" creationId="{4A303CB9-3AC5-8A05-E7AC-1C63A6B2BFE6}"/>
          </ac:spMkLst>
        </pc:spChg>
        <pc:spChg chg="mod">
          <ac:chgData name="Brûlé, Caroline" userId="f1e7452b-5e17-4c7e-866d-8906919e201c" providerId="ADAL" clId="{1C39CB19-5268-496A-A145-603A55D6271D}" dt="2025-02-10T16:06:43.917" v="2456"/>
          <ac:spMkLst>
            <pc:docMk/>
            <pc:sldMk cId="2861393517" sldId="343"/>
            <ac:spMk id="75" creationId="{D1925C92-4704-797E-280D-31D17E336C54}"/>
          </ac:spMkLst>
        </pc:spChg>
        <pc:spChg chg="add mod">
          <ac:chgData name="Brûlé, Caroline" userId="f1e7452b-5e17-4c7e-866d-8906919e201c" providerId="ADAL" clId="{1C39CB19-5268-496A-A145-603A55D6271D}" dt="2025-02-10T16:06:53.448" v="2459" actId="1076"/>
          <ac:spMkLst>
            <pc:docMk/>
            <pc:sldMk cId="2861393517" sldId="343"/>
            <ac:spMk id="83" creationId="{6AA5FD71-1CC0-C28F-2DAC-5E420D50A4AE}"/>
          </ac:spMkLst>
        </pc:spChg>
        <pc:spChg chg="mod">
          <ac:chgData name="Brûlé, Caroline" userId="f1e7452b-5e17-4c7e-866d-8906919e201c" providerId="ADAL" clId="{1C39CB19-5268-496A-A145-603A55D6271D}" dt="2025-02-12T16:04:08.220" v="6320" actId="208"/>
          <ac:spMkLst>
            <pc:docMk/>
            <pc:sldMk cId="2861393517" sldId="343"/>
            <ac:spMk id="87" creationId="{F40E4C34-DBB1-DEBE-37BA-B038557FE846}"/>
          </ac:spMkLst>
        </pc:spChg>
        <pc:spChg chg="mod">
          <ac:chgData name="Brûlé, Caroline" userId="f1e7452b-5e17-4c7e-866d-8906919e201c" providerId="ADAL" clId="{1C39CB19-5268-496A-A145-603A55D6271D}" dt="2025-02-11T14:59:49.388" v="3896"/>
          <ac:spMkLst>
            <pc:docMk/>
            <pc:sldMk cId="2861393517" sldId="343"/>
            <ac:spMk id="89" creationId="{3FE5EE1A-D894-DE45-5DF4-8A20076E4CEF}"/>
          </ac:spMkLst>
        </pc:spChg>
        <pc:grpChg chg="add mod">
          <ac:chgData name="Brûlé, Caroline" userId="f1e7452b-5e17-4c7e-866d-8906919e201c" providerId="ADAL" clId="{1C39CB19-5268-496A-A145-603A55D6271D}" dt="2025-02-10T15:50:42.402" v="2304" actId="14100"/>
          <ac:grpSpMkLst>
            <pc:docMk/>
            <pc:sldMk cId="2861393517" sldId="343"/>
            <ac:grpSpMk id="5" creationId="{A8DDD5C1-64A1-3749-D7FF-20A6A2699778}"/>
          </ac:grpSpMkLst>
        </pc:grpChg>
        <pc:grpChg chg="mod">
          <ac:chgData name="Brûlé, Caroline" userId="f1e7452b-5e17-4c7e-866d-8906919e201c" providerId="ADAL" clId="{1C39CB19-5268-496A-A145-603A55D6271D}" dt="2025-02-10T15:50:26.719" v="2299"/>
          <ac:grpSpMkLst>
            <pc:docMk/>
            <pc:sldMk cId="2861393517" sldId="343"/>
            <ac:grpSpMk id="6" creationId="{58FE9679-979D-D604-5C5A-347521F4807B}"/>
          </ac:grpSpMkLst>
        </pc:grpChg>
        <pc:grpChg chg="mod">
          <ac:chgData name="Brûlé, Caroline" userId="f1e7452b-5e17-4c7e-866d-8906919e201c" providerId="ADAL" clId="{1C39CB19-5268-496A-A145-603A55D6271D}" dt="2025-02-10T16:06:38.269" v="2455" actId="1076"/>
          <ac:grpSpMkLst>
            <pc:docMk/>
            <pc:sldMk cId="2861393517" sldId="343"/>
            <ac:grpSpMk id="21" creationId="{591DD484-FAFD-95A9-69B6-B44049A99534}"/>
          </ac:grpSpMkLst>
        </pc:grpChg>
        <pc:grpChg chg="mod">
          <ac:chgData name="Brûlé, Caroline" userId="f1e7452b-5e17-4c7e-866d-8906919e201c" providerId="ADAL" clId="{1C39CB19-5268-496A-A145-603A55D6271D}" dt="2025-01-27T13:49:10.489" v="1172"/>
          <ac:grpSpMkLst>
            <pc:docMk/>
            <pc:sldMk cId="2861393517" sldId="343"/>
            <ac:grpSpMk id="23" creationId="{2969D7FB-CE80-2FD2-E56C-65B29D0AD6F0}"/>
          </ac:grpSpMkLst>
        </pc:grpChg>
        <pc:grpChg chg="mod">
          <ac:chgData name="Brûlé, Caroline" userId="f1e7452b-5e17-4c7e-866d-8906919e201c" providerId="ADAL" clId="{1C39CB19-5268-496A-A145-603A55D6271D}" dt="2025-02-10T16:06:38.269" v="2455" actId="1076"/>
          <ac:grpSpMkLst>
            <pc:docMk/>
            <pc:sldMk cId="2861393517" sldId="343"/>
            <ac:grpSpMk id="32" creationId="{97E6653E-B5CA-1417-D4A3-7F8DDC8B222A}"/>
          </ac:grpSpMkLst>
        </pc:grpChg>
        <pc:grpChg chg="add mod">
          <ac:chgData name="Brûlé, Caroline" userId="f1e7452b-5e17-4c7e-866d-8906919e201c" providerId="ADAL" clId="{1C39CB19-5268-496A-A145-603A55D6271D}" dt="2025-02-10T15:51:29.766" v="2320" actId="1076"/>
          <ac:grpSpMkLst>
            <pc:docMk/>
            <pc:sldMk cId="2861393517" sldId="343"/>
            <ac:grpSpMk id="38" creationId="{9888BC48-9F95-DE45-D108-FA5E48F53F23}"/>
          </ac:grpSpMkLst>
        </pc:grpChg>
        <pc:grpChg chg="add mod">
          <ac:chgData name="Brûlé, Caroline" userId="f1e7452b-5e17-4c7e-866d-8906919e201c" providerId="ADAL" clId="{1C39CB19-5268-496A-A145-603A55D6271D}" dt="2025-02-10T15:51:26.062" v="2319" actId="1076"/>
          <ac:grpSpMkLst>
            <pc:docMk/>
            <pc:sldMk cId="2861393517" sldId="343"/>
            <ac:grpSpMk id="41" creationId="{E01E696E-79C7-E0F3-1B04-2668559ED67F}"/>
          </ac:grpSpMkLst>
        </pc:grpChg>
        <pc:grpChg chg="add mod">
          <ac:chgData name="Brûlé, Caroline" userId="f1e7452b-5e17-4c7e-866d-8906919e201c" providerId="ADAL" clId="{1C39CB19-5268-496A-A145-603A55D6271D}" dt="2025-02-10T16:06:38.269" v="2455" actId="1076"/>
          <ac:grpSpMkLst>
            <pc:docMk/>
            <pc:sldMk cId="2861393517" sldId="343"/>
            <ac:grpSpMk id="44" creationId="{2BBDDF3F-D05E-AA8E-9BBD-5F4B3BAAFEB8}"/>
          </ac:grpSpMkLst>
        </pc:grpChg>
        <pc:grpChg chg="add mod">
          <ac:chgData name="Brûlé, Caroline" userId="f1e7452b-5e17-4c7e-866d-8906919e201c" providerId="ADAL" clId="{1C39CB19-5268-496A-A145-603A55D6271D}" dt="2025-02-10T15:51:13.814" v="2310" actId="1076"/>
          <ac:grpSpMkLst>
            <pc:docMk/>
            <pc:sldMk cId="2861393517" sldId="343"/>
            <ac:grpSpMk id="47" creationId="{FA39E2E4-E578-B2AA-58FA-F887DD2F2113}"/>
          </ac:grpSpMkLst>
        </pc:grpChg>
        <pc:grpChg chg="mod">
          <ac:chgData name="Brûlé, Caroline" userId="f1e7452b-5e17-4c7e-866d-8906919e201c" providerId="ADAL" clId="{1C39CB19-5268-496A-A145-603A55D6271D}" dt="2025-01-27T13:51:39.519" v="1196"/>
          <ac:grpSpMkLst>
            <pc:docMk/>
            <pc:sldMk cId="2861393517" sldId="343"/>
            <ac:grpSpMk id="49" creationId="{C34AC4E6-E222-15EF-A214-13EF59656FE3}"/>
          </ac:grpSpMkLst>
        </pc:grpChg>
        <pc:grpChg chg="add mod">
          <ac:chgData name="Brûlé, Caroline" userId="f1e7452b-5e17-4c7e-866d-8906919e201c" providerId="ADAL" clId="{1C39CB19-5268-496A-A145-603A55D6271D}" dt="2025-02-11T14:59:44.015" v="3895" actId="1076"/>
          <ac:grpSpMkLst>
            <pc:docMk/>
            <pc:sldMk cId="2861393517" sldId="343"/>
            <ac:grpSpMk id="52" creationId="{EAE0BAFC-B8AB-4135-463F-D87A12B0E46B}"/>
          </ac:grpSpMkLst>
        </pc:grpChg>
        <pc:grpChg chg="mod">
          <ac:chgData name="Brûlé, Caroline" userId="f1e7452b-5e17-4c7e-866d-8906919e201c" providerId="ADAL" clId="{1C39CB19-5268-496A-A145-603A55D6271D}" dt="2025-02-11T14:59:31.617" v="3891"/>
          <ac:grpSpMkLst>
            <pc:docMk/>
            <pc:sldMk cId="2861393517" sldId="343"/>
            <ac:grpSpMk id="53" creationId="{476C5018-F83E-D727-1E76-3333CAFB2866}"/>
          </ac:grpSpMkLst>
        </pc:grpChg>
        <pc:grpChg chg="mod">
          <ac:chgData name="Brûlé, Caroline" userId="f1e7452b-5e17-4c7e-866d-8906919e201c" providerId="ADAL" clId="{1C39CB19-5268-496A-A145-603A55D6271D}" dt="2025-02-10T16:06:48.131" v="2457" actId="1076"/>
          <ac:grpSpMkLst>
            <pc:docMk/>
            <pc:sldMk cId="2861393517" sldId="343"/>
            <ac:grpSpMk id="59" creationId="{587C5464-4B20-9D6F-29CB-A28D12A009E8}"/>
          </ac:grpSpMkLst>
        </pc:grpChg>
        <pc:grpChg chg="mod">
          <ac:chgData name="Brûlé, Caroline" userId="f1e7452b-5e17-4c7e-866d-8906919e201c" providerId="ADAL" clId="{1C39CB19-5268-496A-A145-603A55D6271D}" dt="2025-02-10T16:06:48.131" v="2457" actId="1076"/>
          <ac:grpSpMkLst>
            <pc:docMk/>
            <pc:sldMk cId="2861393517" sldId="343"/>
            <ac:grpSpMk id="64" creationId="{FD962AFD-2CD0-8213-209C-E5153091CF5B}"/>
          </ac:grpSpMkLst>
        </pc:grpChg>
        <pc:grpChg chg="mod">
          <ac:chgData name="Brûlé, Caroline" userId="f1e7452b-5e17-4c7e-866d-8906919e201c" providerId="ADAL" clId="{1C39CB19-5268-496A-A145-603A55D6271D}" dt="2025-02-10T16:06:48.131" v="2457" actId="1076"/>
          <ac:grpSpMkLst>
            <pc:docMk/>
            <pc:sldMk cId="2861393517" sldId="343"/>
            <ac:grpSpMk id="69" creationId="{2D416A7C-CF67-7B9C-1A93-15D71B72C535}"/>
          </ac:grpSpMkLst>
        </pc:grpChg>
        <pc:grpChg chg="mod">
          <ac:chgData name="Brûlé, Caroline" userId="f1e7452b-5e17-4c7e-866d-8906919e201c" providerId="ADAL" clId="{1C39CB19-5268-496A-A145-603A55D6271D}" dt="2025-02-10T16:06:48.131" v="2457" actId="1076"/>
          <ac:grpSpMkLst>
            <pc:docMk/>
            <pc:sldMk cId="2861393517" sldId="343"/>
            <ac:grpSpMk id="74" creationId="{21340E5A-0B1C-F6D9-3961-934C7945DA4B}"/>
          </ac:grpSpMkLst>
        </pc:grpChg>
        <pc:grpChg chg="add mod">
          <ac:chgData name="Brûlé, Caroline" userId="f1e7452b-5e17-4c7e-866d-8906919e201c" providerId="ADAL" clId="{1C39CB19-5268-496A-A145-603A55D6271D}" dt="2025-02-11T14:59:51.970" v="3897" actId="1076"/>
          <ac:grpSpMkLst>
            <pc:docMk/>
            <pc:sldMk cId="2861393517" sldId="343"/>
            <ac:grpSpMk id="85" creationId="{C573B396-0974-E178-C3A9-6988D7DE551D}"/>
          </ac:grpSpMkLst>
        </pc:grpChg>
        <pc:grpChg chg="mod">
          <ac:chgData name="Brûlé, Caroline" userId="f1e7452b-5e17-4c7e-866d-8906919e201c" providerId="ADAL" clId="{1C39CB19-5268-496A-A145-603A55D6271D}" dt="2025-02-11T14:59:49.388" v="3896"/>
          <ac:grpSpMkLst>
            <pc:docMk/>
            <pc:sldMk cId="2861393517" sldId="343"/>
            <ac:grpSpMk id="86" creationId="{06DB3EB8-CFD5-27D3-4755-25D45B02A17E}"/>
          </ac:grpSpMkLst>
        </pc:grpChg>
        <pc:picChg chg="mod">
          <ac:chgData name="Brûlé, Caroline" userId="f1e7452b-5e17-4c7e-866d-8906919e201c" providerId="ADAL" clId="{1C39CB19-5268-496A-A145-603A55D6271D}" dt="2025-02-10T15:50:26.719" v="2299"/>
          <ac:picMkLst>
            <pc:docMk/>
            <pc:sldMk cId="2861393517" sldId="343"/>
            <ac:picMk id="8" creationId="{3DB0EF01-BFF7-27FA-38D7-1C5DB4C5953E}"/>
          </ac:picMkLst>
        </pc:picChg>
        <pc:picChg chg="mod">
          <ac:chgData name="Brûlé, Caroline" userId="f1e7452b-5e17-4c7e-866d-8906919e201c" providerId="ADAL" clId="{1C39CB19-5268-496A-A145-603A55D6271D}" dt="2025-01-27T13:49:10.489" v="1172"/>
          <ac:picMkLst>
            <pc:docMk/>
            <pc:sldMk cId="2861393517" sldId="343"/>
            <ac:picMk id="24" creationId="{4D7578CF-C6E8-CE3B-9283-4D07713B4BBF}"/>
          </ac:picMkLst>
        </pc:picChg>
        <pc:picChg chg="mod">
          <ac:chgData name="Brûlé, Caroline" userId="f1e7452b-5e17-4c7e-866d-8906919e201c" providerId="ADAL" clId="{1C39CB19-5268-496A-A145-603A55D6271D}" dt="2025-02-11T14:58:48.408" v="3886" actId="1076"/>
          <ac:picMkLst>
            <pc:docMk/>
            <pc:sldMk cId="2861393517" sldId="343"/>
            <ac:picMk id="35" creationId="{954BFF09-8E6D-ADC1-F74A-888A5ECFA71C}"/>
          </ac:picMkLst>
        </pc:picChg>
        <pc:picChg chg="mod">
          <ac:chgData name="Brûlé, Caroline" userId="f1e7452b-5e17-4c7e-866d-8906919e201c" providerId="ADAL" clId="{1C39CB19-5268-496A-A145-603A55D6271D}" dt="2025-01-27T13:50:36.678" v="1178"/>
          <ac:picMkLst>
            <pc:docMk/>
            <pc:sldMk cId="2861393517" sldId="343"/>
            <ac:picMk id="42" creationId="{E0320566-2F98-C975-8B58-2A8C33D236B8}"/>
          </ac:picMkLst>
        </pc:picChg>
        <pc:picChg chg="mod">
          <ac:chgData name="Brûlé, Caroline" userId="f1e7452b-5e17-4c7e-866d-8906919e201c" providerId="ADAL" clId="{1C39CB19-5268-496A-A145-603A55D6271D}" dt="2025-01-27T13:50:39.974" v="1180"/>
          <ac:picMkLst>
            <pc:docMk/>
            <pc:sldMk cId="2861393517" sldId="343"/>
            <ac:picMk id="45" creationId="{43F69F5D-ECAE-2FE2-1FCC-9AFE731AB990}"/>
          </ac:picMkLst>
        </pc:picChg>
        <pc:picChg chg="mod">
          <ac:chgData name="Brûlé, Caroline" userId="f1e7452b-5e17-4c7e-866d-8906919e201c" providerId="ADAL" clId="{1C39CB19-5268-496A-A145-603A55D6271D}" dt="2025-01-27T13:51:39.519" v="1196"/>
          <ac:picMkLst>
            <pc:docMk/>
            <pc:sldMk cId="2861393517" sldId="343"/>
            <ac:picMk id="50" creationId="{1718D937-C884-F419-31E5-58A7CFA3CF02}"/>
          </ac:picMkLst>
        </pc:picChg>
        <pc:picChg chg="mod">
          <ac:chgData name="Brûlé, Caroline" userId="f1e7452b-5e17-4c7e-866d-8906919e201c" providerId="ADAL" clId="{1C39CB19-5268-496A-A145-603A55D6271D}" dt="2025-02-11T14:59:31.617" v="3891"/>
          <ac:picMkLst>
            <pc:docMk/>
            <pc:sldMk cId="2861393517" sldId="343"/>
            <ac:picMk id="55" creationId="{EADD5630-2326-EFBF-A2EA-AB8BBDC6E2F3}"/>
          </ac:picMkLst>
        </pc:picChg>
        <pc:picChg chg="mod">
          <ac:chgData name="Brûlé, Caroline" userId="f1e7452b-5e17-4c7e-866d-8906919e201c" providerId="ADAL" clId="{1C39CB19-5268-496A-A145-603A55D6271D}" dt="2025-02-11T14:59:49.388" v="3896"/>
          <ac:picMkLst>
            <pc:docMk/>
            <pc:sldMk cId="2861393517" sldId="343"/>
            <ac:picMk id="88" creationId="{3852C993-0BBB-A17F-8E37-D3C877B04D36}"/>
          </ac:picMkLst>
        </pc:picChg>
        <pc:cxnChg chg="mod">
          <ac:chgData name="Brûlé, Caroline" userId="f1e7452b-5e17-4c7e-866d-8906919e201c" providerId="ADAL" clId="{1C39CB19-5268-496A-A145-603A55D6271D}" dt="2025-02-11T14:58:46.348" v="3885" actId="14100"/>
          <ac:cxnSpMkLst>
            <pc:docMk/>
            <pc:sldMk cId="2861393517" sldId="343"/>
            <ac:cxnSpMk id="31" creationId="{741AFF7E-C2B0-4389-DCBC-46EF5BBCED44}"/>
          </ac:cxnSpMkLst>
        </pc:cxnChg>
        <pc:cxnChg chg="mod">
          <ac:chgData name="Brûlé, Caroline" userId="f1e7452b-5e17-4c7e-866d-8906919e201c" providerId="ADAL" clId="{1C39CB19-5268-496A-A145-603A55D6271D}" dt="2025-02-11T14:59:44.015" v="3895" actId="1076"/>
          <ac:cxnSpMkLst>
            <pc:docMk/>
            <pc:sldMk cId="2861393517" sldId="343"/>
            <ac:cxnSpMk id="37" creationId="{42E72A74-5DCA-367F-AA7F-0C957F31CB76}"/>
          </ac:cxnSpMkLst>
        </pc:cxnChg>
        <pc:cxnChg chg="mod">
          <ac:chgData name="Brûlé, Caroline" userId="f1e7452b-5e17-4c7e-866d-8906919e201c" providerId="ADAL" clId="{1C39CB19-5268-496A-A145-603A55D6271D}" dt="2025-02-11T15:00:09.603" v="3902" actId="14100"/>
          <ac:cxnSpMkLst>
            <pc:docMk/>
            <pc:sldMk cId="2861393517" sldId="343"/>
            <ac:cxnSpMk id="79" creationId="{FD17BCE8-4141-BBCA-CB15-032A335BF15C}"/>
          </ac:cxnSpMkLst>
        </pc:cxnChg>
        <pc:cxnChg chg="mod">
          <ac:chgData name="Brûlé, Caroline" userId="f1e7452b-5e17-4c7e-866d-8906919e201c" providerId="ADAL" clId="{1C39CB19-5268-496A-A145-603A55D6271D}" dt="2025-02-11T15:00:05.792" v="3901" actId="14100"/>
          <ac:cxnSpMkLst>
            <pc:docMk/>
            <pc:sldMk cId="2861393517" sldId="343"/>
            <ac:cxnSpMk id="80" creationId="{E94179C2-4F69-A5E6-10DF-7ACD9730C94B}"/>
          </ac:cxnSpMkLst>
        </pc:cxnChg>
        <pc:cxnChg chg="mod">
          <ac:chgData name="Brûlé, Caroline" userId="f1e7452b-5e17-4c7e-866d-8906919e201c" providerId="ADAL" clId="{1C39CB19-5268-496A-A145-603A55D6271D}" dt="2025-02-11T15:00:03.554" v="3900" actId="14100"/>
          <ac:cxnSpMkLst>
            <pc:docMk/>
            <pc:sldMk cId="2861393517" sldId="343"/>
            <ac:cxnSpMk id="81" creationId="{B21502FA-F154-220A-CDE3-DA4CEB89BA9F}"/>
          </ac:cxnSpMkLst>
        </pc:cxnChg>
        <pc:cxnChg chg="mod">
          <ac:chgData name="Brûlé, Caroline" userId="f1e7452b-5e17-4c7e-866d-8906919e201c" providerId="ADAL" clId="{1C39CB19-5268-496A-A145-603A55D6271D}" dt="2025-02-11T15:00:00.612" v="3899" actId="14100"/>
          <ac:cxnSpMkLst>
            <pc:docMk/>
            <pc:sldMk cId="2861393517" sldId="343"/>
            <ac:cxnSpMk id="82" creationId="{618FCFE1-369A-1F88-2EB9-85A2C27140B8}"/>
          </ac:cxnSpMkLst>
        </pc:cxnChg>
      </pc:sldChg>
      <pc:sldChg chg="addSp delSp modSp add mod ord">
        <pc:chgData name="Brûlé, Caroline" userId="f1e7452b-5e17-4c7e-866d-8906919e201c" providerId="ADAL" clId="{1C39CB19-5268-496A-A145-603A55D6271D}" dt="2025-02-10T16:32:13.372" v="2549"/>
        <pc:sldMkLst>
          <pc:docMk/>
          <pc:sldMk cId="2438613439" sldId="344"/>
        </pc:sldMkLst>
        <pc:spChg chg="mod">
          <ac:chgData name="Brûlé, Caroline" userId="f1e7452b-5e17-4c7e-866d-8906919e201c" providerId="ADAL" clId="{1C39CB19-5268-496A-A145-603A55D6271D}" dt="2025-01-27T15:15:01.607" v="1365" actId="1076"/>
          <ac:spMkLst>
            <pc:docMk/>
            <pc:sldMk cId="2438613439" sldId="344"/>
            <ac:spMk id="4" creationId="{4FE56E5C-278F-0308-2344-B4C921B92F97}"/>
          </ac:spMkLst>
        </pc:spChg>
        <pc:spChg chg="mod ord">
          <ac:chgData name="Brûlé, Caroline" userId="f1e7452b-5e17-4c7e-866d-8906919e201c" providerId="ADAL" clId="{1C39CB19-5268-496A-A145-603A55D6271D}" dt="2025-01-27T14:05:17.742" v="1219" actId="167"/>
          <ac:spMkLst>
            <pc:docMk/>
            <pc:sldMk cId="2438613439" sldId="344"/>
            <ac:spMk id="11" creationId="{15E75F4B-6735-21A0-209B-5A4E5D542268}"/>
          </ac:spMkLst>
        </pc:spChg>
        <pc:spChg chg="mod">
          <ac:chgData name="Brûlé, Caroline" userId="f1e7452b-5e17-4c7e-866d-8906919e201c" providerId="ADAL" clId="{1C39CB19-5268-496A-A145-603A55D6271D}" dt="2025-01-27T14:58:20.071" v="1277" actId="165"/>
          <ac:spMkLst>
            <pc:docMk/>
            <pc:sldMk cId="2438613439" sldId="344"/>
            <ac:spMk id="19" creationId="{BBF95A0A-E760-2645-5FA9-97CAA7B94CD1}"/>
          </ac:spMkLst>
        </pc:spChg>
        <pc:spChg chg="mod">
          <ac:chgData name="Brûlé, Caroline" userId="f1e7452b-5e17-4c7e-866d-8906919e201c" providerId="ADAL" clId="{1C39CB19-5268-496A-A145-603A55D6271D}" dt="2025-01-27T14:58:20.071" v="1277" actId="165"/>
          <ac:spMkLst>
            <pc:docMk/>
            <pc:sldMk cId="2438613439" sldId="344"/>
            <ac:spMk id="21" creationId="{8AE609A1-D632-7ABE-412A-E3FD49B68B02}"/>
          </ac:spMkLst>
        </pc:spChg>
        <pc:spChg chg="mod">
          <ac:chgData name="Brûlé, Caroline" userId="f1e7452b-5e17-4c7e-866d-8906919e201c" providerId="ADAL" clId="{1C39CB19-5268-496A-A145-603A55D6271D}" dt="2025-01-27T15:00:24.717" v="1295" actId="20577"/>
          <ac:spMkLst>
            <pc:docMk/>
            <pc:sldMk cId="2438613439" sldId="344"/>
            <ac:spMk id="23" creationId="{B3CC73DF-D365-D4BA-7CC1-F44D3B26DD20}"/>
          </ac:spMkLst>
        </pc:spChg>
        <pc:spChg chg="mod">
          <ac:chgData name="Brûlé, Caroline" userId="f1e7452b-5e17-4c7e-866d-8906919e201c" providerId="ADAL" clId="{1C39CB19-5268-496A-A145-603A55D6271D}" dt="2025-01-27T14:58:12.618" v="1275" actId="165"/>
          <ac:spMkLst>
            <pc:docMk/>
            <pc:sldMk cId="2438613439" sldId="344"/>
            <ac:spMk id="29" creationId="{2E3F4235-944D-D9E6-2CFD-DD74C354AFC8}"/>
          </ac:spMkLst>
        </pc:spChg>
        <pc:spChg chg="mod">
          <ac:chgData name="Brûlé, Caroline" userId="f1e7452b-5e17-4c7e-866d-8906919e201c" providerId="ADAL" clId="{1C39CB19-5268-496A-A145-603A55D6271D}" dt="2025-01-27T14:58:12.618" v="1275" actId="165"/>
          <ac:spMkLst>
            <pc:docMk/>
            <pc:sldMk cId="2438613439" sldId="344"/>
            <ac:spMk id="31" creationId="{CDA7DB40-EBA9-7483-8157-C39CA7FE2B90}"/>
          </ac:spMkLst>
        </pc:spChg>
        <pc:spChg chg="mod">
          <ac:chgData name="Brûlé, Caroline" userId="f1e7452b-5e17-4c7e-866d-8906919e201c" providerId="ADAL" clId="{1C39CB19-5268-496A-A145-603A55D6271D}" dt="2025-01-27T15:00:32.806" v="1298" actId="6549"/>
          <ac:spMkLst>
            <pc:docMk/>
            <pc:sldMk cId="2438613439" sldId="344"/>
            <ac:spMk id="33" creationId="{BCE2AFE9-959A-A2A4-7228-34CFD7564970}"/>
          </ac:spMkLst>
        </pc:spChg>
        <pc:spChg chg="mod ord">
          <ac:chgData name="Brûlé, Caroline" userId="f1e7452b-5e17-4c7e-866d-8906919e201c" providerId="ADAL" clId="{1C39CB19-5268-496A-A145-603A55D6271D}" dt="2025-01-27T14:05:31.368" v="1221" actId="167"/>
          <ac:spMkLst>
            <pc:docMk/>
            <pc:sldMk cId="2438613439" sldId="344"/>
            <ac:spMk id="39" creationId="{67A6325E-B8FB-D554-4D2E-2FA215F13DBA}"/>
          </ac:spMkLst>
        </pc:spChg>
        <pc:spChg chg="mod ord">
          <ac:chgData name="Brûlé, Caroline" userId="f1e7452b-5e17-4c7e-866d-8906919e201c" providerId="ADAL" clId="{1C39CB19-5268-496A-A145-603A55D6271D}" dt="2025-01-27T14:05:37.675" v="1223" actId="167"/>
          <ac:spMkLst>
            <pc:docMk/>
            <pc:sldMk cId="2438613439" sldId="344"/>
            <ac:spMk id="44" creationId="{446BBD08-28CE-1D72-E722-E421209E7908}"/>
          </ac:spMkLst>
        </pc:spChg>
        <pc:spChg chg="mod ord">
          <ac:chgData name="Brûlé, Caroline" userId="f1e7452b-5e17-4c7e-866d-8906919e201c" providerId="ADAL" clId="{1C39CB19-5268-496A-A145-603A55D6271D}" dt="2025-01-27T14:05:43.888" v="1225" actId="167"/>
          <ac:spMkLst>
            <pc:docMk/>
            <pc:sldMk cId="2438613439" sldId="344"/>
            <ac:spMk id="49" creationId="{2B8EEEBE-4B64-0B9C-5A09-509EDDEC9A2B}"/>
          </ac:spMkLst>
        </pc:spChg>
        <pc:spChg chg="mod">
          <ac:chgData name="Brûlé, Caroline" userId="f1e7452b-5e17-4c7e-866d-8906919e201c" providerId="ADAL" clId="{1C39CB19-5268-496A-A145-603A55D6271D}" dt="2025-01-27T14:04:32.549" v="1216"/>
          <ac:spMkLst>
            <pc:docMk/>
            <pc:sldMk cId="2438613439" sldId="344"/>
            <ac:spMk id="51" creationId="{6854D012-D1E8-9436-8AD0-8DC6CDABA820}"/>
          </ac:spMkLst>
        </pc:spChg>
        <pc:spChg chg="mod ord">
          <ac:chgData name="Brûlé, Caroline" userId="f1e7452b-5e17-4c7e-866d-8906919e201c" providerId="ADAL" clId="{1C39CB19-5268-496A-A145-603A55D6271D}" dt="2025-01-27T14:05:51.522" v="1227" actId="167"/>
          <ac:spMkLst>
            <pc:docMk/>
            <pc:sldMk cId="2438613439" sldId="344"/>
            <ac:spMk id="54" creationId="{AC46F376-44C2-03E2-D17B-B7694972B444}"/>
          </ac:spMkLst>
        </pc:spChg>
        <pc:spChg chg="mod ord">
          <ac:chgData name="Brûlé, Caroline" userId="f1e7452b-5e17-4c7e-866d-8906919e201c" providerId="ADAL" clId="{1C39CB19-5268-496A-A145-603A55D6271D}" dt="2025-01-27T14:05:56.578" v="1229" actId="167"/>
          <ac:spMkLst>
            <pc:docMk/>
            <pc:sldMk cId="2438613439" sldId="344"/>
            <ac:spMk id="59" creationId="{90687B08-A943-060C-CB6F-3EF00AD76C1F}"/>
          </ac:spMkLst>
        </pc:spChg>
        <pc:spChg chg="mod ord">
          <ac:chgData name="Brûlé, Caroline" userId="f1e7452b-5e17-4c7e-866d-8906919e201c" providerId="ADAL" clId="{1C39CB19-5268-496A-A145-603A55D6271D}" dt="2025-01-27T14:06:02.332" v="1231" actId="167"/>
          <ac:spMkLst>
            <pc:docMk/>
            <pc:sldMk cId="2438613439" sldId="344"/>
            <ac:spMk id="64" creationId="{199734D8-E37E-333D-5C6F-CEF6A5438F56}"/>
          </ac:spMkLst>
        </pc:spChg>
        <pc:spChg chg="mod">
          <ac:chgData name="Brûlé, Caroline" userId="f1e7452b-5e17-4c7e-866d-8906919e201c" providerId="ADAL" clId="{1C39CB19-5268-496A-A145-603A55D6271D}" dt="2025-01-27T14:04:32.549" v="1216"/>
          <ac:spMkLst>
            <pc:docMk/>
            <pc:sldMk cId="2438613439" sldId="344"/>
            <ac:spMk id="66" creationId="{8BA8888C-D684-3E39-1708-99CF00730416}"/>
          </ac:spMkLst>
        </pc:spChg>
        <pc:spChg chg="mod ord">
          <ac:chgData name="Brûlé, Caroline" userId="f1e7452b-5e17-4c7e-866d-8906919e201c" providerId="ADAL" clId="{1C39CB19-5268-496A-A145-603A55D6271D}" dt="2025-01-27T14:06:08.857" v="1233" actId="167"/>
          <ac:spMkLst>
            <pc:docMk/>
            <pc:sldMk cId="2438613439" sldId="344"/>
            <ac:spMk id="69" creationId="{E8E21DED-47BA-3300-4245-791048D5CF25}"/>
          </ac:spMkLst>
        </pc:spChg>
        <pc:spChg chg="mod ord">
          <ac:chgData name="Brûlé, Caroline" userId="f1e7452b-5e17-4c7e-866d-8906919e201c" providerId="ADAL" clId="{1C39CB19-5268-496A-A145-603A55D6271D}" dt="2025-01-27T14:06:15.391" v="1235" actId="167"/>
          <ac:spMkLst>
            <pc:docMk/>
            <pc:sldMk cId="2438613439" sldId="344"/>
            <ac:spMk id="74" creationId="{43A7157B-632F-1D33-D756-2A066692C9B6}"/>
          </ac:spMkLst>
        </pc:spChg>
        <pc:spChg chg="mod">
          <ac:chgData name="Brûlé, Caroline" userId="f1e7452b-5e17-4c7e-866d-8906919e201c" providerId="ADAL" clId="{1C39CB19-5268-496A-A145-603A55D6271D}" dt="2025-01-27T14:04:32.549" v="1216"/>
          <ac:spMkLst>
            <pc:docMk/>
            <pc:sldMk cId="2438613439" sldId="344"/>
            <ac:spMk id="76" creationId="{CFD0C5FD-63E3-5458-BC92-7735977E34AC}"/>
          </ac:spMkLst>
        </pc:spChg>
        <pc:spChg chg="mod">
          <ac:chgData name="Brûlé, Caroline" userId="f1e7452b-5e17-4c7e-866d-8906919e201c" providerId="ADAL" clId="{1C39CB19-5268-496A-A145-603A55D6271D}" dt="2025-01-27T15:15:01.607" v="1365" actId="1076"/>
          <ac:spMkLst>
            <pc:docMk/>
            <pc:sldMk cId="2438613439" sldId="344"/>
            <ac:spMk id="95" creationId="{E65AC78D-30C0-9088-D8D4-40632112B808}"/>
          </ac:spMkLst>
        </pc:spChg>
        <pc:spChg chg="add mod ord">
          <ac:chgData name="Brûlé, Caroline" userId="f1e7452b-5e17-4c7e-866d-8906919e201c" providerId="ADAL" clId="{1C39CB19-5268-496A-A145-603A55D6271D}" dt="2025-02-10T16:29:14.494" v="2521" actId="14100"/>
          <ac:spMkLst>
            <pc:docMk/>
            <pc:sldMk cId="2438613439" sldId="344"/>
            <ac:spMk id="96" creationId="{D25A6166-FAB7-6E81-C4E5-9D4383FEEEAD}"/>
          </ac:spMkLst>
        </pc:spChg>
        <pc:spChg chg="add mod">
          <ac:chgData name="Brûlé, Caroline" userId="f1e7452b-5e17-4c7e-866d-8906919e201c" providerId="ADAL" clId="{1C39CB19-5268-496A-A145-603A55D6271D}" dt="2025-01-27T15:15:01.607" v="1365" actId="1076"/>
          <ac:spMkLst>
            <pc:docMk/>
            <pc:sldMk cId="2438613439" sldId="344"/>
            <ac:spMk id="99" creationId="{1465943A-DCBE-C6A4-D4CB-E1E2A7F6CC26}"/>
          </ac:spMkLst>
        </pc:spChg>
        <pc:spChg chg="add mod">
          <ac:chgData name="Brûlé, Caroline" userId="f1e7452b-5e17-4c7e-866d-8906919e201c" providerId="ADAL" clId="{1C39CB19-5268-496A-A145-603A55D6271D}" dt="2025-01-27T15:15:01.607" v="1365" actId="1076"/>
          <ac:spMkLst>
            <pc:docMk/>
            <pc:sldMk cId="2438613439" sldId="344"/>
            <ac:spMk id="100" creationId="{55180E2F-53C2-5F27-DEF5-4AC84B21AC20}"/>
          </ac:spMkLst>
        </pc:spChg>
        <pc:spChg chg="mod">
          <ac:chgData name="Brûlé, Caroline" userId="f1e7452b-5e17-4c7e-866d-8906919e201c" providerId="ADAL" clId="{1C39CB19-5268-496A-A145-603A55D6271D}" dt="2025-01-27T15:24:08.715" v="1487" actId="14100"/>
          <ac:spMkLst>
            <pc:docMk/>
            <pc:sldMk cId="2438613439" sldId="344"/>
            <ac:spMk id="110" creationId="{AA8ED1E7-DBC0-BDC7-AEF5-04F1AF59E893}"/>
          </ac:spMkLst>
        </pc:spChg>
        <pc:spChg chg="mod">
          <ac:chgData name="Brûlé, Caroline" userId="f1e7452b-5e17-4c7e-866d-8906919e201c" providerId="ADAL" clId="{1C39CB19-5268-496A-A145-603A55D6271D}" dt="2025-01-27T15:15:36.340" v="1372" actId="14100"/>
          <ac:spMkLst>
            <pc:docMk/>
            <pc:sldMk cId="2438613439" sldId="344"/>
            <ac:spMk id="112" creationId="{15AB6383-A3F8-CA91-51ED-73802833E99A}"/>
          </ac:spMkLst>
        </pc:spChg>
        <pc:spChg chg="add mod">
          <ac:chgData name="Brûlé, Caroline" userId="f1e7452b-5e17-4c7e-866d-8906919e201c" providerId="ADAL" clId="{1C39CB19-5268-496A-A145-603A55D6271D}" dt="2025-01-27T15:23:43.759" v="1480" actId="20577"/>
          <ac:spMkLst>
            <pc:docMk/>
            <pc:sldMk cId="2438613439" sldId="344"/>
            <ac:spMk id="121" creationId="{29AD391F-DB7F-B143-5AE2-00C017C7EA7E}"/>
          </ac:spMkLst>
        </pc:spChg>
        <pc:spChg chg="mod">
          <ac:chgData name="Brûlé, Caroline" userId="f1e7452b-5e17-4c7e-866d-8906919e201c" providerId="ADAL" clId="{1C39CB19-5268-496A-A145-603A55D6271D}" dt="2025-01-27T15:23:48.226" v="1482" actId="20577"/>
          <ac:spMkLst>
            <pc:docMk/>
            <pc:sldMk cId="2438613439" sldId="344"/>
            <ac:spMk id="125" creationId="{C0FBEDC3-83DE-A86A-FE0E-2C03572C8543}"/>
          </ac:spMkLst>
        </pc:spChg>
        <pc:spChg chg="add mod">
          <ac:chgData name="Brûlé, Caroline" userId="f1e7452b-5e17-4c7e-866d-8906919e201c" providerId="ADAL" clId="{1C39CB19-5268-496A-A145-603A55D6271D}" dt="2025-01-27T15:25:14.250" v="1535" actId="164"/>
          <ac:spMkLst>
            <pc:docMk/>
            <pc:sldMk cId="2438613439" sldId="344"/>
            <ac:spMk id="132" creationId="{CF85D5FF-420C-670A-F688-E6FD16622747}"/>
          </ac:spMkLst>
        </pc:spChg>
        <pc:spChg chg="add mod">
          <ac:chgData name="Brûlé, Caroline" userId="f1e7452b-5e17-4c7e-866d-8906919e201c" providerId="ADAL" clId="{1C39CB19-5268-496A-A145-603A55D6271D}" dt="2025-01-27T15:25:37.458" v="1540" actId="1076"/>
          <ac:spMkLst>
            <pc:docMk/>
            <pc:sldMk cId="2438613439" sldId="344"/>
            <ac:spMk id="135" creationId="{CCE096DB-0660-2C96-137F-7348D5612F1F}"/>
          </ac:spMkLst>
        </pc:spChg>
        <pc:grpChg chg="mod topLvl">
          <ac:chgData name="Brûlé, Caroline" userId="f1e7452b-5e17-4c7e-866d-8906919e201c" providerId="ADAL" clId="{1C39CB19-5268-496A-A145-603A55D6271D}" dt="2025-01-27T14:57:01.207" v="1267" actId="1076"/>
          <ac:grpSpMkLst>
            <pc:docMk/>
            <pc:sldMk cId="2438613439" sldId="344"/>
            <ac:grpSpMk id="3" creationId="{D906661E-A8CC-926F-BA3B-09CA5A8A2DC0}"/>
          </ac:grpSpMkLst>
        </pc:grpChg>
        <pc:grpChg chg="mod">
          <ac:chgData name="Brûlé, Caroline" userId="f1e7452b-5e17-4c7e-866d-8906919e201c" providerId="ADAL" clId="{1C39CB19-5268-496A-A145-603A55D6271D}" dt="2025-01-27T15:15:01.607" v="1365" actId="1076"/>
          <ac:grpSpMkLst>
            <pc:docMk/>
            <pc:sldMk cId="2438613439" sldId="344"/>
            <ac:grpSpMk id="9" creationId="{D39F7C9A-8819-E2B0-7123-2EA4857E66F2}"/>
          </ac:grpSpMkLst>
        </pc:grpChg>
        <pc:grpChg chg="mod topLvl">
          <ac:chgData name="Brûlé, Caroline" userId="f1e7452b-5e17-4c7e-866d-8906919e201c" providerId="ADAL" clId="{1C39CB19-5268-496A-A145-603A55D6271D}" dt="2025-01-27T15:15:01.607" v="1365" actId="1076"/>
          <ac:grpSpMkLst>
            <pc:docMk/>
            <pc:sldMk cId="2438613439" sldId="344"/>
            <ac:grpSpMk id="16" creationId="{16503BED-2779-9921-D433-620027D0B1B3}"/>
          </ac:grpSpMkLst>
        </pc:grpChg>
        <pc:grpChg chg="mod topLvl">
          <ac:chgData name="Brûlé, Caroline" userId="f1e7452b-5e17-4c7e-866d-8906919e201c" providerId="ADAL" clId="{1C39CB19-5268-496A-A145-603A55D6271D}" dt="2025-01-27T15:01:57.708" v="1318" actId="1076"/>
          <ac:grpSpMkLst>
            <pc:docMk/>
            <pc:sldMk cId="2438613439" sldId="344"/>
            <ac:grpSpMk id="17" creationId="{65BE08CB-3BA1-6675-1F28-A5EF396F77B0}"/>
          </ac:grpSpMkLst>
        </pc:grpChg>
        <pc:grpChg chg="mod">
          <ac:chgData name="Brûlé, Caroline" userId="f1e7452b-5e17-4c7e-866d-8906919e201c" providerId="ADAL" clId="{1C39CB19-5268-496A-A145-603A55D6271D}" dt="2025-01-27T14:58:20.071" v="1277" actId="165"/>
          <ac:grpSpMkLst>
            <pc:docMk/>
            <pc:sldMk cId="2438613439" sldId="344"/>
            <ac:grpSpMk id="20" creationId="{AA2A547C-527D-1BCA-FB03-07A4F50C3555}"/>
          </ac:grpSpMkLst>
        </pc:grpChg>
        <pc:grpChg chg="mod topLvl">
          <ac:chgData name="Brûlé, Caroline" userId="f1e7452b-5e17-4c7e-866d-8906919e201c" providerId="ADAL" clId="{1C39CB19-5268-496A-A145-603A55D6271D}" dt="2025-01-27T14:58:33.281" v="1282" actId="14100"/>
          <ac:grpSpMkLst>
            <pc:docMk/>
            <pc:sldMk cId="2438613439" sldId="344"/>
            <ac:grpSpMk id="26" creationId="{86C3BA6C-171C-A901-BC41-8988EF030502}"/>
          </ac:grpSpMkLst>
        </pc:grpChg>
        <pc:grpChg chg="mod topLvl">
          <ac:chgData name="Brûlé, Caroline" userId="f1e7452b-5e17-4c7e-866d-8906919e201c" providerId="ADAL" clId="{1C39CB19-5268-496A-A145-603A55D6271D}" dt="2025-01-27T15:02:02.172" v="1319" actId="1076"/>
          <ac:grpSpMkLst>
            <pc:docMk/>
            <pc:sldMk cId="2438613439" sldId="344"/>
            <ac:grpSpMk id="27" creationId="{C1DF74E8-AE7A-511B-7C1C-3E2DAA2A340F}"/>
          </ac:grpSpMkLst>
        </pc:grpChg>
        <pc:grpChg chg="mod">
          <ac:chgData name="Brûlé, Caroline" userId="f1e7452b-5e17-4c7e-866d-8906919e201c" providerId="ADAL" clId="{1C39CB19-5268-496A-A145-603A55D6271D}" dt="2025-01-27T14:58:12.618" v="1275" actId="165"/>
          <ac:grpSpMkLst>
            <pc:docMk/>
            <pc:sldMk cId="2438613439" sldId="344"/>
            <ac:grpSpMk id="30" creationId="{5736EBF0-79EC-928D-EB76-270825C6C41D}"/>
          </ac:grpSpMkLst>
        </pc:grpChg>
        <pc:grpChg chg="mod">
          <ac:chgData name="Brûlé, Caroline" userId="f1e7452b-5e17-4c7e-866d-8906919e201c" providerId="ADAL" clId="{1C39CB19-5268-496A-A145-603A55D6271D}" dt="2025-01-27T15:01:34.947" v="1306" actId="1076"/>
          <ac:grpSpMkLst>
            <pc:docMk/>
            <pc:sldMk cId="2438613439" sldId="344"/>
            <ac:grpSpMk id="34" creationId="{77950EA2-ADDD-CB4C-8FDD-6165B6D56D75}"/>
          </ac:grpSpMkLst>
        </pc:grpChg>
        <pc:grpChg chg="mod">
          <ac:chgData name="Brûlé, Caroline" userId="f1e7452b-5e17-4c7e-866d-8906919e201c" providerId="ADAL" clId="{1C39CB19-5268-496A-A145-603A55D6271D}" dt="2025-01-27T15:15:01.607" v="1365" actId="1076"/>
          <ac:grpSpMkLst>
            <pc:docMk/>
            <pc:sldMk cId="2438613439" sldId="344"/>
            <ac:grpSpMk id="37" creationId="{4C6720FC-3B66-4C78-3595-EABF5E014845}"/>
          </ac:grpSpMkLst>
        </pc:grpChg>
        <pc:grpChg chg="mod">
          <ac:chgData name="Brûlé, Caroline" userId="f1e7452b-5e17-4c7e-866d-8906919e201c" providerId="ADAL" clId="{1C39CB19-5268-496A-A145-603A55D6271D}" dt="2025-01-27T15:01:36.967" v="1311" actId="1076"/>
          <ac:grpSpMkLst>
            <pc:docMk/>
            <pc:sldMk cId="2438613439" sldId="344"/>
            <ac:grpSpMk id="42" creationId="{0F2764C3-B499-69CA-032B-F06285068FDE}"/>
          </ac:grpSpMkLst>
        </pc:grpChg>
        <pc:grpChg chg="mod">
          <ac:chgData name="Brûlé, Caroline" userId="f1e7452b-5e17-4c7e-866d-8906919e201c" providerId="ADAL" clId="{1C39CB19-5268-496A-A145-603A55D6271D}" dt="2025-01-27T15:01:36.967" v="1311" actId="1076"/>
          <ac:grpSpMkLst>
            <pc:docMk/>
            <pc:sldMk cId="2438613439" sldId="344"/>
            <ac:grpSpMk id="47" creationId="{2CEDD693-25C1-7320-0B70-0AFEB402A8AC}"/>
          </ac:grpSpMkLst>
        </pc:grpChg>
        <pc:grpChg chg="mod">
          <ac:chgData name="Brûlé, Caroline" userId="f1e7452b-5e17-4c7e-866d-8906919e201c" providerId="ADAL" clId="{1C39CB19-5268-496A-A145-603A55D6271D}" dt="2025-01-27T15:01:36.967" v="1311" actId="1076"/>
          <ac:grpSpMkLst>
            <pc:docMk/>
            <pc:sldMk cId="2438613439" sldId="344"/>
            <ac:grpSpMk id="52" creationId="{57DA4A23-FF46-5B0F-0907-0EFDC499F780}"/>
          </ac:grpSpMkLst>
        </pc:grpChg>
        <pc:grpChg chg="mod">
          <ac:chgData name="Brûlé, Caroline" userId="f1e7452b-5e17-4c7e-866d-8906919e201c" providerId="ADAL" clId="{1C39CB19-5268-496A-A145-603A55D6271D}" dt="2025-01-27T15:01:36.967" v="1311" actId="1076"/>
          <ac:grpSpMkLst>
            <pc:docMk/>
            <pc:sldMk cId="2438613439" sldId="344"/>
            <ac:grpSpMk id="57" creationId="{491F5ED5-FD2F-7899-E9A3-C153F0EC6BB6}"/>
          </ac:grpSpMkLst>
        </pc:grpChg>
        <pc:grpChg chg="mod">
          <ac:chgData name="Brûlé, Caroline" userId="f1e7452b-5e17-4c7e-866d-8906919e201c" providerId="ADAL" clId="{1C39CB19-5268-496A-A145-603A55D6271D}" dt="2025-01-27T15:15:01.607" v="1365" actId="1076"/>
          <ac:grpSpMkLst>
            <pc:docMk/>
            <pc:sldMk cId="2438613439" sldId="344"/>
            <ac:grpSpMk id="62" creationId="{49583C0B-50B1-4923-08B5-47F0340C1AB5}"/>
          </ac:grpSpMkLst>
        </pc:grpChg>
        <pc:grpChg chg="mod">
          <ac:chgData name="Brûlé, Caroline" userId="f1e7452b-5e17-4c7e-866d-8906919e201c" providerId="ADAL" clId="{1C39CB19-5268-496A-A145-603A55D6271D}" dt="2025-01-27T15:15:01.607" v="1365" actId="1076"/>
          <ac:grpSpMkLst>
            <pc:docMk/>
            <pc:sldMk cId="2438613439" sldId="344"/>
            <ac:grpSpMk id="67" creationId="{B61DFBC0-7136-4D73-329B-924830FCD9CA}"/>
          </ac:grpSpMkLst>
        </pc:grpChg>
        <pc:grpChg chg="mod">
          <ac:chgData name="Brûlé, Caroline" userId="f1e7452b-5e17-4c7e-866d-8906919e201c" providerId="ADAL" clId="{1C39CB19-5268-496A-A145-603A55D6271D}" dt="2025-01-27T15:01:36.967" v="1311" actId="1076"/>
          <ac:grpSpMkLst>
            <pc:docMk/>
            <pc:sldMk cId="2438613439" sldId="344"/>
            <ac:grpSpMk id="72" creationId="{FBDDDF7E-F039-8630-A828-534303635180}"/>
          </ac:grpSpMkLst>
        </pc:grpChg>
        <pc:grpChg chg="add mod">
          <ac:chgData name="Brûlé, Caroline" userId="f1e7452b-5e17-4c7e-866d-8906919e201c" providerId="ADAL" clId="{1C39CB19-5268-496A-A145-603A55D6271D}" dt="2025-01-27T15:25:14.250" v="1535" actId="164"/>
          <ac:grpSpMkLst>
            <pc:docMk/>
            <pc:sldMk cId="2438613439" sldId="344"/>
            <ac:grpSpMk id="108" creationId="{6D36DCFB-5859-F6E3-210B-10EEC185159C}"/>
          </ac:grpSpMkLst>
        </pc:grpChg>
        <pc:grpChg chg="mod">
          <ac:chgData name="Brûlé, Caroline" userId="f1e7452b-5e17-4c7e-866d-8906919e201c" providerId="ADAL" clId="{1C39CB19-5268-496A-A145-603A55D6271D}" dt="2025-01-27T15:15:18.810" v="1369"/>
          <ac:grpSpMkLst>
            <pc:docMk/>
            <pc:sldMk cId="2438613439" sldId="344"/>
            <ac:grpSpMk id="109" creationId="{16E8D2E2-31B7-56F2-DF4A-BBB2EE448F11}"/>
          </ac:grpSpMkLst>
        </pc:grpChg>
        <pc:grpChg chg="add mod">
          <ac:chgData name="Brûlé, Caroline" userId="f1e7452b-5e17-4c7e-866d-8906919e201c" providerId="ADAL" clId="{1C39CB19-5268-496A-A145-603A55D6271D}" dt="2025-01-27T15:25:14.250" v="1535" actId="164"/>
          <ac:grpSpMkLst>
            <pc:docMk/>
            <pc:sldMk cId="2438613439" sldId="344"/>
            <ac:grpSpMk id="122" creationId="{8EE59206-F186-1BC2-1269-32DCF5B20E0B}"/>
          </ac:grpSpMkLst>
        </pc:grpChg>
        <pc:grpChg chg="add mod">
          <ac:chgData name="Brûlé, Caroline" userId="f1e7452b-5e17-4c7e-866d-8906919e201c" providerId="ADAL" clId="{1C39CB19-5268-496A-A145-603A55D6271D}" dt="2025-01-27T15:25:14.250" v="1535" actId="164"/>
          <ac:grpSpMkLst>
            <pc:docMk/>
            <pc:sldMk cId="2438613439" sldId="344"/>
            <ac:grpSpMk id="123" creationId="{CB26DF47-2F11-8A6B-57BD-7FEC146BF330}"/>
          </ac:grpSpMkLst>
        </pc:grpChg>
        <pc:grpChg chg="add mod">
          <ac:chgData name="Brûlé, Caroline" userId="f1e7452b-5e17-4c7e-866d-8906919e201c" providerId="ADAL" clId="{1C39CB19-5268-496A-A145-603A55D6271D}" dt="2025-01-27T15:25:21.564" v="1539" actId="1076"/>
          <ac:grpSpMkLst>
            <pc:docMk/>
            <pc:sldMk cId="2438613439" sldId="344"/>
            <ac:grpSpMk id="137" creationId="{87B825E7-F30D-1998-5DC5-3FFB5EA18978}"/>
          </ac:grpSpMkLst>
        </pc:grpChg>
        <pc:picChg chg="mod">
          <ac:chgData name="Brûlé, Caroline" userId="f1e7452b-5e17-4c7e-866d-8906919e201c" providerId="ADAL" clId="{1C39CB19-5268-496A-A145-603A55D6271D}" dt="2025-01-27T14:58:20.071" v="1277" actId="165"/>
          <ac:picMkLst>
            <pc:docMk/>
            <pc:sldMk cId="2438613439" sldId="344"/>
            <ac:picMk id="18" creationId="{4663A955-9FEC-68BE-4052-930A348ECCFC}"/>
          </ac:picMkLst>
        </pc:picChg>
        <pc:picChg chg="mod">
          <ac:chgData name="Brûlé, Caroline" userId="f1e7452b-5e17-4c7e-866d-8906919e201c" providerId="ADAL" clId="{1C39CB19-5268-496A-A145-603A55D6271D}" dt="2025-01-27T14:58:20.071" v="1277" actId="165"/>
          <ac:picMkLst>
            <pc:docMk/>
            <pc:sldMk cId="2438613439" sldId="344"/>
            <ac:picMk id="22" creationId="{4EE5487B-60B0-AB2A-CFC7-49B9882F753C}"/>
          </ac:picMkLst>
        </pc:picChg>
        <pc:picChg chg="mod">
          <ac:chgData name="Brûlé, Caroline" userId="f1e7452b-5e17-4c7e-866d-8906919e201c" providerId="ADAL" clId="{1C39CB19-5268-496A-A145-603A55D6271D}" dt="2025-01-27T14:58:12.618" v="1275" actId="165"/>
          <ac:picMkLst>
            <pc:docMk/>
            <pc:sldMk cId="2438613439" sldId="344"/>
            <ac:picMk id="28" creationId="{775EE51F-1FEC-1F6F-86B7-53EAB28D5421}"/>
          </ac:picMkLst>
        </pc:picChg>
        <pc:picChg chg="mod">
          <ac:chgData name="Brûlé, Caroline" userId="f1e7452b-5e17-4c7e-866d-8906919e201c" providerId="ADAL" clId="{1C39CB19-5268-496A-A145-603A55D6271D}" dt="2025-01-27T14:58:12.618" v="1275" actId="165"/>
          <ac:picMkLst>
            <pc:docMk/>
            <pc:sldMk cId="2438613439" sldId="344"/>
            <ac:picMk id="32" creationId="{014F78E0-B38D-1BA3-3F0F-1A33B6330D91}"/>
          </ac:picMkLst>
        </pc:picChg>
        <pc:picChg chg="mod">
          <ac:chgData name="Brûlé, Caroline" userId="f1e7452b-5e17-4c7e-866d-8906919e201c" providerId="ADAL" clId="{1C39CB19-5268-496A-A145-603A55D6271D}" dt="2025-01-27T15:15:18.810" v="1369"/>
          <ac:picMkLst>
            <pc:docMk/>
            <pc:sldMk cId="2438613439" sldId="344"/>
            <ac:picMk id="111" creationId="{C030391A-37B8-94EC-C167-C12DAF9F7AC8}"/>
          </ac:picMkLst>
        </pc:picChg>
        <pc:picChg chg="add mod">
          <ac:chgData name="Brûlé, Caroline" userId="f1e7452b-5e17-4c7e-866d-8906919e201c" providerId="ADAL" clId="{1C39CB19-5268-496A-A145-603A55D6271D}" dt="2025-01-27T15:20:17.618" v="1414" actId="164"/>
          <ac:picMkLst>
            <pc:docMk/>
            <pc:sldMk cId="2438613439" sldId="344"/>
            <ac:picMk id="120" creationId="{B6D45DAB-B6F4-5547-B7BB-28D9F939BE02}"/>
          </ac:picMkLst>
        </pc:picChg>
        <pc:picChg chg="mod">
          <ac:chgData name="Brûlé, Caroline" userId="f1e7452b-5e17-4c7e-866d-8906919e201c" providerId="ADAL" clId="{1C39CB19-5268-496A-A145-603A55D6271D}" dt="2025-01-27T15:20:18.498" v="1415"/>
          <ac:picMkLst>
            <pc:docMk/>
            <pc:sldMk cId="2438613439" sldId="344"/>
            <ac:picMk id="124" creationId="{0D6CB16E-6A44-6A2B-ECBF-5139A2388542}"/>
          </ac:picMkLst>
        </pc:picChg>
        <pc:cxnChg chg="add mod">
          <ac:chgData name="Brûlé, Caroline" userId="f1e7452b-5e17-4c7e-866d-8906919e201c" providerId="ADAL" clId="{1C39CB19-5268-496A-A145-603A55D6271D}" dt="2025-02-10T16:26:41.240" v="2514" actId="14100"/>
          <ac:cxnSpMkLst>
            <pc:docMk/>
            <pc:sldMk cId="2438613439" sldId="344"/>
            <ac:cxnSpMk id="5" creationId="{906626FA-3EBA-0F97-9DE7-EA1DE9BBBED7}"/>
          </ac:cxnSpMkLst>
        </pc:cxnChg>
        <pc:cxnChg chg="mod">
          <ac:chgData name="Brûlé, Caroline" userId="f1e7452b-5e17-4c7e-866d-8906919e201c" providerId="ADAL" clId="{1C39CB19-5268-496A-A145-603A55D6271D}" dt="2025-01-27T15:01:47.858" v="1316" actId="1076"/>
          <ac:cxnSpMkLst>
            <pc:docMk/>
            <pc:sldMk cId="2438613439" sldId="344"/>
            <ac:cxnSpMk id="14" creationId="{E542E619-9CA3-0B2E-2012-C4D2C8FE6574}"/>
          </ac:cxnSpMkLst>
        </pc:cxnChg>
        <pc:cxnChg chg="mod">
          <ac:chgData name="Brûlé, Caroline" userId="f1e7452b-5e17-4c7e-866d-8906919e201c" providerId="ADAL" clId="{1C39CB19-5268-496A-A145-603A55D6271D}" dt="2025-01-27T15:02:14.276" v="1320" actId="14100"/>
          <ac:cxnSpMkLst>
            <pc:docMk/>
            <pc:sldMk cId="2438613439" sldId="344"/>
            <ac:cxnSpMk id="24" creationId="{EF8BF3FC-320E-993C-97B7-8AA02527D94D}"/>
          </ac:cxnSpMkLst>
        </pc:cxnChg>
        <pc:cxnChg chg="mod">
          <ac:chgData name="Brûlé, Caroline" userId="f1e7452b-5e17-4c7e-866d-8906919e201c" providerId="ADAL" clId="{1C39CB19-5268-496A-A145-603A55D6271D}" dt="2025-01-27T15:01:47.858" v="1316" actId="1076"/>
          <ac:cxnSpMkLst>
            <pc:docMk/>
            <pc:sldMk cId="2438613439" sldId="344"/>
            <ac:cxnSpMk id="77" creationId="{80FF4B8B-0A05-323E-9AE0-93D6CB7CC25B}"/>
          </ac:cxnSpMkLst>
        </pc:cxnChg>
        <pc:cxnChg chg="mod">
          <ac:chgData name="Brûlé, Caroline" userId="f1e7452b-5e17-4c7e-866d-8906919e201c" providerId="ADAL" clId="{1C39CB19-5268-496A-A145-603A55D6271D}" dt="2025-01-27T15:01:47.858" v="1316" actId="1076"/>
          <ac:cxnSpMkLst>
            <pc:docMk/>
            <pc:sldMk cId="2438613439" sldId="344"/>
            <ac:cxnSpMk id="78" creationId="{F01003A9-7471-77EF-DC31-646587524065}"/>
          </ac:cxnSpMkLst>
        </pc:cxnChg>
        <pc:cxnChg chg="mod">
          <ac:chgData name="Brûlé, Caroline" userId="f1e7452b-5e17-4c7e-866d-8906919e201c" providerId="ADAL" clId="{1C39CB19-5268-496A-A145-603A55D6271D}" dt="2025-01-27T15:01:47.858" v="1316" actId="1076"/>
          <ac:cxnSpMkLst>
            <pc:docMk/>
            <pc:sldMk cId="2438613439" sldId="344"/>
            <ac:cxnSpMk id="79" creationId="{91988CD7-4A0C-F530-23C1-8C4C8F80120D}"/>
          </ac:cxnSpMkLst>
        </pc:cxnChg>
        <pc:cxnChg chg="mod">
          <ac:chgData name="Brûlé, Caroline" userId="f1e7452b-5e17-4c7e-866d-8906919e201c" providerId="ADAL" clId="{1C39CB19-5268-496A-A145-603A55D6271D}" dt="2025-01-27T15:01:47.858" v="1316" actId="1076"/>
          <ac:cxnSpMkLst>
            <pc:docMk/>
            <pc:sldMk cId="2438613439" sldId="344"/>
            <ac:cxnSpMk id="81" creationId="{EC11694D-8894-A994-D868-5A60F41F655B}"/>
          </ac:cxnSpMkLst>
        </pc:cxnChg>
        <pc:cxnChg chg="mod">
          <ac:chgData name="Brûlé, Caroline" userId="f1e7452b-5e17-4c7e-866d-8906919e201c" providerId="ADAL" clId="{1C39CB19-5268-496A-A145-603A55D6271D}" dt="2025-01-27T15:01:47.858" v="1316" actId="1076"/>
          <ac:cxnSpMkLst>
            <pc:docMk/>
            <pc:sldMk cId="2438613439" sldId="344"/>
            <ac:cxnSpMk id="82" creationId="{7C187470-3C8A-E26D-9833-D5E4B9D47E76}"/>
          </ac:cxnSpMkLst>
        </pc:cxnChg>
        <pc:cxnChg chg="mod">
          <ac:chgData name="Brûlé, Caroline" userId="f1e7452b-5e17-4c7e-866d-8906919e201c" providerId="ADAL" clId="{1C39CB19-5268-496A-A145-603A55D6271D}" dt="2025-01-27T15:01:47.858" v="1316" actId="1076"/>
          <ac:cxnSpMkLst>
            <pc:docMk/>
            <pc:sldMk cId="2438613439" sldId="344"/>
            <ac:cxnSpMk id="83" creationId="{22033A15-4E58-8582-3CB6-FBE4EA977A68}"/>
          </ac:cxnSpMkLst>
        </pc:cxnChg>
        <pc:cxnChg chg="mod">
          <ac:chgData name="Brûlé, Caroline" userId="f1e7452b-5e17-4c7e-866d-8906919e201c" providerId="ADAL" clId="{1C39CB19-5268-496A-A145-603A55D6271D}" dt="2025-01-27T15:01:47.858" v="1316" actId="1076"/>
          <ac:cxnSpMkLst>
            <pc:docMk/>
            <pc:sldMk cId="2438613439" sldId="344"/>
            <ac:cxnSpMk id="84" creationId="{4BC5E5AA-1DB7-342E-B9CD-2B1A2642D45F}"/>
          </ac:cxnSpMkLst>
        </pc:cxnChg>
        <pc:cxnChg chg="mod">
          <ac:chgData name="Brûlé, Caroline" userId="f1e7452b-5e17-4c7e-866d-8906919e201c" providerId="ADAL" clId="{1C39CB19-5268-496A-A145-603A55D6271D}" dt="2025-01-27T15:01:36.967" v="1311" actId="1076"/>
          <ac:cxnSpMkLst>
            <pc:docMk/>
            <pc:sldMk cId="2438613439" sldId="344"/>
            <ac:cxnSpMk id="90" creationId="{E8766AC0-7F9C-B09A-9F73-4440DC7F8E16}"/>
          </ac:cxnSpMkLst>
        </pc:cxnChg>
        <pc:cxnChg chg="mod">
          <ac:chgData name="Brûlé, Caroline" userId="f1e7452b-5e17-4c7e-866d-8906919e201c" providerId="ADAL" clId="{1C39CB19-5268-496A-A145-603A55D6271D}" dt="2025-01-27T15:01:36.967" v="1311" actId="1076"/>
          <ac:cxnSpMkLst>
            <pc:docMk/>
            <pc:sldMk cId="2438613439" sldId="344"/>
            <ac:cxnSpMk id="92" creationId="{DF31600B-3F8D-1AC6-33D6-7854DE010A1F}"/>
          </ac:cxnSpMkLst>
        </pc:cxnChg>
        <pc:cxnChg chg="mod">
          <ac:chgData name="Brûlé, Caroline" userId="f1e7452b-5e17-4c7e-866d-8906919e201c" providerId="ADAL" clId="{1C39CB19-5268-496A-A145-603A55D6271D}" dt="2025-01-27T15:01:34.947" v="1306" actId="1076"/>
          <ac:cxnSpMkLst>
            <pc:docMk/>
            <pc:sldMk cId="2438613439" sldId="344"/>
            <ac:cxnSpMk id="93" creationId="{2E0F8E25-CE21-9304-6873-C082CE465180}"/>
          </ac:cxnSpMkLst>
        </pc:cxnChg>
        <pc:cxnChg chg="mod">
          <ac:chgData name="Brûlé, Caroline" userId="f1e7452b-5e17-4c7e-866d-8906919e201c" providerId="ADAL" clId="{1C39CB19-5268-496A-A145-603A55D6271D}" dt="2025-01-27T15:01:34.947" v="1306" actId="1076"/>
          <ac:cxnSpMkLst>
            <pc:docMk/>
            <pc:sldMk cId="2438613439" sldId="344"/>
            <ac:cxnSpMk id="94" creationId="{4E004DA2-D180-347D-C2D7-94DE30A43399}"/>
          </ac:cxnSpMkLst>
        </pc:cxnChg>
        <pc:cxnChg chg="add mod">
          <ac:chgData name="Brûlé, Caroline" userId="f1e7452b-5e17-4c7e-866d-8906919e201c" providerId="ADAL" clId="{1C39CB19-5268-496A-A145-603A55D6271D}" dt="2025-02-10T16:26:32.605" v="2511" actId="14100"/>
          <ac:cxnSpMkLst>
            <pc:docMk/>
            <pc:sldMk cId="2438613439" sldId="344"/>
            <ac:cxnSpMk id="101" creationId="{B871C396-01A5-A2AC-DB87-C560F7E0ED10}"/>
          </ac:cxnSpMkLst>
        </pc:cxnChg>
        <pc:cxnChg chg="add mod">
          <ac:chgData name="Brûlé, Caroline" userId="f1e7452b-5e17-4c7e-866d-8906919e201c" providerId="ADAL" clId="{1C39CB19-5268-496A-A145-603A55D6271D}" dt="2025-01-27T15:25:14.250" v="1535" actId="164"/>
          <ac:cxnSpMkLst>
            <pc:docMk/>
            <pc:sldMk cId="2438613439" sldId="344"/>
            <ac:cxnSpMk id="126" creationId="{613F8C9E-6A95-865C-0840-273EE8B1573B}"/>
          </ac:cxnSpMkLst>
        </pc:cxnChg>
        <pc:cxnChg chg="add mod">
          <ac:chgData name="Brûlé, Caroline" userId="f1e7452b-5e17-4c7e-866d-8906919e201c" providerId="ADAL" clId="{1C39CB19-5268-496A-A145-603A55D6271D}" dt="2025-01-27T15:25:14.250" v="1535" actId="164"/>
          <ac:cxnSpMkLst>
            <pc:docMk/>
            <pc:sldMk cId="2438613439" sldId="344"/>
            <ac:cxnSpMk id="129" creationId="{39F6D5E5-F000-D1B5-D69F-38441647EF26}"/>
          </ac:cxnSpMkLst>
        </pc:cxnChg>
      </pc:sldChg>
      <pc:sldChg chg="addSp delSp modSp add del mod ord">
        <pc:chgData name="Brûlé, Caroline" userId="f1e7452b-5e17-4c7e-866d-8906919e201c" providerId="ADAL" clId="{1C39CB19-5268-496A-A145-603A55D6271D}" dt="2025-02-10T16:06:59.401" v="2460" actId="2696"/>
        <pc:sldMkLst>
          <pc:docMk/>
          <pc:sldMk cId="2639835065" sldId="345"/>
        </pc:sldMkLst>
      </pc:sldChg>
      <pc:sldChg chg="modSp add del mod ord">
        <pc:chgData name="Brûlé, Caroline" userId="f1e7452b-5e17-4c7e-866d-8906919e201c" providerId="ADAL" clId="{1C39CB19-5268-496A-A145-603A55D6271D}" dt="2025-02-10T16:07:47.667" v="2463" actId="2696"/>
        <pc:sldMkLst>
          <pc:docMk/>
          <pc:sldMk cId="3077683476" sldId="346"/>
        </pc:sldMkLst>
      </pc:sldChg>
      <pc:sldChg chg="modSp add del mod">
        <pc:chgData name="Brûlé, Caroline" userId="f1e7452b-5e17-4c7e-866d-8906919e201c" providerId="ADAL" clId="{1C39CB19-5268-496A-A145-603A55D6271D}" dt="2025-02-10T16:07:47.667" v="2463" actId="2696"/>
        <pc:sldMkLst>
          <pc:docMk/>
          <pc:sldMk cId="2214473829" sldId="347"/>
        </pc:sldMkLst>
      </pc:sldChg>
      <pc:sldChg chg="modSp add del mod">
        <pc:chgData name="Brûlé, Caroline" userId="f1e7452b-5e17-4c7e-866d-8906919e201c" providerId="ADAL" clId="{1C39CB19-5268-496A-A145-603A55D6271D}" dt="2025-02-10T16:07:43.728" v="2462" actId="2696"/>
        <pc:sldMkLst>
          <pc:docMk/>
          <pc:sldMk cId="4286318875" sldId="348"/>
        </pc:sldMkLst>
      </pc:sldChg>
      <pc:sldChg chg="addSp delSp modSp new del mod ord modNotesTx">
        <pc:chgData name="Brûlé, Caroline" userId="f1e7452b-5e17-4c7e-866d-8906919e201c" providerId="ADAL" clId="{1C39CB19-5268-496A-A145-603A55D6271D}" dt="2025-02-12T17:11:34.015" v="7384" actId="2696"/>
        <pc:sldMkLst>
          <pc:docMk/>
          <pc:sldMk cId="2466549368" sldId="349"/>
        </pc:sldMkLst>
      </pc:sldChg>
      <pc:sldChg chg="modSp new del mod">
        <pc:chgData name="Brûlé, Caroline" userId="f1e7452b-5e17-4c7e-866d-8906919e201c" providerId="ADAL" clId="{1C39CB19-5268-496A-A145-603A55D6271D}" dt="2025-02-10T15:45:58.529" v="2286" actId="680"/>
        <pc:sldMkLst>
          <pc:docMk/>
          <pc:sldMk cId="3272014763" sldId="349"/>
        </pc:sldMkLst>
      </pc:sldChg>
      <pc:sldChg chg="addSp delSp modSp new mod modNotesTx">
        <pc:chgData name="Brûlé, Caroline" userId="f1e7452b-5e17-4c7e-866d-8906919e201c" providerId="ADAL" clId="{1C39CB19-5268-496A-A145-603A55D6271D}" dt="2025-02-12T16:04:24.033" v="6322" actId="208"/>
        <pc:sldMkLst>
          <pc:docMk/>
          <pc:sldMk cId="2023225437" sldId="350"/>
        </pc:sldMkLst>
        <pc:spChg chg="add mod">
          <ac:chgData name="Brûlé, Caroline" userId="f1e7452b-5e17-4c7e-866d-8906919e201c" providerId="ADAL" clId="{1C39CB19-5268-496A-A145-603A55D6271D}" dt="2025-02-11T13:44:37.701" v="3664" actId="1076"/>
          <ac:spMkLst>
            <pc:docMk/>
            <pc:sldMk cId="2023225437" sldId="350"/>
            <ac:spMk id="4" creationId="{F826BF6B-8161-BB04-945E-C514A8273A96}"/>
          </ac:spMkLst>
        </pc:spChg>
        <pc:spChg chg="mod">
          <ac:chgData name="Brûlé, Caroline" userId="f1e7452b-5e17-4c7e-866d-8906919e201c" providerId="ADAL" clId="{1C39CB19-5268-496A-A145-603A55D6271D}" dt="2025-02-12T16:04:24.033" v="6322" actId="208"/>
          <ac:spMkLst>
            <pc:docMk/>
            <pc:sldMk cId="2023225437" sldId="350"/>
            <ac:spMk id="17" creationId="{DECF120A-E788-7F04-8733-128C72117E9B}"/>
          </ac:spMkLst>
        </pc:spChg>
        <pc:spChg chg="mod">
          <ac:chgData name="Brûlé, Caroline" userId="f1e7452b-5e17-4c7e-866d-8906919e201c" providerId="ADAL" clId="{1C39CB19-5268-496A-A145-603A55D6271D}" dt="2025-02-11T14:57:05.034" v="3860" actId="1038"/>
          <ac:spMkLst>
            <pc:docMk/>
            <pc:sldMk cId="2023225437" sldId="350"/>
            <ac:spMk id="19" creationId="{480FEC8E-DE9F-B41D-F707-C809A91BFADF}"/>
          </ac:spMkLst>
        </pc:spChg>
        <pc:spChg chg="add mod">
          <ac:chgData name="Brûlé, Caroline" userId="f1e7452b-5e17-4c7e-866d-8906919e201c" providerId="ADAL" clId="{1C39CB19-5268-496A-A145-603A55D6271D}" dt="2025-02-11T13:54:37.631" v="3778" actId="1076"/>
          <ac:spMkLst>
            <pc:docMk/>
            <pc:sldMk cId="2023225437" sldId="350"/>
            <ac:spMk id="20" creationId="{596E73C5-8842-A3B4-F0B7-BBFC3487A818}"/>
          </ac:spMkLst>
        </pc:spChg>
        <pc:spChg chg="mod">
          <ac:chgData name="Brûlé, Caroline" userId="f1e7452b-5e17-4c7e-866d-8906919e201c" providerId="ADAL" clId="{1C39CB19-5268-496A-A145-603A55D6271D}" dt="2025-02-11T13:54:49.427" v="3779" actId="14100"/>
          <ac:spMkLst>
            <pc:docMk/>
            <pc:sldMk cId="2023225437" sldId="350"/>
            <ac:spMk id="32" creationId="{B8C6581C-14BF-CF73-4C20-A4994EE4DF2E}"/>
          </ac:spMkLst>
        </pc:spChg>
        <pc:spChg chg="mod">
          <ac:chgData name="Brûlé, Caroline" userId="f1e7452b-5e17-4c7e-866d-8906919e201c" providerId="ADAL" clId="{1C39CB19-5268-496A-A145-603A55D6271D}" dt="2025-02-11T14:56:32.136" v="3845" actId="20577"/>
          <ac:spMkLst>
            <pc:docMk/>
            <pc:sldMk cId="2023225437" sldId="350"/>
            <ac:spMk id="34" creationId="{B3DE4AF1-97F0-8D81-442A-6D520AB64459}"/>
          </ac:spMkLst>
        </pc:spChg>
        <pc:spChg chg="mod ord">
          <ac:chgData name="Brûlé, Caroline" userId="f1e7452b-5e17-4c7e-866d-8906919e201c" providerId="ADAL" clId="{1C39CB19-5268-496A-A145-603A55D6271D}" dt="2025-02-11T13:41:08.159" v="3613" actId="171"/>
          <ac:spMkLst>
            <pc:docMk/>
            <pc:sldMk cId="2023225437" sldId="350"/>
            <ac:spMk id="46" creationId="{8561AB4B-9A6F-1B7F-3174-4A2F9AAC89C0}"/>
          </ac:spMkLst>
        </pc:spChg>
        <pc:spChg chg="mod">
          <ac:chgData name="Brûlé, Caroline" userId="f1e7452b-5e17-4c7e-866d-8906919e201c" providerId="ADAL" clId="{1C39CB19-5268-496A-A145-603A55D6271D}" dt="2025-02-11T12:52:12.648" v="2584"/>
          <ac:spMkLst>
            <pc:docMk/>
            <pc:sldMk cId="2023225437" sldId="350"/>
            <ac:spMk id="47" creationId="{DA968A9A-5407-EB2D-3AB6-67C39FA35A39}"/>
          </ac:spMkLst>
        </pc:spChg>
        <pc:spChg chg="mod ord">
          <ac:chgData name="Brûlé, Caroline" userId="f1e7452b-5e17-4c7e-866d-8906919e201c" providerId="ADAL" clId="{1C39CB19-5268-496A-A145-603A55D6271D}" dt="2025-02-11T13:40:58.893" v="3611" actId="171"/>
          <ac:spMkLst>
            <pc:docMk/>
            <pc:sldMk cId="2023225437" sldId="350"/>
            <ac:spMk id="51" creationId="{23EF0E57-D6E1-D88B-A2A8-B9BC0FD83301}"/>
          </ac:spMkLst>
        </pc:spChg>
        <pc:spChg chg="mod ord">
          <ac:chgData name="Brûlé, Caroline" userId="f1e7452b-5e17-4c7e-866d-8906919e201c" providerId="ADAL" clId="{1C39CB19-5268-496A-A145-603A55D6271D}" dt="2025-02-11T13:07:39.246" v="2855" actId="171"/>
          <ac:spMkLst>
            <pc:docMk/>
            <pc:sldMk cId="2023225437" sldId="350"/>
            <ac:spMk id="56" creationId="{8B9D35D7-47B0-CF87-5E44-E87920B00D30}"/>
          </ac:spMkLst>
        </pc:spChg>
        <pc:spChg chg="mod">
          <ac:chgData name="Brûlé, Caroline" userId="f1e7452b-5e17-4c7e-866d-8906919e201c" providerId="ADAL" clId="{1C39CB19-5268-496A-A145-603A55D6271D}" dt="2025-02-11T13:06:55.815" v="2851" actId="207"/>
          <ac:spMkLst>
            <pc:docMk/>
            <pc:sldMk cId="2023225437" sldId="350"/>
            <ac:spMk id="57" creationId="{527C1CEE-9A3F-A252-FB61-A1A989179A62}"/>
          </ac:spMkLst>
        </pc:spChg>
        <pc:spChg chg="mod ord">
          <ac:chgData name="Brûlé, Caroline" userId="f1e7452b-5e17-4c7e-866d-8906919e201c" providerId="ADAL" clId="{1C39CB19-5268-496A-A145-603A55D6271D}" dt="2025-02-11T13:07:17.823" v="2853" actId="171"/>
          <ac:spMkLst>
            <pc:docMk/>
            <pc:sldMk cId="2023225437" sldId="350"/>
            <ac:spMk id="61" creationId="{A03DAFC6-534E-4977-BBAD-B06F708F09B6}"/>
          </ac:spMkLst>
        </pc:spChg>
        <pc:spChg chg="mod">
          <ac:chgData name="Brûlé, Caroline" userId="f1e7452b-5e17-4c7e-866d-8906919e201c" providerId="ADAL" clId="{1C39CB19-5268-496A-A145-603A55D6271D}" dt="2025-02-11T13:06:55.815" v="2851" actId="207"/>
          <ac:spMkLst>
            <pc:docMk/>
            <pc:sldMk cId="2023225437" sldId="350"/>
            <ac:spMk id="62" creationId="{2A83B879-EB7A-F9DD-22CE-7851F66497A9}"/>
          </ac:spMkLst>
        </pc:spChg>
        <pc:spChg chg="mod ord">
          <ac:chgData name="Brûlé, Caroline" userId="f1e7452b-5e17-4c7e-866d-8906919e201c" providerId="ADAL" clId="{1C39CB19-5268-496A-A145-603A55D6271D}" dt="2025-02-11T13:12:14.194" v="2925" actId="171"/>
          <ac:spMkLst>
            <pc:docMk/>
            <pc:sldMk cId="2023225437" sldId="350"/>
            <ac:spMk id="66" creationId="{3DCF9195-EE98-0A64-AA57-1AF00BFC5CCC}"/>
          </ac:spMkLst>
        </pc:spChg>
        <pc:spChg chg="mod ord">
          <ac:chgData name="Brûlé, Caroline" userId="f1e7452b-5e17-4c7e-866d-8906919e201c" providerId="ADAL" clId="{1C39CB19-5268-496A-A145-603A55D6271D}" dt="2025-02-11T13:41:21.485" v="3616" actId="171"/>
          <ac:spMkLst>
            <pc:docMk/>
            <pc:sldMk cId="2023225437" sldId="350"/>
            <ac:spMk id="71" creationId="{E8E98200-FB42-138C-71AA-BF85A3A4A8C5}"/>
          </ac:spMkLst>
        </pc:spChg>
        <pc:spChg chg="mod ord">
          <ac:chgData name="Brûlé, Caroline" userId="f1e7452b-5e17-4c7e-866d-8906919e201c" providerId="ADAL" clId="{1C39CB19-5268-496A-A145-603A55D6271D}" dt="2025-02-11T13:41:26.331" v="3618" actId="171"/>
          <ac:spMkLst>
            <pc:docMk/>
            <pc:sldMk cId="2023225437" sldId="350"/>
            <ac:spMk id="76" creationId="{FB2D45DD-5716-E2E8-DFAA-B18912634F56}"/>
          </ac:spMkLst>
        </pc:spChg>
        <pc:spChg chg="mod ord">
          <ac:chgData name="Brûlé, Caroline" userId="f1e7452b-5e17-4c7e-866d-8906919e201c" providerId="ADAL" clId="{1C39CB19-5268-496A-A145-603A55D6271D}" dt="2025-02-11T13:41:31.598" v="3620" actId="171"/>
          <ac:spMkLst>
            <pc:docMk/>
            <pc:sldMk cId="2023225437" sldId="350"/>
            <ac:spMk id="81" creationId="{CFCF0E62-B805-0728-4CDC-68676579D84A}"/>
          </ac:spMkLst>
        </pc:spChg>
        <pc:spChg chg="mod">
          <ac:chgData name="Brûlé, Caroline" userId="f1e7452b-5e17-4c7e-866d-8906919e201c" providerId="ADAL" clId="{1C39CB19-5268-496A-A145-603A55D6271D}" dt="2025-02-11T12:52:12.648" v="2584"/>
          <ac:spMkLst>
            <pc:docMk/>
            <pc:sldMk cId="2023225437" sldId="350"/>
            <ac:spMk id="82" creationId="{2CB68D4F-D46E-C1B7-E85D-D2B58DF21B43}"/>
          </ac:spMkLst>
        </pc:spChg>
        <pc:spChg chg="mod ord">
          <ac:chgData name="Brûlé, Caroline" userId="f1e7452b-5e17-4c7e-866d-8906919e201c" providerId="ADAL" clId="{1C39CB19-5268-496A-A145-603A55D6271D}" dt="2025-02-11T13:41:43.667" v="3623" actId="171"/>
          <ac:spMkLst>
            <pc:docMk/>
            <pc:sldMk cId="2023225437" sldId="350"/>
            <ac:spMk id="86" creationId="{1AD16768-AED4-003C-1161-BA5D7A1DAEAE}"/>
          </ac:spMkLst>
        </pc:spChg>
        <pc:spChg chg="mod">
          <ac:chgData name="Brûlé, Caroline" userId="f1e7452b-5e17-4c7e-866d-8906919e201c" providerId="ADAL" clId="{1C39CB19-5268-496A-A145-603A55D6271D}" dt="2025-02-11T12:52:12.648" v="2584"/>
          <ac:spMkLst>
            <pc:docMk/>
            <pc:sldMk cId="2023225437" sldId="350"/>
            <ac:spMk id="87" creationId="{3F1A963A-A7F1-1CCC-91ED-FA28C8E8679B}"/>
          </ac:spMkLst>
        </pc:spChg>
        <pc:spChg chg="mod ord">
          <ac:chgData name="Brûlé, Caroline" userId="f1e7452b-5e17-4c7e-866d-8906919e201c" providerId="ADAL" clId="{1C39CB19-5268-496A-A145-603A55D6271D}" dt="2025-02-11T13:42:02.267" v="3629" actId="171"/>
          <ac:spMkLst>
            <pc:docMk/>
            <pc:sldMk cId="2023225437" sldId="350"/>
            <ac:spMk id="91" creationId="{1940EC21-6FCF-FA5D-23C9-DC632CEEF561}"/>
          </ac:spMkLst>
        </pc:spChg>
        <pc:spChg chg="mod ord">
          <ac:chgData name="Brûlé, Caroline" userId="f1e7452b-5e17-4c7e-866d-8906919e201c" providerId="ADAL" clId="{1C39CB19-5268-496A-A145-603A55D6271D}" dt="2025-02-11T13:41:49.649" v="3625" actId="171"/>
          <ac:spMkLst>
            <pc:docMk/>
            <pc:sldMk cId="2023225437" sldId="350"/>
            <ac:spMk id="96" creationId="{C36570EA-CAA0-EC23-0779-B94ACF4C9DC4}"/>
          </ac:spMkLst>
        </pc:spChg>
        <pc:spChg chg="mod ord">
          <ac:chgData name="Brûlé, Caroline" userId="f1e7452b-5e17-4c7e-866d-8906919e201c" providerId="ADAL" clId="{1C39CB19-5268-496A-A145-603A55D6271D}" dt="2025-02-11T13:41:56.537" v="3627" actId="171"/>
          <ac:spMkLst>
            <pc:docMk/>
            <pc:sldMk cId="2023225437" sldId="350"/>
            <ac:spMk id="101" creationId="{81D70BDE-19CA-0FDD-F6A6-F5CF938380E4}"/>
          </ac:spMkLst>
        </pc:spChg>
        <pc:spChg chg="mod ord">
          <ac:chgData name="Brûlé, Caroline" userId="f1e7452b-5e17-4c7e-866d-8906919e201c" providerId="ADAL" clId="{1C39CB19-5268-496A-A145-603A55D6271D}" dt="2025-02-11T13:42:09.971" v="3631" actId="171"/>
          <ac:spMkLst>
            <pc:docMk/>
            <pc:sldMk cId="2023225437" sldId="350"/>
            <ac:spMk id="106" creationId="{43D0EA86-B559-0E07-EAFD-082A19DC901A}"/>
          </ac:spMkLst>
        </pc:spChg>
        <pc:spChg chg="mod ord">
          <ac:chgData name="Brûlé, Caroline" userId="f1e7452b-5e17-4c7e-866d-8906919e201c" providerId="ADAL" clId="{1C39CB19-5268-496A-A145-603A55D6271D}" dt="2025-02-11T13:11:15.869" v="2915" actId="171"/>
          <ac:spMkLst>
            <pc:docMk/>
            <pc:sldMk cId="2023225437" sldId="350"/>
            <ac:spMk id="111" creationId="{793B4B6B-58A9-E75B-B9F9-8DDB64B84F94}"/>
          </ac:spMkLst>
        </pc:spChg>
        <pc:spChg chg="mod ord">
          <ac:chgData name="Brûlé, Caroline" userId="f1e7452b-5e17-4c7e-866d-8906919e201c" providerId="ADAL" clId="{1C39CB19-5268-496A-A145-603A55D6271D}" dt="2025-02-11T13:11:11.644" v="2913" actId="171"/>
          <ac:spMkLst>
            <pc:docMk/>
            <pc:sldMk cId="2023225437" sldId="350"/>
            <ac:spMk id="116" creationId="{0A21AD0A-47FE-733D-10E7-BD652953A6CE}"/>
          </ac:spMkLst>
        </pc:spChg>
        <pc:spChg chg="mod ord">
          <ac:chgData name="Brûlé, Caroline" userId="f1e7452b-5e17-4c7e-866d-8906919e201c" providerId="ADAL" clId="{1C39CB19-5268-496A-A145-603A55D6271D}" dt="2025-02-11T13:11:00.809" v="2909" actId="171"/>
          <ac:spMkLst>
            <pc:docMk/>
            <pc:sldMk cId="2023225437" sldId="350"/>
            <ac:spMk id="121" creationId="{94C2E934-FB40-4DA3-0A76-FB84819E7B2E}"/>
          </ac:spMkLst>
        </pc:spChg>
        <pc:spChg chg="mod">
          <ac:chgData name="Brûlé, Caroline" userId="f1e7452b-5e17-4c7e-866d-8906919e201c" providerId="ADAL" clId="{1C39CB19-5268-496A-A145-603A55D6271D}" dt="2025-02-11T12:55:09.227" v="2615" actId="14100"/>
          <ac:spMkLst>
            <pc:docMk/>
            <pc:sldMk cId="2023225437" sldId="350"/>
            <ac:spMk id="122" creationId="{AB266222-427F-5AD9-CC7A-DF7AA53B3A00}"/>
          </ac:spMkLst>
        </pc:spChg>
        <pc:spChg chg="mod ord">
          <ac:chgData name="Brûlé, Caroline" userId="f1e7452b-5e17-4c7e-866d-8906919e201c" providerId="ADAL" clId="{1C39CB19-5268-496A-A145-603A55D6271D}" dt="2025-02-11T13:11:05.475" v="2911" actId="171"/>
          <ac:spMkLst>
            <pc:docMk/>
            <pc:sldMk cId="2023225437" sldId="350"/>
            <ac:spMk id="126" creationId="{2E1CA67C-587A-D425-0BC6-9009DE36BC30}"/>
          </ac:spMkLst>
        </pc:spChg>
        <pc:spChg chg="mod ord">
          <ac:chgData name="Brûlé, Caroline" userId="f1e7452b-5e17-4c7e-866d-8906919e201c" providerId="ADAL" clId="{1C39CB19-5268-496A-A145-603A55D6271D}" dt="2025-02-11T13:42:15.724" v="3633" actId="171"/>
          <ac:spMkLst>
            <pc:docMk/>
            <pc:sldMk cId="2023225437" sldId="350"/>
            <ac:spMk id="133" creationId="{DEAB4112-DFB7-9E3B-4A7C-894C05A2F874}"/>
          </ac:spMkLst>
        </pc:spChg>
        <pc:spChg chg="mod ord">
          <ac:chgData name="Brûlé, Caroline" userId="f1e7452b-5e17-4c7e-866d-8906919e201c" providerId="ADAL" clId="{1C39CB19-5268-496A-A145-603A55D6271D}" dt="2025-02-11T13:11:21.974" v="2917" actId="171"/>
          <ac:spMkLst>
            <pc:docMk/>
            <pc:sldMk cId="2023225437" sldId="350"/>
            <ac:spMk id="152" creationId="{EEF40D2B-2F14-13FC-F111-E64AFF621C6E}"/>
          </ac:spMkLst>
        </pc:spChg>
        <pc:spChg chg="mod">
          <ac:chgData name="Brûlé, Caroline" userId="f1e7452b-5e17-4c7e-866d-8906919e201c" providerId="ADAL" clId="{1C39CB19-5268-496A-A145-603A55D6271D}" dt="2025-02-11T12:53:25.397" v="2599" actId="14100"/>
          <ac:spMkLst>
            <pc:docMk/>
            <pc:sldMk cId="2023225437" sldId="350"/>
            <ac:spMk id="153" creationId="{109D8E4D-F9FF-C949-C6D1-034332E647CE}"/>
          </ac:spMkLst>
        </pc:spChg>
        <pc:spChg chg="mod">
          <ac:chgData name="Brûlé, Caroline" userId="f1e7452b-5e17-4c7e-866d-8906919e201c" providerId="ADAL" clId="{1C39CB19-5268-496A-A145-603A55D6271D}" dt="2025-02-11T12:55:19.142" v="2617"/>
          <ac:spMkLst>
            <pc:docMk/>
            <pc:sldMk cId="2023225437" sldId="350"/>
            <ac:spMk id="157" creationId="{FECC1178-013A-CC80-28D2-A3D5B432118B}"/>
          </ac:spMkLst>
        </pc:spChg>
        <pc:spChg chg="mod ord">
          <ac:chgData name="Brûlé, Caroline" userId="f1e7452b-5e17-4c7e-866d-8906919e201c" providerId="ADAL" clId="{1C39CB19-5268-496A-A145-603A55D6271D}" dt="2025-02-11T13:42:21.125" v="3635" actId="171"/>
          <ac:spMkLst>
            <pc:docMk/>
            <pc:sldMk cId="2023225437" sldId="350"/>
            <ac:spMk id="159" creationId="{9772D599-73B3-0C6D-AFF0-E36AA465211C}"/>
          </ac:spMkLst>
        </pc:spChg>
        <pc:spChg chg="mod">
          <ac:chgData name="Brûlé, Caroline" userId="f1e7452b-5e17-4c7e-866d-8906919e201c" providerId="ADAL" clId="{1C39CB19-5268-496A-A145-603A55D6271D}" dt="2025-02-11T12:56:35.754" v="2651" actId="14100"/>
          <ac:spMkLst>
            <pc:docMk/>
            <pc:sldMk cId="2023225437" sldId="350"/>
            <ac:spMk id="160" creationId="{9ACF5310-F912-FC99-2D90-F432C3337714}"/>
          </ac:spMkLst>
        </pc:spChg>
        <pc:spChg chg="mod ord">
          <ac:chgData name="Brûlé, Caroline" userId="f1e7452b-5e17-4c7e-866d-8906919e201c" providerId="ADAL" clId="{1C39CB19-5268-496A-A145-603A55D6271D}" dt="2025-02-11T13:10:54.595" v="2907" actId="171"/>
          <ac:spMkLst>
            <pc:docMk/>
            <pc:sldMk cId="2023225437" sldId="350"/>
            <ac:spMk id="164" creationId="{388B2448-9CEE-0688-6EF4-16B93A1803E9}"/>
          </ac:spMkLst>
        </pc:spChg>
        <pc:spChg chg="mod">
          <ac:chgData name="Brûlé, Caroline" userId="f1e7452b-5e17-4c7e-866d-8906919e201c" providerId="ADAL" clId="{1C39CB19-5268-496A-A145-603A55D6271D}" dt="2025-02-11T12:55:41.440" v="2625" actId="404"/>
          <ac:spMkLst>
            <pc:docMk/>
            <pc:sldMk cId="2023225437" sldId="350"/>
            <ac:spMk id="165" creationId="{CF478977-4401-1CDF-9EF1-5C016B4B234E}"/>
          </ac:spMkLst>
        </pc:spChg>
        <pc:spChg chg="mod">
          <ac:chgData name="Brûlé, Caroline" userId="f1e7452b-5e17-4c7e-866d-8906919e201c" providerId="ADAL" clId="{1C39CB19-5268-496A-A145-603A55D6271D}" dt="2025-02-11T12:56:05.637" v="2632"/>
          <ac:spMkLst>
            <pc:docMk/>
            <pc:sldMk cId="2023225437" sldId="350"/>
            <ac:spMk id="169" creationId="{604A2C96-00BE-B9FF-569F-85652C8DC436}"/>
          </ac:spMkLst>
        </pc:spChg>
        <pc:spChg chg="mod ord">
          <ac:chgData name="Brûlé, Caroline" userId="f1e7452b-5e17-4c7e-866d-8906919e201c" providerId="ADAL" clId="{1C39CB19-5268-496A-A145-603A55D6271D}" dt="2025-02-11T13:42:26.753" v="3637" actId="171"/>
          <ac:spMkLst>
            <pc:docMk/>
            <pc:sldMk cId="2023225437" sldId="350"/>
            <ac:spMk id="171" creationId="{68B5DA9E-C326-5619-124B-2C3D13C562D9}"/>
          </ac:spMkLst>
        </pc:spChg>
        <pc:spChg chg="mod">
          <ac:chgData name="Brûlé, Caroline" userId="f1e7452b-5e17-4c7e-866d-8906919e201c" providerId="ADAL" clId="{1C39CB19-5268-496A-A145-603A55D6271D}" dt="2025-02-11T12:57:13.816" v="2680" actId="20577"/>
          <ac:spMkLst>
            <pc:docMk/>
            <pc:sldMk cId="2023225437" sldId="350"/>
            <ac:spMk id="172" creationId="{A64A4928-8F5F-23D3-012D-DB83FC453366}"/>
          </ac:spMkLst>
        </pc:spChg>
        <pc:spChg chg="mod">
          <ac:chgData name="Brûlé, Caroline" userId="f1e7452b-5e17-4c7e-866d-8906919e201c" providerId="ADAL" clId="{1C39CB19-5268-496A-A145-603A55D6271D}" dt="2025-02-11T12:57:43.330" v="2684"/>
          <ac:spMkLst>
            <pc:docMk/>
            <pc:sldMk cId="2023225437" sldId="350"/>
            <ac:spMk id="176" creationId="{D0ABD978-FF1F-699F-15CB-89451554BBCA}"/>
          </ac:spMkLst>
        </pc:spChg>
        <pc:spChg chg="mod ord">
          <ac:chgData name="Brûlé, Caroline" userId="f1e7452b-5e17-4c7e-866d-8906919e201c" providerId="ADAL" clId="{1C39CB19-5268-496A-A145-603A55D6271D}" dt="2025-02-11T13:42:46.966" v="3641" actId="171"/>
          <ac:spMkLst>
            <pc:docMk/>
            <pc:sldMk cId="2023225437" sldId="350"/>
            <ac:spMk id="178" creationId="{F54FCF78-229F-4631-9CBF-6CAAAC7A7D8A}"/>
          </ac:spMkLst>
        </pc:spChg>
        <pc:spChg chg="mod">
          <ac:chgData name="Brûlé, Caroline" userId="f1e7452b-5e17-4c7e-866d-8906919e201c" providerId="ADAL" clId="{1C39CB19-5268-496A-A145-603A55D6271D}" dt="2025-02-11T12:57:58.772" v="2692" actId="14100"/>
          <ac:spMkLst>
            <pc:docMk/>
            <pc:sldMk cId="2023225437" sldId="350"/>
            <ac:spMk id="179" creationId="{31F219C9-75C5-952D-CBB0-AAE6F8EACECF}"/>
          </ac:spMkLst>
        </pc:spChg>
        <pc:spChg chg="mod">
          <ac:chgData name="Brûlé, Caroline" userId="f1e7452b-5e17-4c7e-866d-8906919e201c" providerId="ADAL" clId="{1C39CB19-5268-496A-A145-603A55D6271D}" dt="2025-02-11T12:58:15.103" v="2705"/>
          <ac:spMkLst>
            <pc:docMk/>
            <pc:sldMk cId="2023225437" sldId="350"/>
            <ac:spMk id="183" creationId="{436FF641-31A5-B6C0-A421-C2383B37A261}"/>
          </ac:spMkLst>
        </pc:spChg>
        <pc:spChg chg="mod ord">
          <ac:chgData name="Brûlé, Caroline" userId="f1e7452b-5e17-4c7e-866d-8906919e201c" providerId="ADAL" clId="{1C39CB19-5268-496A-A145-603A55D6271D}" dt="2025-02-11T13:42:38.287" v="3639" actId="171"/>
          <ac:spMkLst>
            <pc:docMk/>
            <pc:sldMk cId="2023225437" sldId="350"/>
            <ac:spMk id="185" creationId="{DFF6CF9F-B461-551D-9D94-93090B04A7AF}"/>
          </ac:spMkLst>
        </pc:spChg>
        <pc:spChg chg="mod">
          <ac:chgData name="Brûlé, Caroline" userId="f1e7452b-5e17-4c7e-866d-8906919e201c" providerId="ADAL" clId="{1C39CB19-5268-496A-A145-603A55D6271D}" dt="2025-02-11T12:58:25.039" v="2740" actId="20577"/>
          <ac:spMkLst>
            <pc:docMk/>
            <pc:sldMk cId="2023225437" sldId="350"/>
            <ac:spMk id="186" creationId="{3692EC18-BE12-7FAB-A872-272DAF52D9AC}"/>
          </ac:spMkLst>
        </pc:spChg>
        <pc:spChg chg="mod">
          <ac:chgData name="Brûlé, Caroline" userId="f1e7452b-5e17-4c7e-866d-8906919e201c" providerId="ADAL" clId="{1C39CB19-5268-496A-A145-603A55D6271D}" dt="2025-02-11T12:58:59.664" v="2743"/>
          <ac:spMkLst>
            <pc:docMk/>
            <pc:sldMk cId="2023225437" sldId="350"/>
            <ac:spMk id="190" creationId="{DF407B16-7DB0-FBF8-137A-75D52A92C815}"/>
          </ac:spMkLst>
        </pc:spChg>
        <pc:spChg chg="mod ord">
          <ac:chgData name="Brûlé, Caroline" userId="f1e7452b-5e17-4c7e-866d-8906919e201c" providerId="ADAL" clId="{1C39CB19-5268-496A-A145-603A55D6271D}" dt="2025-02-11T13:42:52.348" v="3643" actId="171"/>
          <ac:spMkLst>
            <pc:docMk/>
            <pc:sldMk cId="2023225437" sldId="350"/>
            <ac:spMk id="192" creationId="{B6537D3B-621B-5D0F-9F31-529F78D2E8BB}"/>
          </ac:spMkLst>
        </pc:spChg>
        <pc:spChg chg="mod">
          <ac:chgData name="Brûlé, Caroline" userId="f1e7452b-5e17-4c7e-866d-8906919e201c" providerId="ADAL" clId="{1C39CB19-5268-496A-A145-603A55D6271D}" dt="2025-02-11T12:59:41.517" v="2757" actId="1076"/>
          <ac:spMkLst>
            <pc:docMk/>
            <pc:sldMk cId="2023225437" sldId="350"/>
            <ac:spMk id="193" creationId="{FE696AB3-617B-0CD9-9505-6A59980EEBE6}"/>
          </ac:spMkLst>
        </pc:spChg>
        <pc:spChg chg="mod">
          <ac:chgData name="Brûlé, Caroline" userId="f1e7452b-5e17-4c7e-866d-8906919e201c" providerId="ADAL" clId="{1C39CB19-5268-496A-A145-603A55D6271D}" dt="2025-02-11T12:59:45.128" v="2758"/>
          <ac:spMkLst>
            <pc:docMk/>
            <pc:sldMk cId="2023225437" sldId="350"/>
            <ac:spMk id="197" creationId="{C64458B4-BC85-8D3E-C095-61EDB92A33B4}"/>
          </ac:spMkLst>
        </pc:spChg>
        <pc:spChg chg="mod ord">
          <ac:chgData name="Brûlé, Caroline" userId="f1e7452b-5e17-4c7e-866d-8906919e201c" providerId="ADAL" clId="{1C39CB19-5268-496A-A145-603A55D6271D}" dt="2025-02-11T13:42:57.301" v="3645" actId="171"/>
          <ac:spMkLst>
            <pc:docMk/>
            <pc:sldMk cId="2023225437" sldId="350"/>
            <ac:spMk id="199" creationId="{D8DDF6B5-140A-00ED-599E-D543B121DD0C}"/>
          </ac:spMkLst>
        </pc:spChg>
        <pc:spChg chg="mod">
          <ac:chgData name="Brûlé, Caroline" userId="f1e7452b-5e17-4c7e-866d-8906919e201c" providerId="ADAL" clId="{1C39CB19-5268-496A-A145-603A55D6271D}" dt="2025-02-11T12:59:57.297" v="2766" actId="14100"/>
          <ac:spMkLst>
            <pc:docMk/>
            <pc:sldMk cId="2023225437" sldId="350"/>
            <ac:spMk id="200" creationId="{71DEBE57-0C7C-F288-E6EE-5777A1E3DEE6}"/>
          </ac:spMkLst>
        </pc:spChg>
        <pc:spChg chg="mod">
          <ac:chgData name="Brûlé, Caroline" userId="f1e7452b-5e17-4c7e-866d-8906919e201c" providerId="ADAL" clId="{1C39CB19-5268-496A-A145-603A55D6271D}" dt="2025-02-11T13:12:54.042" v="2930" actId="207"/>
          <ac:spMkLst>
            <pc:docMk/>
            <pc:sldMk cId="2023225437" sldId="350"/>
            <ac:spMk id="331" creationId="{F29B84DC-B8CC-39CB-CB3D-632AB324D600}"/>
          </ac:spMkLst>
        </pc:spChg>
        <pc:spChg chg="add mod ord">
          <ac:chgData name="Brûlé, Caroline" userId="f1e7452b-5e17-4c7e-866d-8906919e201c" providerId="ADAL" clId="{1C39CB19-5268-496A-A145-603A55D6271D}" dt="2025-02-11T13:15:02.955" v="2954" actId="14861"/>
          <ac:spMkLst>
            <pc:docMk/>
            <pc:sldMk cId="2023225437" sldId="350"/>
            <ac:spMk id="332" creationId="{E99A9D12-2F82-5996-5C18-D02C903155CC}"/>
          </ac:spMkLst>
        </pc:spChg>
        <pc:spChg chg="add mod">
          <ac:chgData name="Brûlé, Caroline" userId="f1e7452b-5e17-4c7e-866d-8906919e201c" providerId="ADAL" clId="{1C39CB19-5268-496A-A145-603A55D6271D}" dt="2025-02-11T13:54:58.196" v="3781" actId="1076"/>
          <ac:spMkLst>
            <pc:docMk/>
            <pc:sldMk cId="2023225437" sldId="350"/>
            <ac:spMk id="335" creationId="{5F261A8E-A7CC-A3AB-2223-8E2E78906579}"/>
          </ac:spMkLst>
        </pc:spChg>
        <pc:spChg chg="add mod">
          <ac:chgData name="Brûlé, Caroline" userId="f1e7452b-5e17-4c7e-866d-8906919e201c" providerId="ADAL" clId="{1C39CB19-5268-496A-A145-603A55D6271D}" dt="2025-02-11T13:55:02.007" v="3782" actId="1076"/>
          <ac:spMkLst>
            <pc:docMk/>
            <pc:sldMk cId="2023225437" sldId="350"/>
            <ac:spMk id="336" creationId="{009D88D2-37AD-A8F0-D3BE-928E2C30841B}"/>
          </ac:spMkLst>
        </pc:spChg>
        <pc:spChg chg="add mod">
          <ac:chgData name="Brûlé, Caroline" userId="f1e7452b-5e17-4c7e-866d-8906919e201c" providerId="ADAL" clId="{1C39CB19-5268-496A-A145-603A55D6271D}" dt="2025-02-11T13:54:52.919" v="3780" actId="1076"/>
          <ac:spMkLst>
            <pc:docMk/>
            <pc:sldMk cId="2023225437" sldId="350"/>
            <ac:spMk id="337" creationId="{D228BC78-3D18-2B3D-EAC1-AEE961BC2826}"/>
          </ac:spMkLst>
        </pc:spChg>
        <pc:spChg chg="add mod">
          <ac:chgData name="Brûlé, Caroline" userId="f1e7452b-5e17-4c7e-866d-8906919e201c" providerId="ADAL" clId="{1C39CB19-5268-496A-A145-603A55D6271D}" dt="2025-02-11T13:55:10.334" v="3786" actId="1076"/>
          <ac:spMkLst>
            <pc:docMk/>
            <pc:sldMk cId="2023225437" sldId="350"/>
            <ac:spMk id="338" creationId="{804C74D8-44B9-96B2-65DC-E89F560D7AE8}"/>
          </ac:spMkLst>
        </pc:spChg>
        <pc:spChg chg="add mod">
          <ac:chgData name="Brûlé, Caroline" userId="f1e7452b-5e17-4c7e-866d-8906919e201c" providerId="ADAL" clId="{1C39CB19-5268-496A-A145-603A55D6271D}" dt="2025-02-11T13:46:48.192" v="3687" actId="1076"/>
          <ac:spMkLst>
            <pc:docMk/>
            <pc:sldMk cId="2023225437" sldId="350"/>
            <ac:spMk id="342" creationId="{A01DEA4A-0785-660A-B5FE-28DFE9218E3D}"/>
          </ac:spMkLst>
        </pc:spChg>
        <pc:spChg chg="mod">
          <ac:chgData name="Brûlé, Caroline" userId="f1e7452b-5e17-4c7e-866d-8906919e201c" providerId="ADAL" clId="{1C39CB19-5268-496A-A145-603A55D6271D}" dt="2025-02-11T13:46:48.192" v="3687" actId="1076"/>
          <ac:spMkLst>
            <pc:docMk/>
            <pc:sldMk cId="2023225437" sldId="350"/>
            <ac:spMk id="346" creationId="{47938533-1D19-35C8-0BDD-9A1208D4F547}"/>
          </ac:spMkLst>
        </pc:spChg>
        <pc:spChg chg="add mod">
          <ac:chgData name="Brûlé, Caroline" userId="f1e7452b-5e17-4c7e-866d-8906919e201c" providerId="ADAL" clId="{1C39CB19-5268-496A-A145-603A55D6271D}" dt="2025-02-11T13:46:48.192" v="3687" actId="1076"/>
          <ac:spMkLst>
            <pc:docMk/>
            <pc:sldMk cId="2023225437" sldId="350"/>
            <ac:spMk id="352" creationId="{D26378FF-DF5B-082E-CB7B-8CE503BAC8EB}"/>
          </ac:spMkLst>
        </pc:spChg>
        <pc:spChg chg="add mod">
          <ac:chgData name="Brûlé, Caroline" userId="f1e7452b-5e17-4c7e-866d-8906919e201c" providerId="ADAL" clId="{1C39CB19-5268-496A-A145-603A55D6271D}" dt="2025-02-11T13:40:36.349" v="3608" actId="1076"/>
          <ac:spMkLst>
            <pc:docMk/>
            <pc:sldMk cId="2023225437" sldId="350"/>
            <ac:spMk id="353" creationId="{1A72D3F3-775B-A363-18B4-1EC2B04E8D3B}"/>
          </ac:spMkLst>
        </pc:spChg>
        <pc:grpChg chg="mod">
          <ac:chgData name="Brûlé, Caroline" userId="f1e7452b-5e17-4c7e-866d-8906919e201c" providerId="ADAL" clId="{1C39CB19-5268-496A-A145-603A55D6271D}" dt="2025-02-11T13:13:31.542" v="2938" actId="1076"/>
          <ac:grpSpMkLst>
            <pc:docMk/>
            <pc:sldMk cId="2023225437" sldId="350"/>
            <ac:grpSpMk id="15" creationId="{CF83669A-CE96-972E-44E9-4F4B869BF433}"/>
          </ac:grpSpMkLst>
        </pc:grpChg>
        <pc:grpChg chg="mod">
          <ac:chgData name="Brûlé, Caroline" userId="f1e7452b-5e17-4c7e-866d-8906919e201c" providerId="ADAL" clId="{1C39CB19-5268-496A-A145-603A55D6271D}" dt="2025-02-11T13:39:47.116" v="3599" actId="164"/>
          <ac:grpSpMkLst>
            <pc:docMk/>
            <pc:sldMk cId="2023225437" sldId="350"/>
            <ac:grpSpMk id="21" creationId="{791B9956-6AB0-5CA6-91DF-38BBB2249E9D}"/>
          </ac:grpSpMkLst>
        </pc:grpChg>
        <pc:grpChg chg="mod ord">
          <ac:chgData name="Brûlé, Caroline" userId="f1e7452b-5e17-4c7e-866d-8906919e201c" providerId="ADAL" clId="{1C39CB19-5268-496A-A145-603A55D6271D}" dt="2025-02-11T13:12:05.208" v="2923" actId="1076"/>
          <ac:grpSpMkLst>
            <pc:docMk/>
            <pc:sldMk cId="2023225437" sldId="350"/>
            <ac:grpSpMk id="44" creationId="{71A07A75-438A-F5C1-7DD2-90A89D8CD532}"/>
          </ac:grpSpMkLst>
        </pc:grpChg>
        <pc:grpChg chg="mod ord">
          <ac:chgData name="Brûlé, Caroline" userId="f1e7452b-5e17-4c7e-866d-8906919e201c" providerId="ADAL" clId="{1C39CB19-5268-496A-A145-603A55D6271D}" dt="2025-02-11T13:40:13.316" v="3602" actId="1076"/>
          <ac:grpSpMkLst>
            <pc:docMk/>
            <pc:sldMk cId="2023225437" sldId="350"/>
            <ac:grpSpMk id="49" creationId="{B6C4F04F-1262-4D74-C0E9-675C332ED900}"/>
          </ac:grpSpMkLst>
        </pc:grpChg>
        <pc:grpChg chg="mod ord">
          <ac:chgData name="Brûlé, Caroline" userId="f1e7452b-5e17-4c7e-866d-8906919e201c" providerId="ADAL" clId="{1C39CB19-5268-496A-A145-603A55D6271D}" dt="2025-02-11T13:40:13.316" v="3602" actId="1076"/>
          <ac:grpSpMkLst>
            <pc:docMk/>
            <pc:sldMk cId="2023225437" sldId="350"/>
            <ac:grpSpMk id="54" creationId="{5C838808-C60D-B56A-C57F-1E51555333CA}"/>
          </ac:grpSpMkLst>
        </pc:grpChg>
        <pc:grpChg chg="mod">
          <ac:chgData name="Brûlé, Caroline" userId="f1e7452b-5e17-4c7e-866d-8906919e201c" providerId="ADAL" clId="{1C39CB19-5268-496A-A145-603A55D6271D}" dt="2025-02-11T13:06:55.815" v="2851" actId="207"/>
          <ac:grpSpMkLst>
            <pc:docMk/>
            <pc:sldMk cId="2023225437" sldId="350"/>
            <ac:grpSpMk id="55" creationId="{DAAD076F-2052-8D29-5710-48CE952CE7B0}"/>
          </ac:grpSpMkLst>
        </pc:grpChg>
        <pc:grpChg chg="mod ord">
          <ac:chgData name="Brûlé, Caroline" userId="f1e7452b-5e17-4c7e-866d-8906919e201c" providerId="ADAL" clId="{1C39CB19-5268-496A-A145-603A55D6271D}" dt="2025-02-11T13:40:13.316" v="3602" actId="1076"/>
          <ac:grpSpMkLst>
            <pc:docMk/>
            <pc:sldMk cId="2023225437" sldId="350"/>
            <ac:grpSpMk id="59" creationId="{A580DCD9-61F6-8A2D-0058-CD097D39413B}"/>
          </ac:grpSpMkLst>
        </pc:grpChg>
        <pc:grpChg chg="mod">
          <ac:chgData name="Brûlé, Caroline" userId="f1e7452b-5e17-4c7e-866d-8906919e201c" providerId="ADAL" clId="{1C39CB19-5268-496A-A145-603A55D6271D}" dt="2025-02-11T13:06:55.815" v="2851" actId="207"/>
          <ac:grpSpMkLst>
            <pc:docMk/>
            <pc:sldMk cId="2023225437" sldId="350"/>
            <ac:grpSpMk id="60" creationId="{A63D71D0-1420-8B22-98BE-D9EB513D8071}"/>
          </ac:grpSpMkLst>
        </pc:grpChg>
        <pc:grpChg chg="mod ord">
          <ac:chgData name="Brûlé, Caroline" userId="f1e7452b-5e17-4c7e-866d-8906919e201c" providerId="ADAL" clId="{1C39CB19-5268-496A-A145-603A55D6271D}" dt="2025-02-11T13:39:59.631" v="3601" actId="1076"/>
          <ac:grpSpMkLst>
            <pc:docMk/>
            <pc:sldMk cId="2023225437" sldId="350"/>
            <ac:grpSpMk id="64" creationId="{FC0D98FB-0F28-913B-8C13-657862265BB5}"/>
          </ac:grpSpMkLst>
        </pc:grpChg>
        <pc:grpChg chg="mod ord">
          <ac:chgData name="Brûlé, Caroline" userId="f1e7452b-5e17-4c7e-866d-8906919e201c" providerId="ADAL" clId="{1C39CB19-5268-496A-A145-603A55D6271D}" dt="2025-02-11T13:44:45.702" v="3665" actId="166"/>
          <ac:grpSpMkLst>
            <pc:docMk/>
            <pc:sldMk cId="2023225437" sldId="350"/>
            <ac:grpSpMk id="69" creationId="{B7FF72A3-68C9-35A0-507A-7EF28745DBD6}"/>
          </ac:grpSpMkLst>
        </pc:grpChg>
        <pc:grpChg chg="mod ord">
          <ac:chgData name="Brûlé, Caroline" userId="f1e7452b-5e17-4c7e-866d-8906919e201c" providerId="ADAL" clId="{1C39CB19-5268-496A-A145-603A55D6271D}" dt="2025-02-11T13:44:45.702" v="3665" actId="166"/>
          <ac:grpSpMkLst>
            <pc:docMk/>
            <pc:sldMk cId="2023225437" sldId="350"/>
            <ac:grpSpMk id="74" creationId="{E4E7D18A-9367-7F41-FECC-59ED7CB56EE0}"/>
          </ac:grpSpMkLst>
        </pc:grpChg>
        <pc:grpChg chg="mod ord">
          <ac:chgData name="Brûlé, Caroline" userId="f1e7452b-5e17-4c7e-866d-8906919e201c" providerId="ADAL" clId="{1C39CB19-5268-496A-A145-603A55D6271D}" dt="2025-02-11T13:44:45.702" v="3665" actId="166"/>
          <ac:grpSpMkLst>
            <pc:docMk/>
            <pc:sldMk cId="2023225437" sldId="350"/>
            <ac:grpSpMk id="79" creationId="{E4C72820-38D9-FD94-49E3-E9677F79718E}"/>
          </ac:grpSpMkLst>
        </pc:grpChg>
        <pc:grpChg chg="mod ord">
          <ac:chgData name="Brûlé, Caroline" userId="f1e7452b-5e17-4c7e-866d-8906919e201c" providerId="ADAL" clId="{1C39CB19-5268-496A-A145-603A55D6271D}" dt="2025-02-11T13:44:45.702" v="3665" actId="166"/>
          <ac:grpSpMkLst>
            <pc:docMk/>
            <pc:sldMk cId="2023225437" sldId="350"/>
            <ac:grpSpMk id="84" creationId="{65102433-F940-17D0-FD89-32AFA82D16DA}"/>
          </ac:grpSpMkLst>
        </pc:grpChg>
        <pc:grpChg chg="mod">
          <ac:chgData name="Brûlé, Caroline" userId="f1e7452b-5e17-4c7e-866d-8906919e201c" providerId="ADAL" clId="{1C39CB19-5268-496A-A145-603A55D6271D}" dt="2025-02-11T13:40:13.316" v="3602" actId="1076"/>
          <ac:grpSpMkLst>
            <pc:docMk/>
            <pc:sldMk cId="2023225437" sldId="350"/>
            <ac:grpSpMk id="89" creationId="{0D58AFE0-3534-849C-52C8-A52DCD0DCEA3}"/>
          </ac:grpSpMkLst>
        </pc:grpChg>
        <pc:grpChg chg="mod ord">
          <ac:chgData name="Brûlé, Caroline" userId="f1e7452b-5e17-4c7e-866d-8906919e201c" providerId="ADAL" clId="{1C39CB19-5268-496A-A145-603A55D6271D}" dt="2025-02-11T13:44:45.702" v="3665" actId="166"/>
          <ac:grpSpMkLst>
            <pc:docMk/>
            <pc:sldMk cId="2023225437" sldId="350"/>
            <ac:grpSpMk id="94" creationId="{BEFCC537-07FB-C818-97A4-9441A74ECFF8}"/>
          </ac:grpSpMkLst>
        </pc:grpChg>
        <pc:grpChg chg="mod ord">
          <ac:chgData name="Brûlé, Caroline" userId="f1e7452b-5e17-4c7e-866d-8906919e201c" providerId="ADAL" clId="{1C39CB19-5268-496A-A145-603A55D6271D}" dt="2025-02-11T13:44:45.702" v="3665" actId="166"/>
          <ac:grpSpMkLst>
            <pc:docMk/>
            <pc:sldMk cId="2023225437" sldId="350"/>
            <ac:grpSpMk id="99" creationId="{6D1920AD-314C-6C3F-CC09-9679E156236C}"/>
          </ac:grpSpMkLst>
        </pc:grpChg>
        <pc:grpChg chg="mod">
          <ac:chgData name="Brûlé, Caroline" userId="f1e7452b-5e17-4c7e-866d-8906919e201c" providerId="ADAL" clId="{1C39CB19-5268-496A-A145-603A55D6271D}" dt="2025-02-11T13:06:10.348" v="2844" actId="465"/>
          <ac:grpSpMkLst>
            <pc:docMk/>
            <pc:sldMk cId="2023225437" sldId="350"/>
            <ac:grpSpMk id="104" creationId="{416733BC-B739-BF2B-79BD-8A4EED1EBFB6}"/>
          </ac:grpSpMkLst>
        </pc:grpChg>
        <pc:grpChg chg="mod ord">
          <ac:chgData name="Brûlé, Caroline" userId="f1e7452b-5e17-4c7e-866d-8906919e201c" providerId="ADAL" clId="{1C39CB19-5268-496A-A145-603A55D6271D}" dt="2025-02-11T13:11:41.384" v="2920" actId="1076"/>
          <ac:grpSpMkLst>
            <pc:docMk/>
            <pc:sldMk cId="2023225437" sldId="350"/>
            <ac:grpSpMk id="109" creationId="{3686E85D-F061-E246-D43B-9BE5D27158D2}"/>
          </ac:grpSpMkLst>
        </pc:grpChg>
        <pc:grpChg chg="mod ord">
          <ac:chgData name="Brûlé, Caroline" userId="f1e7452b-5e17-4c7e-866d-8906919e201c" providerId="ADAL" clId="{1C39CB19-5268-496A-A145-603A55D6271D}" dt="2025-02-11T13:11:41.384" v="2920" actId="1076"/>
          <ac:grpSpMkLst>
            <pc:docMk/>
            <pc:sldMk cId="2023225437" sldId="350"/>
            <ac:grpSpMk id="114" creationId="{DB109088-9435-2DB9-B4AE-D9FB44796E61}"/>
          </ac:grpSpMkLst>
        </pc:grpChg>
        <pc:grpChg chg="mod ord">
          <ac:chgData name="Brûlé, Caroline" userId="f1e7452b-5e17-4c7e-866d-8906919e201c" providerId="ADAL" clId="{1C39CB19-5268-496A-A145-603A55D6271D}" dt="2025-02-11T13:39:59.631" v="3601" actId="1076"/>
          <ac:grpSpMkLst>
            <pc:docMk/>
            <pc:sldMk cId="2023225437" sldId="350"/>
            <ac:grpSpMk id="119" creationId="{7780FACD-37DA-132F-F4D5-353DC89B5C64}"/>
          </ac:grpSpMkLst>
        </pc:grpChg>
        <pc:grpChg chg="mod ord">
          <ac:chgData name="Brûlé, Caroline" userId="f1e7452b-5e17-4c7e-866d-8906919e201c" providerId="ADAL" clId="{1C39CB19-5268-496A-A145-603A55D6271D}" dt="2025-02-11T13:39:59.631" v="3601" actId="1076"/>
          <ac:grpSpMkLst>
            <pc:docMk/>
            <pc:sldMk cId="2023225437" sldId="350"/>
            <ac:grpSpMk id="124" creationId="{B099E97C-CB45-B4AB-ED12-92854EE95A4A}"/>
          </ac:grpSpMkLst>
        </pc:grpChg>
        <pc:grpChg chg="mod">
          <ac:chgData name="Brûlé, Caroline" userId="f1e7452b-5e17-4c7e-866d-8906919e201c" providerId="ADAL" clId="{1C39CB19-5268-496A-A145-603A55D6271D}" dt="2025-02-11T13:06:43.189" v="2849" actId="1076"/>
          <ac:grpSpMkLst>
            <pc:docMk/>
            <pc:sldMk cId="2023225437" sldId="350"/>
            <ac:grpSpMk id="129" creationId="{403C699E-3939-67D7-5CC2-1655FA4B8EC8}"/>
          </ac:grpSpMkLst>
        </pc:grpChg>
        <pc:grpChg chg="add mod">
          <ac:chgData name="Brûlé, Caroline" userId="f1e7452b-5e17-4c7e-866d-8906919e201c" providerId="ADAL" clId="{1C39CB19-5268-496A-A145-603A55D6271D}" dt="2025-02-11T13:39:59.631" v="3601" actId="1076"/>
          <ac:grpSpMkLst>
            <pc:docMk/>
            <pc:sldMk cId="2023225437" sldId="350"/>
            <ac:grpSpMk id="150" creationId="{9438F121-FA46-0AE0-10FE-F71AE4E21A34}"/>
          </ac:grpSpMkLst>
        </pc:grpChg>
        <pc:grpChg chg="mod">
          <ac:chgData name="Brûlé, Caroline" userId="f1e7452b-5e17-4c7e-866d-8906919e201c" providerId="ADAL" clId="{1C39CB19-5268-496A-A145-603A55D6271D}" dt="2025-02-11T12:53:18.993" v="2594"/>
          <ac:grpSpMkLst>
            <pc:docMk/>
            <pc:sldMk cId="2023225437" sldId="350"/>
            <ac:grpSpMk id="151" creationId="{0C9B4FD2-41E8-FAA4-3610-E77DB0134F11}"/>
          </ac:grpSpMkLst>
        </pc:grpChg>
        <pc:grpChg chg="add mod">
          <ac:chgData name="Brûlé, Caroline" userId="f1e7452b-5e17-4c7e-866d-8906919e201c" providerId="ADAL" clId="{1C39CB19-5268-496A-A145-603A55D6271D}" dt="2025-02-11T13:39:59.631" v="3601" actId="1076"/>
          <ac:grpSpMkLst>
            <pc:docMk/>
            <pc:sldMk cId="2023225437" sldId="350"/>
            <ac:grpSpMk id="155" creationId="{82A847A1-8A28-617C-BC1C-15AAB04D2011}"/>
          </ac:grpSpMkLst>
        </pc:grpChg>
        <pc:grpChg chg="mod">
          <ac:chgData name="Brûlé, Caroline" userId="f1e7452b-5e17-4c7e-866d-8906919e201c" providerId="ADAL" clId="{1C39CB19-5268-496A-A145-603A55D6271D}" dt="2025-02-11T12:55:19.142" v="2617"/>
          <ac:grpSpMkLst>
            <pc:docMk/>
            <pc:sldMk cId="2023225437" sldId="350"/>
            <ac:grpSpMk id="156" creationId="{A537C739-C761-D29F-05AE-1413B60C010F}"/>
          </ac:grpSpMkLst>
        </pc:grpChg>
        <pc:grpChg chg="mod">
          <ac:chgData name="Brûlé, Caroline" userId="f1e7452b-5e17-4c7e-866d-8906919e201c" providerId="ADAL" clId="{1C39CB19-5268-496A-A145-603A55D6271D}" dt="2025-02-11T12:55:19.142" v="2617"/>
          <ac:grpSpMkLst>
            <pc:docMk/>
            <pc:sldMk cId="2023225437" sldId="350"/>
            <ac:grpSpMk id="158" creationId="{61BC33B3-6483-63EB-91C3-6835759A451E}"/>
          </ac:grpSpMkLst>
        </pc:grpChg>
        <pc:grpChg chg="add del mod ord">
          <ac:chgData name="Brûlé, Caroline" userId="f1e7452b-5e17-4c7e-866d-8906919e201c" providerId="ADAL" clId="{1C39CB19-5268-496A-A145-603A55D6271D}" dt="2025-02-12T14:36:18.645" v="5370" actId="478"/>
          <ac:grpSpMkLst>
            <pc:docMk/>
            <pc:sldMk cId="2023225437" sldId="350"/>
            <ac:grpSpMk id="162" creationId="{492C3321-6EFD-A8CC-56EB-E6B4DBB5794F}"/>
          </ac:grpSpMkLst>
        </pc:grpChg>
        <pc:grpChg chg="mod">
          <ac:chgData name="Brûlé, Caroline" userId="f1e7452b-5e17-4c7e-866d-8906919e201c" providerId="ADAL" clId="{1C39CB19-5268-496A-A145-603A55D6271D}" dt="2025-02-11T12:55:23.680" v="2619"/>
          <ac:grpSpMkLst>
            <pc:docMk/>
            <pc:sldMk cId="2023225437" sldId="350"/>
            <ac:grpSpMk id="163" creationId="{E7DA3B90-1B6F-20A1-D638-7A79087F1143}"/>
          </ac:grpSpMkLst>
        </pc:grpChg>
        <pc:grpChg chg="add mod ord">
          <ac:chgData name="Brûlé, Caroline" userId="f1e7452b-5e17-4c7e-866d-8906919e201c" providerId="ADAL" clId="{1C39CB19-5268-496A-A145-603A55D6271D}" dt="2025-02-11T13:44:45.702" v="3665" actId="166"/>
          <ac:grpSpMkLst>
            <pc:docMk/>
            <pc:sldMk cId="2023225437" sldId="350"/>
            <ac:grpSpMk id="167" creationId="{230F1B6B-FB8C-48AD-1843-B96BC335EB02}"/>
          </ac:grpSpMkLst>
        </pc:grpChg>
        <pc:grpChg chg="mod">
          <ac:chgData name="Brûlé, Caroline" userId="f1e7452b-5e17-4c7e-866d-8906919e201c" providerId="ADAL" clId="{1C39CB19-5268-496A-A145-603A55D6271D}" dt="2025-02-11T12:56:05.637" v="2632"/>
          <ac:grpSpMkLst>
            <pc:docMk/>
            <pc:sldMk cId="2023225437" sldId="350"/>
            <ac:grpSpMk id="168" creationId="{39AA0D43-BE31-0A63-CA07-C81D8A42DCC3}"/>
          </ac:grpSpMkLst>
        </pc:grpChg>
        <pc:grpChg chg="mod">
          <ac:chgData name="Brûlé, Caroline" userId="f1e7452b-5e17-4c7e-866d-8906919e201c" providerId="ADAL" clId="{1C39CB19-5268-496A-A145-603A55D6271D}" dt="2025-02-11T12:56:05.637" v="2632"/>
          <ac:grpSpMkLst>
            <pc:docMk/>
            <pc:sldMk cId="2023225437" sldId="350"/>
            <ac:grpSpMk id="170" creationId="{684DC6BA-E7B3-B822-0A22-AC569041DCD5}"/>
          </ac:grpSpMkLst>
        </pc:grpChg>
        <pc:grpChg chg="add mod ord">
          <ac:chgData name="Brûlé, Caroline" userId="f1e7452b-5e17-4c7e-866d-8906919e201c" providerId="ADAL" clId="{1C39CB19-5268-496A-A145-603A55D6271D}" dt="2025-02-11T13:44:45.702" v="3665" actId="166"/>
          <ac:grpSpMkLst>
            <pc:docMk/>
            <pc:sldMk cId="2023225437" sldId="350"/>
            <ac:grpSpMk id="174" creationId="{82C4F43F-2528-D966-B87E-F8EF40CB3676}"/>
          </ac:grpSpMkLst>
        </pc:grpChg>
        <pc:grpChg chg="mod">
          <ac:chgData name="Brûlé, Caroline" userId="f1e7452b-5e17-4c7e-866d-8906919e201c" providerId="ADAL" clId="{1C39CB19-5268-496A-A145-603A55D6271D}" dt="2025-02-11T12:57:43.330" v="2684"/>
          <ac:grpSpMkLst>
            <pc:docMk/>
            <pc:sldMk cId="2023225437" sldId="350"/>
            <ac:grpSpMk id="175" creationId="{274D2762-679B-D997-6A16-D9E979B77594}"/>
          </ac:grpSpMkLst>
        </pc:grpChg>
        <pc:grpChg chg="mod">
          <ac:chgData name="Brûlé, Caroline" userId="f1e7452b-5e17-4c7e-866d-8906919e201c" providerId="ADAL" clId="{1C39CB19-5268-496A-A145-603A55D6271D}" dt="2025-02-11T12:57:43.330" v="2684"/>
          <ac:grpSpMkLst>
            <pc:docMk/>
            <pc:sldMk cId="2023225437" sldId="350"/>
            <ac:grpSpMk id="177" creationId="{BCA4D17C-1E62-AF2C-883A-A03B2D5BDD45}"/>
          </ac:grpSpMkLst>
        </pc:grpChg>
        <pc:grpChg chg="add mod ord">
          <ac:chgData name="Brûlé, Caroline" userId="f1e7452b-5e17-4c7e-866d-8906919e201c" providerId="ADAL" clId="{1C39CB19-5268-496A-A145-603A55D6271D}" dt="2025-02-11T13:44:45.702" v="3665" actId="166"/>
          <ac:grpSpMkLst>
            <pc:docMk/>
            <pc:sldMk cId="2023225437" sldId="350"/>
            <ac:grpSpMk id="181" creationId="{4E99331C-4271-468B-ACAB-3A0C28219F2F}"/>
          </ac:grpSpMkLst>
        </pc:grpChg>
        <pc:grpChg chg="mod">
          <ac:chgData name="Brûlé, Caroline" userId="f1e7452b-5e17-4c7e-866d-8906919e201c" providerId="ADAL" clId="{1C39CB19-5268-496A-A145-603A55D6271D}" dt="2025-02-11T12:58:15.103" v="2705"/>
          <ac:grpSpMkLst>
            <pc:docMk/>
            <pc:sldMk cId="2023225437" sldId="350"/>
            <ac:grpSpMk id="182" creationId="{F02EFA5E-FED8-7A87-DD28-981F8DF886BD}"/>
          </ac:grpSpMkLst>
        </pc:grpChg>
        <pc:grpChg chg="mod">
          <ac:chgData name="Brûlé, Caroline" userId="f1e7452b-5e17-4c7e-866d-8906919e201c" providerId="ADAL" clId="{1C39CB19-5268-496A-A145-603A55D6271D}" dt="2025-02-11T12:58:15.103" v="2705"/>
          <ac:grpSpMkLst>
            <pc:docMk/>
            <pc:sldMk cId="2023225437" sldId="350"/>
            <ac:grpSpMk id="184" creationId="{FD85C01A-AD40-753E-01EE-408F8BF80AC1}"/>
          </ac:grpSpMkLst>
        </pc:grpChg>
        <pc:grpChg chg="add mod">
          <ac:chgData name="Brûlé, Caroline" userId="f1e7452b-5e17-4c7e-866d-8906919e201c" providerId="ADAL" clId="{1C39CB19-5268-496A-A145-603A55D6271D}" dt="2025-02-11T13:06:43.189" v="2849" actId="1076"/>
          <ac:grpSpMkLst>
            <pc:docMk/>
            <pc:sldMk cId="2023225437" sldId="350"/>
            <ac:grpSpMk id="188" creationId="{9521B58F-E40C-8BE2-F6E3-3F97037E420B}"/>
          </ac:grpSpMkLst>
        </pc:grpChg>
        <pc:grpChg chg="mod">
          <ac:chgData name="Brûlé, Caroline" userId="f1e7452b-5e17-4c7e-866d-8906919e201c" providerId="ADAL" clId="{1C39CB19-5268-496A-A145-603A55D6271D}" dt="2025-02-11T12:58:59.664" v="2743"/>
          <ac:grpSpMkLst>
            <pc:docMk/>
            <pc:sldMk cId="2023225437" sldId="350"/>
            <ac:grpSpMk id="189" creationId="{D0C97799-0FD1-FC74-D29E-C4862A5326FB}"/>
          </ac:grpSpMkLst>
        </pc:grpChg>
        <pc:grpChg chg="mod">
          <ac:chgData name="Brûlé, Caroline" userId="f1e7452b-5e17-4c7e-866d-8906919e201c" providerId="ADAL" clId="{1C39CB19-5268-496A-A145-603A55D6271D}" dt="2025-02-11T12:58:59.664" v="2743"/>
          <ac:grpSpMkLst>
            <pc:docMk/>
            <pc:sldMk cId="2023225437" sldId="350"/>
            <ac:grpSpMk id="191" creationId="{5D778839-1E23-6FE4-5016-9B72FFB38E58}"/>
          </ac:grpSpMkLst>
        </pc:grpChg>
        <pc:grpChg chg="add mod ord">
          <ac:chgData name="Brûlé, Caroline" userId="f1e7452b-5e17-4c7e-866d-8906919e201c" providerId="ADAL" clId="{1C39CB19-5268-496A-A145-603A55D6271D}" dt="2025-02-11T13:44:45.702" v="3665" actId="166"/>
          <ac:grpSpMkLst>
            <pc:docMk/>
            <pc:sldMk cId="2023225437" sldId="350"/>
            <ac:grpSpMk id="195" creationId="{06212B55-5AFA-C59E-D93F-4B1153FB6A11}"/>
          </ac:grpSpMkLst>
        </pc:grpChg>
        <pc:grpChg chg="mod">
          <ac:chgData name="Brûlé, Caroline" userId="f1e7452b-5e17-4c7e-866d-8906919e201c" providerId="ADAL" clId="{1C39CB19-5268-496A-A145-603A55D6271D}" dt="2025-02-11T12:59:45.128" v="2758"/>
          <ac:grpSpMkLst>
            <pc:docMk/>
            <pc:sldMk cId="2023225437" sldId="350"/>
            <ac:grpSpMk id="196" creationId="{98C22AA2-6704-3B8A-0E98-9C0DB1F63354}"/>
          </ac:grpSpMkLst>
        </pc:grpChg>
        <pc:grpChg chg="mod">
          <ac:chgData name="Brûlé, Caroline" userId="f1e7452b-5e17-4c7e-866d-8906919e201c" providerId="ADAL" clId="{1C39CB19-5268-496A-A145-603A55D6271D}" dt="2025-02-11T12:59:45.128" v="2758"/>
          <ac:grpSpMkLst>
            <pc:docMk/>
            <pc:sldMk cId="2023225437" sldId="350"/>
            <ac:grpSpMk id="198" creationId="{EEE3291B-2E25-ABC8-1E3B-5AB7F781F59D}"/>
          </ac:grpSpMkLst>
        </pc:grpChg>
        <pc:grpChg chg="add mod ord">
          <ac:chgData name="Brûlé, Caroline" userId="f1e7452b-5e17-4c7e-866d-8906919e201c" providerId="ADAL" clId="{1C39CB19-5268-496A-A145-603A55D6271D}" dt="2025-02-11T13:14:23.272" v="2950" actId="164"/>
          <ac:grpSpMkLst>
            <pc:docMk/>
            <pc:sldMk cId="2023225437" sldId="350"/>
            <ac:grpSpMk id="329" creationId="{789C8D59-B43D-3B4B-15E9-C9C941A54E83}"/>
          </ac:grpSpMkLst>
        </pc:grpChg>
        <pc:grpChg chg="add mod">
          <ac:chgData name="Brûlé, Caroline" userId="f1e7452b-5e17-4c7e-866d-8906919e201c" providerId="ADAL" clId="{1C39CB19-5268-496A-A145-603A55D6271D}" dt="2025-02-11T13:40:13.316" v="3602" actId="1076"/>
          <ac:grpSpMkLst>
            <pc:docMk/>
            <pc:sldMk cId="2023225437" sldId="350"/>
            <ac:grpSpMk id="333" creationId="{0B878A67-B4B8-7A81-51C0-0B13E7ABE04F}"/>
          </ac:grpSpMkLst>
        </pc:grpChg>
        <pc:grpChg chg="add mod">
          <ac:chgData name="Brûlé, Caroline" userId="f1e7452b-5e17-4c7e-866d-8906919e201c" providerId="ADAL" clId="{1C39CB19-5268-496A-A145-603A55D6271D}" dt="2025-02-11T13:39:47.116" v="3599" actId="164"/>
          <ac:grpSpMkLst>
            <pc:docMk/>
            <pc:sldMk cId="2023225437" sldId="350"/>
            <ac:grpSpMk id="343" creationId="{7356A288-4466-F4A8-5B26-4557D4C24F78}"/>
          </ac:grpSpMkLst>
        </pc:grpChg>
        <pc:grpChg chg="add mod">
          <ac:chgData name="Brûlé, Caroline" userId="f1e7452b-5e17-4c7e-866d-8906919e201c" providerId="ADAL" clId="{1C39CB19-5268-496A-A145-603A55D6271D}" dt="2025-02-11T13:39:47.116" v="3599" actId="164"/>
          <ac:grpSpMkLst>
            <pc:docMk/>
            <pc:sldMk cId="2023225437" sldId="350"/>
            <ac:grpSpMk id="344" creationId="{6BF42204-7E70-BAA2-4B8E-504D5747AE9B}"/>
          </ac:grpSpMkLst>
        </pc:grpChg>
        <pc:grpChg chg="add mod">
          <ac:chgData name="Brûlé, Caroline" userId="f1e7452b-5e17-4c7e-866d-8906919e201c" providerId="ADAL" clId="{1C39CB19-5268-496A-A145-603A55D6271D}" dt="2025-02-11T13:40:16.131" v="3603" actId="1076"/>
          <ac:grpSpMkLst>
            <pc:docMk/>
            <pc:sldMk cId="2023225437" sldId="350"/>
            <ac:grpSpMk id="354" creationId="{09A392DC-508B-76BF-0EC8-B730515D1CBE}"/>
          </ac:grpSpMkLst>
        </pc:grpChg>
        <pc:picChg chg="mod">
          <ac:chgData name="Brûlé, Caroline" userId="f1e7452b-5e17-4c7e-866d-8906919e201c" providerId="ADAL" clId="{1C39CB19-5268-496A-A145-603A55D6271D}" dt="2025-02-11T14:56:57.077" v="3850" actId="1076"/>
          <ac:picMkLst>
            <pc:docMk/>
            <pc:sldMk cId="2023225437" sldId="350"/>
            <ac:picMk id="18" creationId="{CB8A6E46-E0DB-7F1A-F66F-E747ECB52424}"/>
          </ac:picMkLst>
        </pc:picChg>
        <pc:picChg chg="mod">
          <ac:chgData name="Brûlé, Caroline" userId="f1e7452b-5e17-4c7e-866d-8906919e201c" providerId="ADAL" clId="{1C39CB19-5268-496A-A145-603A55D6271D}" dt="2025-02-11T13:46:48.192" v="3687" actId="1076"/>
          <ac:picMkLst>
            <pc:docMk/>
            <pc:sldMk cId="2023225437" sldId="350"/>
            <ac:picMk id="33" creationId="{EA5BD877-A782-CD5C-F734-E5BD846E581B}"/>
          </ac:picMkLst>
        </pc:picChg>
        <pc:picChg chg="mod">
          <ac:chgData name="Brûlé, Caroline" userId="f1e7452b-5e17-4c7e-866d-8906919e201c" providerId="ADAL" clId="{1C39CB19-5268-496A-A145-603A55D6271D}" dt="2025-02-11T13:06:55.815" v="2851" actId="207"/>
          <ac:picMkLst>
            <pc:docMk/>
            <pc:sldMk cId="2023225437" sldId="350"/>
            <ac:picMk id="58" creationId="{C0489209-08AE-B54B-CE8C-C85C24D1723A}"/>
          </ac:picMkLst>
        </pc:picChg>
        <pc:picChg chg="mod">
          <ac:chgData name="Brûlé, Caroline" userId="f1e7452b-5e17-4c7e-866d-8906919e201c" providerId="ADAL" clId="{1C39CB19-5268-496A-A145-603A55D6271D}" dt="2025-02-11T13:06:55.815" v="2851" actId="207"/>
          <ac:picMkLst>
            <pc:docMk/>
            <pc:sldMk cId="2023225437" sldId="350"/>
            <ac:picMk id="63" creationId="{DB52B25C-81A8-7B2C-0FF5-6691748F57E6}"/>
          </ac:picMkLst>
        </pc:picChg>
        <pc:picChg chg="mod">
          <ac:chgData name="Brûlé, Caroline" userId="f1e7452b-5e17-4c7e-866d-8906919e201c" providerId="ADAL" clId="{1C39CB19-5268-496A-A145-603A55D6271D}" dt="2025-02-11T12:53:18.993" v="2594"/>
          <ac:picMkLst>
            <pc:docMk/>
            <pc:sldMk cId="2023225437" sldId="350"/>
            <ac:picMk id="154" creationId="{084130D7-6061-7192-BE99-32FDA7C9C811}"/>
          </ac:picMkLst>
        </pc:picChg>
        <pc:picChg chg="mod">
          <ac:chgData name="Brûlé, Caroline" userId="f1e7452b-5e17-4c7e-866d-8906919e201c" providerId="ADAL" clId="{1C39CB19-5268-496A-A145-603A55D6271D}" dt="2025-02-11T12:56:29.937" v="2650" actId="1037"/>
          <ac:picMkLst>
            <pc:docMk/>
            <pc:sldMk cId="2023225437" sldId="350"/>
            <ac:picMk id="161" creationId="{B52667B2-C6DD-DC55-B731-4DBE096D69FD}"/>
          </ac:picMkLst>
        </pc:picChg>
        <pc:picChg chg="mod">
          <ac:chgData name="Brûlé, Caroline" userId="f1e7452b-5e17-4c7e-866d-8906919e201c" providerId="ADAL" clId="{1C39CB19-5268-496A-A145-603A55D6271D}" dt="2025-02-11T12:55:23.680" v="2619"/>
          <ac:picMkLst>
            <pc:docMk/>
            <pc:sldMk cId="2023225437" sldId="350"/>
            <ac:picMk id="166" creationId="{7B563152-9821-C8BA-C573-C01DC564AC8E}"/>
          </ac:picMkLst>
        </pc:picChg>
        <pc:picChg chg="mod">
          <ac:chgData name="Brûlé, Caroline" userId="f1e7452b-5e17-4c7e-866d-8906919e201c" providerId="ADAL" clId="{1C39CB19-5268-496A-A145-603A55D6271D}" dt="2025-02-11T12:56:05.637" v="2632"/>
          <ac:picMkLst>
            <pc:docMk/>
            <pc:sldMk cId="2023225437" sldId="350"/>
            <ac:picMk id="173" creationId="{C6B395E1-11CC-6AAD-F8F0-63942FAAB9D0}"/>
          </ac:picMkLst>
        </pc:picChg>
        <pc:picChg chg="mod">
          <ac:chgData name="Brûlé, Caroline" userId="f1e7452b-5e17-4c7e-866d-8906919e201c" providerId="ADAL" clId="{1C39CB19-5268-496A-A145-603A55D6271D}" dt="2025-02-11T12:58:04.753" v="2703" actId="1037"/>
          <ac:picMkLst>
            <pc:docMk/>
            <pc:sldMk cId="2023225437" sldId="350"/>
            <ac:picMk id="180" creationId="{BE814FB2-69CC-619F-0C0C-BD034FD8490C}"/>
          </ac:picMkLst>
        </pc:picChg>
        <pc:picChg chg="mod">
          <ac:chgData name="Brûlé, Caroline" userId="f1e7452b-5e17-4c7e-866d-8906919e201c" providerId="ADAL" clId="{1C39CB19-5268-496A-A145-603A55D6271D}" dt="2025-02-11T12:58:15.103" v="2705"/>
          <ac:picMkLst>
            <pc:docMk/>
            <pc:sldMk cId="2023225437" sldId="350"/>
            <ac:picMk id="187" creationId="{10ABF7C5-B55F-8CB1-E032-23C3FF2DAC21}"/>
          </ac:picMkLst>
        </pc:picChg>
        <pc:picChg chg="mod">
          <ac:chgData name="Brûlé, Caroline" userId="f1e7452b-5e17-4c7e-866d-8906919e201c" providerId="ADAL" clId="{1C39CB19-5268-496A-A145-603A55D6271D}" dt="2025-02-11T12:58:59.664" v="2743"/>
          <ac:picMkLst>
            <pc:docMk/>
            <pc:sldMk cId="2023225437" sldId="350"/>
            <ac:picMk id="194" creationId="{95C3603B-A8BC-CFE2-7B76-BA705963CD1D}"/>
          </ac:picMkLst>
        </pc:picChg>
        <pc:picChg chg="mod">
          <ac:chgData name="Brûlé, Caroline" userId="f1e7452b-5e17-4c7e-866d-8906919e201c" providerId="ADAL" clId="{1C39CB19-5268-496A-A145-603A55D6271D}" dt="2025-02-11T12:59:45.128" v="2758"/>
          <ac:picMkLst>
            <pc:docMk/>
            <pc:sldMk cId="2023225437" sldId="350"/>
            <ac:picMk id="201" creationId="{1D02C092-1BA8-01C2-E951-5BD5BF626588}"/>
          </ac:picMkLst>
        </pc:picChg>
        <pc:picChg chg="mod">
          <ac:chgData name="Brûlé, Caroline" userId="f1e7452b-5e17-4c7e-866d-8906919e201c" providerId="ADAL" clId="{1C39CB19-5268-496A-A145-603A55D6271D}" dt="2025-02-11T13:12:54.042" v="2930" actId="207"/>
          <ac:picMkLst>
            <pc:docMk/>
            <pc:sldMk cId="2023225437" sldId="350"/>
            <ac:picMk id="330" creationId="{A58DBE79-DB4A-D035-2396-EF2229976BD7}"/>
          </ac:picMkLst>
        </pc:picChg>
        <pc:picChg chg="add mod">
          <ac:chgData name="Brûlé, Caroline" userId="f1e7452b-5e17-4c7e-866d-8906919e201c" providerId="ADAL" clId="{1C39CB19-5268-496A-A145-603A55D6271D}" dt="2025-02-11T13:46:48.192" v="3687" actId="1076"/>
          <ac:picMkLst>
            <pc:docMk/>
            <pc:sldMk cId="2023225437" sldId="350"/>
            <ac:picMk id="339" creationId="{A7918240-6557-D5BB-093D-61AB6DC7BE4C}"/>
          </ac:picMkLst>
        </pc:picChg>
        <pc:picChg chg="mod">
          <ac:chgData name="Brûlé, Caroline" userId="f1e7452b-5e17-4c7e-866d-8906919e201c" providerId="ADAL" clId="{1C39CB19-5268-496A-A145-603A55D6271D}" dt="2025-02-11T13:46:48.192" v="3687" actId="1076"/>
          <ac:picMkLst>
            <pc:docMk/>
            <pc:sldMk cId="2023225437" sldId="350"/>
            <ac:picMk id="345" creationId="{16434935-D7C8-3F22-06A1-48A28248BF08}"/>
          </ac:picMkLst>
        </pc:picChg>
        <pc:cxnChg chg="mod">
          <ac:chgData name="Brûlé, Caroline" userId="f1e7452b-5e17-4c7e-866d-8906919e201c" providerId="ADAL" clId="{1C39CB19-5268-496A-A145-603A55D6271D}" dt="2025-02-11T13:46:48.192" v="3687" actId="1076"/>
          <ac:cxnSpMkLst>
            <pc:docMk/>
            <pc:sldMk cId="2023225437" sldId="350"/>
            <ac:cxnSpMk id="25" creationId="{F32798A3-A843-8E6B-84A1-3E681F35DC8B}"/>
          </ac:cxnSpMkLst>
        </pc:cxnChg>
        <pc:cxnChg chg="mod">
          <ac:chgData name="Brûlé, Caroline" userId="f1e7452b-5e17-4c7e-866d-8906919e201c" providerId="ADAL" clId="{1C39CB19-5268-496A-A145-603A55D6271D}" dt="2025-02-11T13:46:48.192" v="3687" actId="1076"/>
          <ac:cxnSpMkLst>
            <pc:docMk/>
            <pc:sldMk cId="2023225437" sldId="350"/>
            <ac:cxnSpMk id="26" creationId="{3293C757-FE42-ECF2-B0AB-BC875714C81A}"/>
          </ac:cxnSpMkLst>
        </pc:cxnChg>
        <pc:cxnChg chg="mod">
          <ac:chgData name="Brûlé, Caroline" userId="f1e7452b-5e17-4c7e-866d-8906919e201c" providerId="ADAL" clId="{1C39CB19-5268-496A-A145-603A55D6271D}" dt="2025-02-11T13:13:18.090" v="2935" actId="1076"/>
          <ac:cxnSpMkLst>
            <pc:docMk/>
            <pc:sldMk cId="2023225437" sldId="350"/>
            <ac:cxnSpMk id="35" creationId="{2B81E2E1-E371-E8E0-6BE9-138827A011DB}"/>
          </ac:cxnSpMkLst>
        </pc:cxnChg>
        <pc:cxnChg chg="add mod">
          <ac:chgData name="Brûlé, Caroline" userId="f1e7452b-5e17-4c7e-866d-8906919e201c" providerId="ADAL" clId="{1C39CB19-5268-496A-A145-603A55D6271D}" dt="2025-02-11T14:56:49.973" v="3849" actId="14100"/>
          <ac:cxnSpMkLst>
            <pc:docMk/>
            <pc:sldMk cId="2023225437" sldId="350"/>
            <ac:cxnSpMk id="203" creationId="{9CF47778-EE4F-50B4-54EF-5C190DD61BF0}"/>
          </ac:cxnSpMkLst>
        </pc:cxnChg>
        <pc:cxnChg chg="add mod">
          <ac:chgData name="Brûlé, Caroline" userId="f1e7452b-5e17-4c7e-866d-8906919e201c" providerId="ADAL" clId="{1C39CB19-5268-496A-A145-603A55D6271D}" dt="2025-02-11T14:56:49.973" v="3849" actId="14100"/>
          <ac:cxnSpMkLst>
            <pc:docMk/>
            <pc:sldMk cId="2023225437" sldId="350"/>
            <ac:cxnSpMk id="206" creationId="{3D1DA8BC-03F7-EB0D-B596-B56907A65D20}"/>
          </ac:cxnSpMkLst>
        </pc:cxnChg>
        <pc:cxnChg chg="add mod">
          <ac:chgData name="Brûlé, Caroline" userId="f1e7452b-5e17-4c7e-866d-8906919e201c" providerId="ADAL" clId="{1C39CB19-5268-496A-A145-603A55D6271D}" dt="2025-02-11T14:57:05.034" v="3860" actId="1038"/>
          <ac:cxnSpMkLst>
            <pc:docMk/>
            <pc:sldMk cId="2023225437" sldId="350"/>
            <ac:cxnSpMk id="209" creationId="{3630E19B-EC99-95C6-F6D2-917BC06A8932}"/>
          </ac:cxnSpMkLst>
        </pc:cxnChg>
        <pc:cxnChg chg="add mod">
          <ac:chgData name="Brûlé, Caroline" userId="f1e7452b-5e17-4c7e-866d-8906919e201c" providerId="ADAL" clId="{1C39CB19-5268-496A-A145-603A55D6271D}" dt="2025-02-11T13:06:43.189" v="2849" actId="1076"/>
          <ac:cxnSpMkLst>
            <pc:docMk/>
            <pc:sldMk cId="2023225437" sldId="350"/>
            <ac:cxnSpMk id="211" creationId="{4F4A2749-6609-0CD0-C284-88D980D87BDA}"/>
          </ac:cxnSpMkLst>
        </pc:cxnChg>
        <pc:cxnChg chg="add mod">
          <ac:chgData name="Brûlé, Caroline" userId="f1e7452b-5e17-4c7e-866d-8906919e201c" providerId="ADAL" clId="{1C39CB19-5268-496A-A145-603A55D6271D}" dt="2025-02-11T14:57:05.034" v="3860" actId="1038"/>
          <ac:cxnSpMkLst>
            <pc:docMk/>
            <pc:sldMk cId="2023225437" sldId="350"/>
            <ac:cxnSpMk id="213" creationId="{A060C453-9AB0-2982-B339-4DBCEC825840}"/>
          </ac:cxnSpMkLst>
        </pc:cxnChg>
        <pc:cxnChg chg="add mod">
          <ac:chgData name="Brûlé, Caroline" userId="f1e7452b-5e17-4c7e-866d-8906919e201c" providerId="ADAL" clId="{1C39CB19-5268-496A-A145-603A55D6271D}" dt="2025-02-11T13:06:43.189" v="2849" actId="1076"/>
          <ac:cxnSpMkLst>
            <pc:docMk/>
            <pc:sldMk cId="2023225437" sldId="350"/>
            <ac:cxnSpMk id="215" creationId="{CCFF7DDA-A687-343E-67CD-BFA3D2076871}"/>
          </ac:cxnSpMkLst>
        </pc:cxnChg>
        <pc:cxnChg chg="add mod">
          <ac:chgData name="Brûlé, Caroline" userId="f1e7452b-5e17-4c7e-866d-8906919e201c" providerId="ADAL" clId="{1C39CB19-5268-496A-A145-603A55D6271D}" dt="2025-02-11T13:04:31.515" v="2829" actId="14100"/>
          <ac:cxnSpMkLst>
            <pc:docMk/>
            <pc:sldMk cId="2023225437" sldId="350"/>
            <ac:cxnSpMk id="217" creationId="{FFB49AB6-F836-D2BD-2FCF-FCD20A1DE082}"/>
          </ac:cxnSpMkLst>
        </pc:cxnChg>
        <pc:cxnChg chg="add mod">
          <ac:chgData name="Brûlé, Caroline" userId="f1e7452b-5e17-4c7e-866d-8906919e201c" providerId="ADAL" clId="{1C39CB19-5268-496A-A145-603A55D6271D}" dt="2025-02-11T13:04:28.694" v="2828" actId="14100"/>
          <ac:cxnSpMkLst>
            <pc:docMk/>
            <pc:sldMk cId="2023225437" sldId="350"/>
            <ac:cxnSpMk id="219" creationId="{81C206E8-C64C-2B97-A60C-A74C94751614}"/>
          </ac:cxnSpMkLst>
        </pc:cxnChg>
        <pc:cxnChg chg="add mod">
          <ac:chgData name="Brûlé, Caroline" userId="f1e7452b-5e17-4c7e-866d-8906919e201c" providerId="ADAL" clId="{1C39CB19-5268-496A-A145-603A55D6271D}" dt="2025-02-11T14:57:05.034" v="3860" actId="1038"/>
          <ac:cxnSpMkLst>
            <pc:docMk/>
            <pc:sldMk cId="2023225437" sldId="350"/>
            <ac:cxnSpMk id="221" creationId="{098E1495-667C-6FBD-9614-7D40A85004EF}"/>
          </ac:cxnSpMkLst>
        </pc:cxnChg>
        <pc:cxnChg chg="add mod">
          <ac:chgData name="Brûlé, Caroline" userId="f1e7452b-5e17-4c7e-866d-8906919e201c" providerId="ADAL" clId="{1C39CB19-5268-496A-A145-603A55D6271D}" dt="2025-02-11T14:56:49.973" v="3849" actId="14100"/>
          <ac:cxnSpMkLst>
            <pc:docMk/>
            <pc:sldMk cId="2023225437" sldId="350"/>
            <ac:cxnSpMk id="223" creationId="{737A52B6-001A-79C6-6BB2-20906B9F1D1D}"/>
          </ac:cxnSpMkLst>
        </pc:cxnChg>
        <pc:cxnChg chg="add mod">
          <ac:chgData name="Brûlé, Caroline" userId="f1e7452b-5e17-4c7e-866d-8906919e201c" providerId="ADAL" clId="{1C39CB19-5268-496A-A145-603A55D6271D}" dt="2025-02-11T14:57:05.034" v="3860" actId="1038"/>
          <ac:cxnSpMkLst>
            <pc:docMk/>
            <pc:sldMk cId="2023225437" sldId="350"/>
            <ac:cxnSpMk id="225" creationId="{B3BD952D-5489-D859-BB0E-38E2FEA674C9}"/>
          </ac:cxnSpMkLst>
        </pc:cxnChg>
        <pc:cxnChg chg="add mod">
          <ac:chgData name="Brûlé, Caroline" userId="f1e7452b-5e17-4c7e-866d-8906919e201c" providerId="ADAL" clId="{1C39CB19-5268-496A-A145-603A55D6271D}" dt="2025-02-11T14:56:49.973" v="3849" actId="14100"/>
          <ac:cxnSpMkLst>
            <pc:docMk/>
            <pc:sldMk cId="2023225437" sldId="350"/>
            <ac:cxnSpMk id="228" creationId="{91BE776C-C27A-1660-4C64-14E58995F697}"/>
          </ac:cxnSpMkLst>
        </pc:cxnChg>
        <pc:cxnChg chg="add mod">
          <ac:chgData name="Brûlé, Caroline" userId="f1e7452b-5e17-4c7e-866d-8906919e201c" providerId="ADAL" clId="{1C39CB19-5268-496A-A145-603A55D6271D}" dt="2025-02-11T14:57:05.034" v="3860" actId="1038"/>
          <ac:cxnSpMkLst>
            <pc:docMk/>
            <pc:sldMk cId="2023225437" sldId="350"/>
            <ac:cxnSpMk id="230" creationId="{B83E7590-0E52-A5AA-1E12-F400CB1AD6A7}"/>
          </ac:cxnSpMkLst>
        </pc:cxnChg>
        <pc:cxnChg chg="add mod">
          <ac:chgData name="Brûlé, Caroline" userId="f1e7452b-5e17-4c7e-866d-8906919e201c" providerId="ADAL" clId="{1C39CB19-5268-496A-A145-603A55D6271D}" dt="2025-02-11T14:57:05.034" v="3860" actId="1038"/>
          <ac:cxnSpMkLst>
            <pc:docMk/>
            <pc:sldMk cId="2023225437" sldId="350"/>
            <ac:cxnSpMk id="232" creationId="{747F4D2C-D93F-FC0A-92D1-E064298559C4}"/>
          </ac:cxnSpMkLst>
        </pc:cxnChg>
        <pc:cxnChg chg="add mod">
          <ac:chgData name="Brûlé, Caroline" userId="f1e7452b-5e17-4c7e-866d-8906919e201c" providerId="ADAL" clId="{1C39CB19-5268-496A-A145-603A55D6271D}" dt="2025-02-11T13:04:23.032" v="2827" actId="14100"/>
          <ac:cxnSpMkLst>
            <pc:docMk/>
            <pc:sldMk cId="2023225437" sldId="350"/>
            <ac:cxnSpMk id="234" creationId="{A123BB3C-BFEE-1705-636E-A31E1A21F718}"/>
          </ac:cxnSpMkLst>
        </pc:cxnChg>
        <pc:cxnChg chg="add mod">
          <ac:chgData name="Brûlé, Caroline" userId="f1e7452b-5e17-4c7e-866d-8906919e201c" providerId="ADAL" clId="{1C39CB19-5268-496A-A145-603A55D6271D}" dt="2025-02-12T14:36:18.645" v="5370" actId="478"/>
          <ac:cxnSpMkLst>
            <pc:docMk/>
            <pc:sldMk cId="2023225437" sldId="350"/>
            <ac:cxnSpMk id="298" creationId="{C97137FD-4116-9418-E733-14D72B3F8E59}"/>
          </ac:cxnSpMkLst>
        </pc:cxnChg>
        <pc:cxnChg chg="add mod">
          <ac:chgData name="Brûlé, Caroline" userId="f1e7452b-5e17-4c7e-866d-8906919e201c" providerId="ADAL" clId="{1C39CB19-5268-496A-A145-603A55D6271D}" dt="2025-02-11T14:56:49.973" v="3849" actId="14100"/>
          <ac:cxnSpMkLst>
            <pc:docMk/>
            <pc:sldMk cId="2023225437" sldId="350"/>
            <ac:cxnSpMk id="300" creationId="{E04F1376-0567-1F5C-4237-D5097984240F}"/>
          </ac:cxnSpMkLst>
        </pc:cxnChg>
        <pc:cxnChg chg="add mod">
          <ac:chgData name="Brûlé, Caroline" userId="f1e7452b-5e17-4c7e-866d-8906919e201c" providerId="ADAL" clId="{1C39CB19-5268-496A-A145-603A55D6271D}" dt="2025-02-11T14:56:49.973" v="3849" actId="14100"/>
          <ac:cxnSpMkLst>
            <pc:docMk/>
            <pc:sldMk cId="2023225437" sldId="350"/>
            <ac:cxnSpMk id="302" creationId="{EA018C4C-07E1-2A1C-1F09-A921766658A0}"/>
          </ac:cxnSpMkLst>
        </pc:cxnChg>
        <pc:cxnChg chg="add mod">
          <ac:chgData name="Brûlé, Caroline" userId="f1e7452b-5e17-4c7e-866d-8906919e201c" providerId="ADAL" clId="{1C39CB19-5268-496A-A145-603A55D6271D}" dt="2025-02-11T14:57:05.034" v="3860" actId="1038"/>
          <ac:cxnSpMkLst>
            <pc:docMk/>
            <pc:sldMk cId="2023225437" sldId="350"/>
            <ac:cxnSpMk id="304" creationId="{C579777B-8DAB-031E-6F2C-DB3A21915A9C}"/>
          </ac:cxnSpMkLst>
        </pc:cxnChg>
        <pc:cxnChg chg="add mod">
          <ac:chgData name="Brûlé, Caroline" userId="f1e7452b-5e17-4c7e-866d-8906919e201c" providerId="ADAL" clId="{1C39CB19-5268-496A-A145-603A55D6271D}" dt="2025-02-11T14:56:49.973" v="3849" actId="14100"/>
          <ac:cxnSpMkLst>
            <pc:docMk/>
            <pc:sldMk cId="2023225437" sldId="350"/>
            <ac:cxnSpMk id="306" creationId="{1603C83B-67DB-AD03-E25B-35DA7CFE6026}"/>
          </ac:cxnSpMkLst>
        </pc:cxnChg>
        <pc:cxnChg chg="add mod">
          <ac:chgData name="Brûlé, Caroline" userId="f1e7452b-5e17-4c7e-866d-8906919e201c" providerId="ADAL" clId="{1C39CB19-5268-496A-A145-603A55D6271D}" dt="2025-02-11T13:13:18.090" v="2935" actId="1076"/>
          <ac:cxnSpMkLst>
            <pc:docMk/>
            <pc:sldMk cId="2023225437" sldId="350"/>
            <ac:cxnSpMk id="313" creationId="{5E26E087-9815-36B8-98A2-43D0B6044470}"/>
          </ac:cxnSpMkLst>
        </pc:cxnChg>
        <pc:cxnChg chg="add mod">
          <ac:chgData name="Brûlé, Caroline" userId="f1e7452b-5e17-4c7e-866d-8906919e201c" providerId="ADAL" clId="{1C39CB19-5268-496A-A145-603A55D6271D}" dt="2025-02-11T14:57:05.034" v="3860" actId="1038"/>
          <ac:cxnSpMkLst>
            <pc:docMk/>
            <pc:sldMk cId="2023225437" sldId="350"/>
            <ac:cxnSpMk id="315" creationId="{15D9E1DB-4C15-42E0-997E-4E8E9BE3B128}"/>
          </ac:cxnSpMkLst>
        </pc:cxnChg>
        <pc:cxnChg chg="add mod">
          <ac:chgData name="Brûlé, Caroline" userId="f1e7452b-5e17-4c7e-866d-8906919e201c" providerId="ADAL" clId="{1C39CB19-5268-496A-A145-603A55D6271D}" dt="2025-02-11T14:56:49.973" v="3849" actId="14100"/>
          <ac:cxnSpMkLst>
            <pc:docMk/>
            <pc:sldMk cId="2023225437" sldId="350"/>
            <ac:cxnSpMk id="317" creationId="{D776F354-9F40-069D-2E33-DCFBA7BFABC9}"/>
          </ac:cxnSpMkLst>
        </pc:cxnChg>
        <pc:cxnChg chg="add mod">
          <ac:chgData name="Brûlé, Caroline" userId="f1e7452b-5e17-4c7e-866d-8906919e201c" providerId="ADAL" clId="{1C39CB19-5268-496A-A145-603A55D6271D}" dt="2025-02-11T13:13:18.090" v="2935" actId="1076"/>
          <ac:cxnSpMkLst>
            <pc:docMk/>
            <pc:sldMk cId="2023225437" sldId="350"/>
            <ac:cxnSpMk id="319" creationId="{CE5D50DD-A9E7-5819-8342-82FAFD28AA2F}"/>
          </ac:cxnSpMkLst>
        </pc:cxnChg>
        <pc:cxnChg chg="add mod">
          <ac:chgData name="Brûlé, Caroline" userId="f1e7452b-5e17-4c7e-866d-8906919e201c" providerId="ADAL" clId="{1C39CB19-5268-496A-A145-603A55D6271D}" dt="2025-02-11T14:57:05.034" v="3860" actId="1038"/>
          <ac:cxnSpMkLst>
            <pc:docMk/>
            <pc:sldMk cId="2023225437" sldId="350"/>
            <ac:cxnSpMk id="321" creationId="{13E94D51-DC23-CB0C-6AFA-79ED2B4DE3F4}"/>
          </ac:cxnSpMkLst>
        </pc:cxnChg>
        <pc:cxnChg chg="add mod">
          <ac:chgData name="Brûlé, Caroline" userId="f1e7452b-5e17-4c7e-866d-8906919e201c" providerId="ADAL" clId="{1C39CB19-5268-496A-A145-603A55D6271D}" dt="2025-02-11T13:46:48.192" v="3687" actId="1076"/>
          <ac:cxnSpMkLst>
            <pc:docMk/>
            <pc:sldMk cId="2023225437" sldId="350"/>
            <ac:cxnSpMk id="347" creationId="{4532E310-9DD7-ABB8-6CFC-3B0E6C8971E5}"/>
          </ac:cxnSpMkLst>
        </pc:cxnChg>
        <pc:cxnChg chg="add mod">
          <ac:chgData name="Brûlé, Caroline" userId="f1e7452b-5e17-4c7e-866d-8906919e201c" providerId="ADAL" clId="{1C39CB19-5268-496A-A145-603A55D6271D}" dt="2025-02-11T13:47:19.543" v="3694" actId="14100"/>
          <ac:cxnSpMkLst>
            <pc:docMk/>
            <pc:sldMk cId="2023225437" sldId="350"/>
            <ac:cxnSpMk id="355" creationId="{26EA52B5-3A8C-48ED-B705-46AA0DD5ADCD}"/>
          </ac:cxnSpMkLst>
        </pc:cxnChg>
        <pc:cxnChg chg="add mod ord">
          <ac:chgData name="Brûlé, Caroline" userId="f1e7452b-5e17-4c7e-866d-8906919e201c" providerId="ADAL" clId="{1C39CB19-5268-496A-A145-603A55D6271D}" dt="2025-02-11T13:47:24.783" v="3695" actId="14100"/>
          <ac:cxnSpMkLst>
            <pc:docMk/>
            <pc:sldMk cId="2023225437" sldId="350"/>
            <ac:cxnSpMk id="362" creationId="{4CAC0155-989E-B47F-E8D7-237D0E6F33BB}"/>
          </ac:cxnSpMkLst>
        </pc:cxnChg>
        <pc:cxnChg chg="add mod ord">
          <ac:chgData name="Brûlé, Caroline" userId="f1e7452b-5e17-4c7e-866d-8906919e201c" providerId="ADAL" clId="{1C39CB19-5268-496A-A145-603A55D6271D}" dt="2025-02-11T13:48:02.462" v="3700" actId="167"/>
          <ac:cxnSpMkLst>
            <pc:docMk/>
            <pc:sldMk cId="2023225437" sldId="350"/>
            <ac:cxnSpMk id="365" creationId="{66BB9994-0C12-0283-63F5-A13172E8EB71}"/>
          </ac:cxnSpMkLst>
        </pc:cxnChg>
        <pc:cxnChg chg="add mod ord">
          <ac:chgData name="Brûlé, Caroline" userId="f1e7452b-5e17-4c7e-866d-8906919e201c" providerId="ADAL" clId="{1C39CB19-5268-496A-A145-603A55D6271D}" dt="2025-02-11T13:48:02.462" v="3700" actId="167"/>
          <ac:cxnSpMkLst>
            <pc:docMk/>
            <pc:sldMk cId="2023225437" sldId="350"/>
            <ac:cxnSpMk id="367" creationId="{651CC0F4-F276-C9FC-4FFA-A358F9C46045}"/>
          </ac:cxnSpMkLst>
        </pc:cxnChg>
        <pc:cxnChg chg="add mod ord">
          <ac:chgData name="Brûlé, Caroline" userId="f1e7452b-5e17-4c7e-866d-8906919e201c" providerId="ADAL" clId="{1C39CB19-5268-496A-A145-603A55D6271D}" dt="2025-02-11T13:48:02.462" v="3700" actId="167"/>
          <ac:cxnSpMkLst>
            <pc:docMk/>
            <pc:sldMk cId="2023225437" sldId="350"/>
            <ac:cxnSpMk id="369" creationId="{6E28C487-4786-9B96-F1CF-229B26AE8512}"/>
          </ac:cxnSpMkLst>
        </pc:cxnChg>
        <pc:cxnChg chg="add mod ord">
          <ac:chgData name="Brûlé, Caroline" userId="f1e7452b-5e17-4c7e-866d-8906919e201c" providerId="ADAL" clId="{1C39CB19-5268-496A-A145-603A55D6271D}" dt="2025-02-11T13:50:14.093" v="3723" actId="167"/>
          <ac:cxnSpMkLst>
            <pc:docMk/>
            <pc:sldMk cId="2023225437" sldId="350"/>
            <ac:cxnSpMk id="371" creationId="{9B7FB075-1F6A-83D7-44A3-89DDF28F6D79}"/>
          </ac:cxnSpMkLst>
        </pc:cxnChg>
        <pc:cxnChg chg="add mod ord">
          <ac:chgData name="Brûlé, Caroline" userId="f1e7452b-5e17-4c7e-866d-8906919e201c" providerId="ADAL" clId="{1C39CB19-5268-496A-A145-603A55D6271D}" dt="2025-02-11T13:50:14.093" v="3723" actId="167"/>
          <ac:cxnSpMkLst>
            <pc:docMk/>
            <pc:sldMk cId="2023225437" sldId="350"/>
            <ac:cxnSpMk id="396" creationId="{BBA29C75-95B8-55B1-3036-E74B2684BEEB}"/>
          </ac:cxnSpMkLst>
        </pc:cxnChg>
        <pc:cxnChg chg="add mod ord">
          <ac:chgData name="Brûlé, Caroline" userId="f1e7452b-5e17-4c7e-866d-8906919e201c" providerId="ADAL" clId="{1C39CB19-5268-496A-A145-603A55D6271D}" dt="2025-02-11T13:50:14.093" v="3723" actId="167"/>
          <ac:cxnSpMkLst>
            <pc:docMk/>
            <pc:sldMk cId="2023225437" sldId="350"/>
            <ac:cxnSpMk id="399" creationId="{7496D5D9-0BA6-1B44-CFD2-B742F0718336}"/>
          </ac:cxnSpMkLst>
        </pc:cxnChg>
        <pc:cxnChg chg="add mod ord">
          <ac:chgData name="Brûlé, Caroline" userId="f1e7452b-5e17-4c7e-866d-8906919e201c" providerId="ADAL" clId="{1C39CB19-5268-496A-A145-603A55D6271D}" dt="2025-02-11T13:50:14.093" v="3723" actId="167"/>
          <ac:cxnSpMkLst>
            <pc:docMk/>
            <pc:sldMk cId="2023225437" sldId="350"/>
            <ac:cxnSpMk id="401" creationId="{F6823DB2-79A3-6DF6-713F-72CC1080855C}"/>
          </ac:cxnSpMkLst>
        </pc:cxnChg>
        <pc:cxnChg chg="add mod ord">
          <ac:chgData name="Brûlé, Caroline" userId="f1e7452b-5e17-4c7e-866d-8906919e201c" providerId="ADAL" clId="{1C39CB19-5268-496A-A145-603A55D6271D}" dt="2025-02-11T13:50:14.093" v="3723" actId="167"/>
          <ac:cxnSpMkLst>
            <pc:docMk/>
            <pc:sldMk cId="2023225437" sldId="350"/>
            <ac:cxnSpMk id="403" creationId="{271E3491-60D1-87B2-1ADE-92F18F0E5FDF}"/>
          </ac:cxnSpMkLst>
        </pc:cxnChg>
        <pc:cxnChg chg="add mod ord">
          <ac:chgData name="Brûlé, Caroline" userId="f1e7452b-5e17-4c7e-866d-8906919e201c" providerId="ADAL" clId="{1C39CB19-5268-496A-A145-603A55D6271D}" dt="2025-02-12T14:36:18.645" v="5370" actId="478"/>
          <ac:cxnSpMkLst>
            <pc:docMk/>
            <pc:sldMk cId="2023225437" sldId="350"/>
            <ac:cxnSpMk id="405" creationId="{364D1F28-8927-8285-7524-7E102CCEB690}"/>
          </ac:cxnSpMkLst>
        </pc:cxnChg>
        <pc:cxnChg chg="add mod">
          <ac:chgData name="Brûlé, Caroline" userId="f1e7452b-5e17-4c7e-866d-8906919e201c" providerId="ADAL" clId="{1C39CB19-5268-496A-A145-603A55D6271D}" dt="2025-02-11T13:51:36.540" v="3742" actId="14100"/>
          <ac:cxnSpMkLst>
            <pc:docMk/>
            <pc:sldMk cId="2023225437" sldId="350"/>
            <ac:cxnSpMk id="413" creationId="{CCA12296-928F-F3D9-4EB2-7308E2983770}"/>
          </ac:cxnSpMkLst>
        </pc:cxnChg>
        <pc:cxnChg chg="add mod">
          <ac:chgData name="Brûlé, Caroline" userId="f1e7452b-5e17-4c7e-866d-8906919e201c" providerId="ADAL" clId="{1C39CB19-5268-496A-A145-603A55D6271D}" dt="2025-02-11T13:51:42.970" v="3743" actId="14100"/>
          <ac:cxnSpMkLst>
            <pc:docMk/>
            <pc:sldMk cId="2023225437" sldId="350"/>
            <ac:cxnSpMk id="415" creationId="{6874B78A-D02B-F238-FFED-7ED1B2C06897}"/>
          </ac:cxnSpMkLst>
        </pc:cxnChg>
        <pc:cxnChg chg="add mod">
          <ac:chgData name="Brûlé, Caroline" userId="f1e7452b-5e17-4c7e-866d-8906919e201c" providerId="ADAL" clId="{1C39CB19-5268-496A-A145-603A55D6271D}" dt="2025-02-11T13:51:26.782" v="3740" actId="14100"/>
          <ac:cxnSpMkLst>
            <pc:docMk/>
            <pc:sldMk cId="2023225437" sldId="350"/>
            <ac:cxnSpMk id="417" creationId="{ED215787-776E-9A45-8735-4BF649F3CD45}"/>
          </ac:cxnSpMkLst>
        </pc:cxnChg>
        <pc:cxnChg chg="add mod">
          <ac:chgData name="Brûlé, Caroline" userId="f1e7452b-5e17-4c7e-866d-8906919e201c" providerId="ADAL" clId="{1C39CB19-5268-496A-A145-603A55D6271D}" dt="2025-02-11T13:51:32.043" v="3741" actId="14100"/>
          <ac:cxnSpMkLst>
            <pc:docMk/>
            <pc:sldMk cId="2023225437" sldId="350"/>
            <ac:cxnSpMk id="419" creationId="{794074C8-169B-BEFD-4DEE-22F1CC91FDA2}"/>
          </ac:cxnSpMkLst>
        </pc:cxnChg>
        <pc:cxnChg chg="add mod">
          <ac:chgData name="Brûlé, Caroline" userId="f1e7452b-5e17-4c7e-866d-8906919e201c" providerId="ADAL" clId="{1C39CB19-5268-496A-A145-603A55D6271D}" dt="2025-02-11T13:52:06.993" v="3747" actId="1033"/>
          <ac:cxnSpMkLst>
            <pc:docMk/>
            <pc:sldMk cId="2023225437" sldId="350"/>
            <ac:cxnSpMk id="421" creationId="{C68BD98D-F1C2-AF10-F4B5-9B84F5EB99E2}"/>
          </ac:cxnSpMkLst>
        </pc:cxnChg>
        <pc:cxnChg chg="add mod">
          <ac:chgData name="Brûlé, Caroline" userId="f1e7452b-5e17-4c7e-866d-8906919e201c" providerId="ADAL" clId="{1C39CB19-5268-496A-A145-603A55D6271D}" dt="2025-02-11T13:52:16.222" v="3749" actId="1033"/>
          <ac:cxnSpMkLst>
            <pc:docMk/>
            <pc:sldMk cId="2023225437" sldId="350"/>
            <ac:cxnSpMk id="423" creationId="{D2153A32-B982-FF2F-27AF-97D17EC54389}"/>
          </ac:cxnSpMkLst>
        </pc:cxnChg>
        <pc:cxnChg chg="add mod">
          <ac:chgData name="Brûlé, Caroline" userId="f1e7452b-5e17-4c7e-866d-8906919e201c" providerId="ADAL" clId="{1C39CB19-5268-496A-A145-603A55D6271D}" dt="2025-02-11T13:52:20.378" v="3750" actId="1033"/>
          <ac:cxnSpMkLst>
            <pc:docMk/>
            <pc:sldMk cId="2023225437" sldId="350"/>
            <ac:cxnSpMk id="425" creationId="{E3524113-4196-22A9-7F9B-CABF3D1C38E3}"/>
          </ac:cxnSpMkLst>
        </pc:cxnChg>
        <pc:cxnChg chg="add mod">
          <ac:chgData name="Brûlé, Caroline" userId="f1e7452b-5e17-4c7e-866d-8906919e201c" providerId="ADAL" clId="{1C39CB19-5268-496A-A145-603A55D6271D}" dt="2025-02-11T13:52:32.960" v="3753" actId="14100"/>
          <ac:cxnSpMkLst>
            <pc:docMk/>
            <pc:sldMk cId="2023225437" sldId="350"/>
            <ac:cxnSpMk id="436" creationId="{838A31E2-B67B-9415-D678-8AF009269552}"/>
          </ac:cxnSpMkLst>
        </pc:cxnChg>
        <pc:cxnChg chg="add mod">
          <ac:chgData name="Brûlé, Caroline" userId="f1e7452b-5e17-4c7e-866d-8906919e201c" providerId="ADAL" clId="{1C39CB19-5268-496A-A145-603A55D6271D}" dt="2025-02-11T13:52:45.870" v="3756" actId="14100"/>
          <ac:cxnSpMkLst>
            <pc:docMk/>
            <pc:sldMk cId="2023225437" sldId="350"/>
            <ac:cxnSpMk id="439" creationId="{05458409-312C-A7BF-70D7-F7C87B6DF6DE}"/>
          </ac:cxnSpMkLst>
        </pc:cxnChg>
        <pc:cxnChg chg="add mod">
          <ac:chgData name="Brûlé, Caroline" userId="f1e7452b-5e17-4c7e-866d-8906919e201c" providerId="ADAL" clId="{1C39CB19-5268-496A-A145-603A55D6271D}" dt="2025-02-11T13:54:02.661" v="3777" actId="1033"/>
          <ac:cxnSpMkLst>
            <pc:docMk/>
            <pc:sldMk cId="2023225437" sldId="350"/>
            <ac:cxnSpMk id="442" creationId="{8D64370F-F127-3765-9AE5-DFDE4A8F0E27}"/>
          </ac:cxnSpMkLst>
        </pc:cxnChg>
        <pc:cxnChg chg="add mod">
          <ac:chgData name="Brûlé, Caroline" userId="f1e7452b-5e17-4c7e-866d-8906919e201c" providerId="ADAL" clId="{1C39CB19-5268-496A-A145-603A55D6271D}" dt="2025-02-11T13:54:00.092" v="3776" actId="1033"/>
          <ac:cxnSpMkLst>
            <pc:docMk/>
            <pc:sldMk cId="2023225437" sldId="350"/>
            <ac:cxnSpMk id="444" creationId="{51A224DB-B992-B876-2586-D5B5120FC15E}"/>
          </ac:cxnSpMkLst>
        </pc:cxnChg>
        <pc:cxnChg chg="add mod">
          <ac:chgData name="Brûlé, Caroline" userId="f1e7452b-5e17-4c7e-866d-8906919e201c" providerId="ADAL" clId="{1C39CB19-5268-496A-A145-603A55D6271D}" dt="2025-02-11T13:53:57.679" v="3775" actId="1033"/>
          <ac:cxnSpMkLst>
            <pc:docMk/>
            <pc:sldMk cId="2023225437" sldId="350"/>
            <ac:cxnSpMk id="446" creationId="{721EA254-995C-DAF6-75CE-34365475A446}"/>
          </ac:cxnSpMkLst>
        </pc:cxnChg>
        <pc:cxnChg chg="add mod">
          <ac:chgData name="Brûlé, Caroline" userId="f1e7452b-5e17-4c7e-866d-8906919e201c" providerId="ADAL" clId="{1C39CB19-5268-496A-A145-603A55D6271D}" dt="2025-02-11T13:53:47.974" v="3773" actId="14100"/>
          <ac:cxnSpMkLst>
            <pc:docMk/>
            <pc:sldMk cId="2023225437" sldId="350"/>
            <ac:cxnSpMk id="448" creationId="{9B5890E9-3B72-A615-05CD-4435882F41EE}"/>
          </ac:cxnSpMkLst>
        </pc:cxnChg>
        <pc:cxnChg chg="add mod">
          <ac:chgData name="Brûlé, Caroline" userId="f1e7452b-5e17-4c7e-866d-8906919e201c" providerId="ADAL" clId="{1C39CB19-5268-496A-A145-603A55D6271D}" dt="2025-02-11T13:53:52.291" v="3774" actId="14100"/>
          <ac:cxnSpMkLst>
            <pc:docMk/>
            <pc:sldMk cId="2023225437" sldId="350"/>
            <ac:cxnSpMk id="450" creationId="{116F1ADF-6449-5BB4-AB7C-41F3E9A7FD5D}"/>
          </ac:cxnSpMkLst>
        </pc:cxnChg>
        <pc:cxnChg chg="add mod">
          <ac:chgData name="Brûlé, Caroline" userId="f1e7452b-5e17-4c7e-866d-8906919e201c" providerId="ADAL" clId="{1C39CB19-5268-496A-A145-603A55D6271D}" dt="2025-02-11T13:53:31.316" v="3769" actId="14100"/>
          <ac:cxnSpMkLst>
            <pc:docMk/>
            <pc:sldMk cId="2023225437" sldId="350"/>
            <ac:cxnSpMk id="452" creationId="{B6A5AFB1-7494-DD1E-359E-7E808F5E938C}"/>
          </ac:cxnSpMkLst>
        </pc:cxnChg>
      </pc:sldChg>
      <pc:sldChg chg="addSp delSp modSp new del mod">
        <pc:chgData name="Brûlé, Caroline" userId="f1e7452b-5e17-4c7e-866d-8906919e201c" providerId="ADAL" clId="{1C39CB19-5268-496A-A145-603A55D6271D}" dt="2025-02-10T16:17:02.215" v="2510" actId="2696"/>
        <pc:sldMkLst>
          <pc:docMk/>
          <pc:sldMk cId="3198090982" sldId="350"/>
        </pc:sldMkLst>
      </pc:sldChg>
      <pc:sldChg chg="add del">
        <pc:chgData name="Brûlé, Caroline" userId="f1e7452b-5e17-4c7e-866d-8906919e201c" providerId="ADAL" clId="{1C39CB19-5268-496A-A145-603A55D6271D}" dt="2025-02-10T16:27:34.088" v="2516" actId="2890"/>
        <pc:sldMkLst>
          <pc:docMk/>
          <pc:sldMk cId="4124551747" sldId="350"/>
        </pc:sldMkLst>
      </pc:sldChg>
      <pc:sldChg chg="delSp new del mod">
        <pc:chgData name="Brûlé, Caroline" userId="f1e7452b-5e17-4c7e-866d-8906919e201c" providerId="ADAL" clId="{1C39CB19-5268-496A-A145-603A55D6271D}" dt="2025-02-11T15:06:26.832" v="3912" actId="2696"/>
        <pc:sldMkLst>
          <pc:docMk/>
          <pc:sldMk cId="46326579" sldId="351"/>
        </pc:sldMkLst>
      </pc:sldChg>
      <pc:sldChg chg="addSp delSp modSp add mod">
        <pc:chgData name="Brûlé, Caroline" userId="f1e7452b-5e17-4c7e-866d-8906919e201c" providerId="ADAL" clId="{1C39CB19-5268-496A-A145-603A55D6271D}" dt="2025-02-12T14:36:50.023" v="5378" actId="1076"/>
        <pc:sldMkLst>
          <pc:docMk/>
          <pc:sldMk cId="919411899" sldId="352"/>
        </pc:sldMkLst>
        <pc:spChg chg="add del mod">
          <ac:chgData name="Brûlé, Caroline" userId="f1e7452b-5e17-4c7e-866d-8906919e201c" providerId="ADAL" clId="{1C39CB19-5268-496A-A145-603A55D6271D}" dt="2025-02-11T15:19:18.051" v="4109" actId="1076"/>
          <ac:spMkLst>
            <pc:docMk/>
            <pc:sldMk cId="919411899" sldId="352"/>
            <ac:spMk id="6" creationId="{49D8525C-C154-0F87-6CFB-B5046DA0211E}"/>
          </ac:spMkLst>
        </pc:spChg>
        <pc:spChg chg="mod">
          <ac:chgData name="Brûlé, Caroline" userId="f1e7452b-5e17-4c7e-866d-8906919e201c" providerId="ADAL" clId="{1C39CB19-5268-496A-A145-603A55D6271D}" dt="2025-02-12T14:36:36.907" v="5373" actId="208"/>
          <ac:spMkLst>
            <pc:docMk/>
            <pc:sldMk cId="919411899" sldId="352"/>
            <ac:spMk id="28" creationId="{0D444855-B598-6B91-1A2F-72DD2B32EF28}"/>
          </ac:spMkLst>
        </pc:spChg>
        <pc:spChg chg="mod">
          <ac:chgData name="Brûlé, Caroline" userId="f1e7452b-5e17-4c7e-866d-8906919e201c" providerId="ADAL" clId="{1C39CB19-5268-496A-A145-603A55D6271D}" dt="2025-02-11T15:13:37.987" v="3977" actId="14100"/>
          <ac:spMkLst>
            <pc:docMk/>
            <pc:sldMk cId="919411899" sldId="352"/>
            <ac:spMk id="30" creationId="{29DAFCFD-C00D-78E0-CBA7-75916CEAB860}"/>
          </ac:spMkLst>
        </pc:spChg>
        <pc:spChg chg="mod">
          <ac:chgData name="Brûlé, Caroline" userId="f1e7452b-5e17-4c7e-866d-8906919e201c" providerId="ADAL" clId="{1C39CB19-5268-496A-A145-603A55D6271D}" dt="2025-02-11T15:18:43.318" v="4102" actId="20577"/>
          <ac:spMkLst>
            <pc:docMk/>
            <pc:sldMk cId="919411899" sldId="352"/>
            <ac:spMk id="144" creationId="{472B95D3-681D-C172-E353-723F78FED3D4}"/>
          </ac:spMkLst>
        </pc:spChg>
        <pc:spChg chg="mod">
          <ac:chgData name="Brûlé, Caroline" userId="f1e7452b-5e17-4c7e-866d-8906919e201c" providerId="ADAL" clId="{1C39CB19-5268-496A-A145-603A55D6271D}" dt="2025-02-11T15:18:39.103" v="4100" actId="20577"/>
          <ac:spMkLst>
            <pc:docMk/>
            <pc:sldMk cId="919411899" sldId="352"/>
            <ac:spMk id="146" creationId="{D406FF0C-C45A-9514-4D01-1F73CF1173EA}"/>
          </ac:spMkLst>
        </pc:spChg>
        <pc:spChg chg="mod">
          <ac:chgData name="Brûlé, Caroline" userId="f1e7452b-5e17-4c7e-866d-8906919e201c" providerId="ADAL" clId="{1C39CB19-5268-496A-A145-603A55D6271D}" dt="2025-02-11T15:19:07.441" v="4108" actId="14100"/>
          <ac:spMkLst>
            <pc:docMk/>
            <pc:sldMk cId="919411899" sldId="352"/>
            <ac:spMk id="204" creationId="{5767CE29-22D7-1DED-B2A4-F2C05A4E2FF1}"/>
          </ac:spMkLst>
        </pc:spChg>
        <pc:spChg chg="mod">
          <ac:chgData name="Brûlé, Caroline" userId="f1e7452b-5e17-4c7e-866d-8906919e201c" providerId="ADAL" clId="{1C39CB19-5268-496A-A145-603A55D6271D}" dt="2025-02-12T14:30:06.617" v="5298" actId="20577"/>
          <ac:spMkLst>
            <pc:docMk/>
            <pc:sldMk cId="919411899" sldId="352"/>
            <ac:spMk id="207" creationId="{0BFB0DE7-B5AE-0074-2B59-A6C0C1AA45F2}"/>
          </ac:spMkLst>
        </pc:spChg>
        <pc:spChg chg="add mod">
          <ac:chgData name="Brûlé, Caroline" userId="f1e7452b-5e17-4c7e-866d-8906919e201c" providerId="ADAL" clId="{1C39CB19-5268-496A-A145-603A55D6271D}" dt="2025-02-11T15:15:07.986" v="4072" actId="1076"/>
          <ac:spMkLst>
            <pc:docMk/>
            <pc:sldMk cId="919411899" sldId="352"/>
            <ac:spMk id="341" creationId="{DF2FE8BE-4E5E-1FAA-C48E-44F4DF226E57}"/>
          </ac:spMkLst>
        </pc:spChg>
        <pc:spChg chg="add mod">
          <ac:chgData name="Brûlé, Caroline" userId="f1e7452b-5e17-4c7e-866d-8906919e201c" providerId="ADAL" clId="{1C39CB19-5268-496A-A145-603A55D6271D}" dt="2025-02-11T15:15:33.599" v="4076" actId="1076"/>
          <ac:spMkLst>
            <pc:docMk/>
            <pc:sldMk cId="919411899" sldId="352"/>
            <ac:spMk id="361" creationId="{52278CC3-E769-3AA9-A5E9-7F0F720D0005}"/>
          </ac:spMkLst>
        </pc:spChg>
        <pc:grpChg chg="mod">
          <ac:chgData name="Brûlé, Caroline" userId="f1e7452b-5e17-4c7e-866d-8906919e201c" providerId="ADAL" clId="{1C39CB19-5268-496A-A145-603A55D6271D}" dt="2025-02-11T15:11:41.149" v="3933" actId="14100"/>
          <ac:grpSpMkLst>
            <pc:docMk/>
            <pc:sldMk cId="919411899" sldId="352"/>
            <ac:grpSpMk id="24" creationId="{313E6E5C-E9A7-F97E-4C8B-5A17B354F1D7}"/>
          </ac:grpSpMkLst>
        </pc:grpChg>
        <pc:grpChg chg="add mod">
          <ac:chgData name="Brûlé, Caroline" userId="f1e7452b-5e17-4c7e-866d-8906919e201c" providerId="ADAL" clId="{1C39CB19-5268-496A-A145-603A55D6271D}" dt="2025-02-12T14:36:50.023" v="5378" actId="1076"/>
          <ac:grpSpMkLst>
            <pc:docMk/>
            <pc:sldMk cId="919411899" sldId="352"/>
            <ac:grpSpMk id="375" creationId="{3335E50C-8635-EED8-5112-82AC393DC909}"/>
          </ac:grpSpMkLst>
        </pc:grpChg>
        <pc:grpChg chg="mod">
          <ac:chgData name="Brûlé, Caroline" userId="f1e7452b-5e17-4c7e-866d-8906919e201c" providerId="ADAL" clId="{1C39CB19-5268-496A-A145-603A55D6271D}" dt="2025-02-12T14:36:47.893" v="5377" actId="164"/>
          <ac:grpSpMkLst>
            <pc:docMk/>
            <pc:sldMk cId="919411899" sldId="352"/>
            <ac:grpSpMk id="509" creationId="{C86CFFE6-B607-18BB-CCCE-FE5AF6EC9A64}"/>
          </ac:grpSpMkLst>
        </pc:grpChg>
        <pc:picChg chg="add mod">
          <ac:chgData name="Brûlé, Caroline" userId="f1e7452b-5e17-4c7e-866d-8906919e201c" providerId="ADAL" clId="{1C39CB19-5268-496A-A145-603A55D6271D}" dt="2025-02-12T14:36:47.893" v="5377" actId="164"/>
          <ac:picMkLst>
            <pc:docMk/>
            <pc:sldMk cId="919411899" sldId="352"/>
            <ac:picMk id="364" creationId="{079F0EC6-D06F-0F5F-4E9A-2DBAE85DE8F9}"/>
          </ac:picMkLst>
        </pc:picChg>
        <pc:cxnChg chg="add mod">
          <ac:chgData name="Brûlé, Caroline" userId="f1e7452b-5e17-4c7e-866d-8906919e201c" providerId="ADAL" clId="{1C39CB19-5268-496A-A145-603A55D6271D}" dt="2025-02-11T15:14:57.950" v="4068" actId="1076"/>
          <ac:cxnSpMkLst>
            <pc:docMk/>
            <pc:sldMk cId="919411899" sldId="352"/>
            <ac:cxnSpMk id="359" creationId="{4E6A81DD-78A7-083B-6F46-461BA64A74A4}"/>
          </ac:cxnSpMkLst>
        </pc:cxnChg>
        <pc:cxnChg chg="add mod">
          <ac:chgData name="Brûlé, Caroline" userId="f1e7452b-5e17-4c7e-866d-8906919e201c" providerId="ADAL" clId="{1C39CB19-5268-496A-A145-603A55D6271D}" dt="2025-02-11T15:14:57.950" v="4068" actId="1076"/>
          <ac:cxnSpMkLst>
            <pc:docMk/>
            <pc:sldMk cId="919411899" sldId="352"/>
            <ac:cxnSpMk id="360" creationId="{1CCD04DC-F9AC-53B9-5AA1-4D9B6C324564}"/>
          </ac:cxnSpMkLst>
        </pc:cxnChg>
        <pc:cxnChg chg="add mod">
          <ac:chgData name="Brûlé, Caroline" userId="f1e7452b-5e17-4c7e-866d-8906919e201c" providerId="ADAL" clId="{1C39CB19-5268-496A-A145-603A55D6271D}" dt="2025-02-12T14:36:40.738" v="5374" actId="1033"/>
          <ac:cxnSpMkLst>
            <pc:docMk/>
            <pc:sldMk cId="919411899" sldId="352"/>
            <ac:cxnSpMk id="366" creationId="{4F0A3845-6F5B-25E3-BC5A-E5FDB0D8C36F}"/>
          </ac:cxnSpMkLst>
        </pc:cxnChg>
        <pc:cxnChg chg="add mod">
          <ac:chgData name="Brûlé, Caroline" userId="f1e7452b-5e17-4c7e-866d-8906919e201c" providerId="ADAL" clId="{1C39CB19-5268-496A-A145-603A55D6271D}" dt="2025-02-12T14:36:50.023" v="5378" actId="1076"/>
          <ac:cxnSpMkLst>
            <pc:docMk/>
            <pc:sldMk cId="919411899" sldId="352"/>
            <ac:cxnSpMk id="372" creationId="{59B5B0D0-4F58-1F66-28CC-EFCD1D73B6F8}"/>
          </ac:cxnSpMkLst>
        </pc:cxnChg>
      </pc:sldChg>
      <pc:sldChg chg="addSp delSp modSp add mod ord">
        <pc:chgData name="Brûlé, Caroline" userId="f1e7452b-5e17-4c7e-866d-8906919e201c" providerId="ADAL" clId="{1C39CB19-5268-496A-A145-603A55D6271D}" dt="2025-02-12T15:06:50.881" v="5611"/>
        <pc:sldMkLst>
          <pc:docMk/>
          <pc:sldMk cId="1634913186" sldId="353"/>
        </pc:sldMkLst>
        <pc:spChg chg="mod ord">
          <ac:chgData name="Brûlé, Caroline" userId="f1e7452b-5e17-4c7e-866d-8906919e201c" providerId="ADAL" clId="{1C39CB19-5268-496A-A145-603A55D6271D}" dt="2025-02-12T13:52:02.022" v="5178" actId="164"/>
          <ac:spMkLst>
            <pc:docMk/>
            <pc:sldMk cId="1634913186" sldId="353"/>
            <ac:spMk id="8" creationId="{47910662-69AC-8C87-CA42-4A9C28A9AB24}"/>
          </ac:spMkLst>
        </pc:spChg>
        <pc:spChg chg="add mod">
          <ac:chgData name="Brûlé, Caroline" userId="f1e7452b-5e17-4c7e-866d-8906919e201c" providerId="ADAL" clId="{1C39CB19-5268-496A-A145-603A55D6271D}" dt="2025-02-12T13:52:02.022" v="5178" actId="164"/>
          <ac:spMkLst>
            <pc:docMk/>
            <pc:sldMk cId="1634913186" sldId="353"/>
            <ac:spMk id="29" creationId="{7236F9B4-B088-B48A-A2A3-2B8C8EFEE692}"/>
          </ac:spMkLst>
        </pc:spChg>
        <pc:spChg chg="add mod ord">
          <ac:chgData name="Brûlé, Caroline" userId="f1e7452b-5e17-4c7e-866d-8906919e201c" providerId="ADAL" clId="{1C39CB19-5268-496A-A145-603A55D6271D}" dt="2025-02-12T13:51:53.866" v="5175" actId="164"/>
          <ac:spMkLst>
            <pc:docMk/>
            <pc:sldMk cId="1634913186" sldId="353"/>
            <ac:spMk id="93" creationId="{85315705-9C47-83E2-6EB8-E910FBC5038E}"/>
          </ac:spMkLst>
        </pc:spChg>
        <pc:spChg chg="add mod">
          <ac:chgData name="Brûlé, Caroline" userId="f1e7452b-5e17-4c7e-866d-8906919e201c" providerId="ADAL" clId="{1C39CB19-5268-496A-A145-603A55D6271D}" dt="2025-02-12T13:51:53.866" v="5175" actId="164"/>
          <ac:spMkLst>
            <pc:docMk/>
            <pc:sldMk cId="1634913186" sldId="353"/>
            <ac:spMk id="94" creationId="{46A2EB4B-1BF8-9C2F-43BF-F2491B8CDEFA}"/>
          </ac:spMkLst>
        </pc:spChg>
        <pc:spChg chg="add mod ord">
          <ac:chgData name="Brûlé, Caroline" userId="f1e7452b-5e17-4c7e-866d-8906919e201c" providerId="ADAL" clId="{1C39CB19-5268-496A-A145-603A55D6271D}" dt="2025-02-12T13:49:43.293" v="5156" actId="164"/>
          <ac:spMkLst>
            <pc:docMk/>
            <pc:sldMk cId="1634913186" sldId="353"/>
            <ac:spMk id="119" creationId="{74851B17-3693-AB0C-9B14-EE39C7D60A76}"/>
          </ac:spMkLst>
        </pc:spChg>
        <pc:spChg chg="add mod">
          <ac:chgData name="Brûlé, Caroline" userId="f1e7452b-5e17-4c7e-866d-8906919e201c" providerId="ADAL" clId="{1C39CB19-5268-496A-A145-603A55D6271D}" dt="2025-02-12T13:48:05.494" v="5092" actId="164"/>
          <ac:spMkLst>
            <pc:docMk/>
            <pc:sldMk cId="1634913186" sldId="353"/>
            <ac:spMk id="126" creationId="{F30C31A7-868E-0FE8-7CA6-B88E62CADF20}"/>
          </ac:spMkLst>
        </pc:spChg>
        <pc:spChg chg="add mod">
          <ac:chgData name="Brûlé, Caroline" userId="f1e7452b-5e17-4c7e-866d-8906919e201c" providerId="ADAL" clId="{1C39CB19-5268-496A-A145-603A55D6271D}" dt="2025-02-12T15:06:45.734" v="5609" actId="208"/>
          <ac:spMkLst>
            <pc:docMk/>
            <pc:sldMk cId="1634913186" sldId="353"/>
            <ac:spMk id="127" creationId="{6CCFBE30-1AED-6BC4-7FD9-CD6A24926DD1}"/>
          </ac:spMkLst>
        </pc:spChg>
        <pc:spChg chg="add mod">
          <ac:chgData name="Brûlé, Caroline" userId="f1e7452b-5e17-4c7e-866d-8906919e201c" providerId="ADAL" clId="{1C39CB19-5268-496A-A145-603A55D6271D}" dt="2025-02-12T13:49:43.293" v="5156" actId="164"/>
          <ac:spMkLst>
            <pc:docMk/>
            <pc:sldMk cId="1634913186" sldId="353"/>
            <ac:spMk id="138" creationId="{86D96FCF-2BF0-7E31-2CD5-99E85C3E516E}"/>
          </ac:spMkLst>
        </pc:spChg>
        <pc:spChg chg="mod">
          <ac:chgData name="Brûlé, Caroline" userId="f1e7452b-5e17-4c7e-866d-8906919e201c" providerId="ADAL" clId="{1C39CB19-5268-496A-A145-603A55D6271D}" dt="2025-02-12T14:05:39.464" v="5240"/>
          <ac:spMkLst>
            <pc:docMk/>
            <pc:sldMk cId="1634913186" sldId="353"/>
            <ac:spMk id="157" creationId="{40528FFC-80CA-9DDB-58DF-888C460995BD}"/>
          </ac:spMkLst>
        </pc:spChg>
        <pc:spChg chg="mod">
          <ac:chgData name="Brûlé, Caroline" userId="f1e7452b-5e17-4c7e-866d-8906919e201c" providerId="ADAL" clId="{1C39CB19-5268-496A-A145-603A55D6271D}" dt="2025-02-12T14:06:01.779" v="5246" actId="14100"/>
          <ac:spMkLst>
            <pc:docMk/>
            <pc:sldMk cId="1634913186" sldId="353"/>
            <ac:spMk id="165" creationId="{811E6BD3-81A7-54C3-F89B-8DCFD29B5EA8}"/>
          </ac:spMkLst>
        </pc:spChg>
        <pc:spChg chg="mod">
          <ac:chgData name="Brûlé, Caroline" userId="f1e7452b-5e17-4c7e-866d-8906919e201c" providerId="ADAL" clId="{1C39CB19-5268-496A-A145-603A55D6271D}" dt="2025-02-12T14:21:02.205" v="5248" actId="20577"/>
          <ac:spMkLst>
            <pc:docMk/>
            <pc:sldMk cId="1634913186" sldId="353"/>
            <ac:spMk id="167" creationId="{30E672F9-F886-50E1-4C0F-F072C69C08BD}"/>
          </ac:spMkLst>
        </pc:spChg>
        <pc:spChg chg="mod">
          <ac:chgData name="Brûlé, Caroline" userId="f1e7452b-5e17-4c7e-866d-8906919e201c" providerId="ADAL" clId="{1C39CB19-5268-496A-A145-603A55D6271D}" dt="2025-02-12T14:37:08.087" v="5379"/>
          <ac:spMkLst>
            <pc:docMk/>
            <pc:sldMk cId="1634913186" sldId="353"/>
            <ac:spMk id="174" creationId="{6D699BB3-3127-21FE-0E77-4E08A5F4479A}"/>
          </ac:spMkLst>
        </pc:spChg>
        <pc:spChg chg="mod">
          <ac:chgData name="Brûlé, Caroline" userId="f1e7452b-5e17-4c7e-866d-8906919e201c" providerId="ADAL" clId="{1C39CB19-5268-496A-A145-603A55D6271D}" dt="2025-02-12T14:37:08.087" v="5379"/>
          <ac:spMkLst>
            <pc:docMk/>
            <pc:sldMk cId="1634913186" sldId="353"/>
            <ac:spMk id="177" creationId="{2DEC9FB7-F37E-AD07-0886-39A1ECEDDBB2}"/>
          </ac:spMkLst>
        </pc:spChg>
        <pc:spChg chg="mod">
          <ac:chgData name="Brûlé, Caroline" userId="f1e7452b-5e17-4c7e-866d-8906919e201c" providerId="ADAL" clId="{1C39CB19-5268-496A-A145-603A55D6271D}" dt="2025-02-12T14:37:08.087" v="5379"/>
          <ac:spMkLst>
            <pc:docMk/>
            <pc:sldMk cId="1634913186" sldId="353"/>
            <ac:spMk id="182" creationId="{FB9740A2-C149-A04C-8DAF-2227F0CA39AE}"/>
          </ac:spMkLst>
        </pc:spChg>
        <pc:spChg chg="mod">
          <ac:chgData name="Brûlé, Caroline" userId="f1e7452b-5e17-4c7e-866d-8906919e201c" providerId="ADAL" clId="{1C39CB19-5268-496A-A145-603A55D6271D}" dt="2025-02-12T14:37:08.087" v="5379"/>
          <ac:spMkLst>
            <pc:docMk/>
            <pc:sldMk cId="1634913186" sldId="353"/>
            <ac:spMk id="184" creationId="{27205254-480B-7A91-1CCF-5E6129BC9C54}"/>
          </ac:spMkLst>
        </pc:spChg>
        <pc:spChg chg="mod">
          <ac:chgData name="Brûlé, Caroline" userId="f1e7452b-5e17-4c7e-866d-8906919e201c" providerId="ADAL" clId="{1C39CB19-5268-496A-A145-603A55D6271D}" dt="2025-02-12T14:37:53.019" v="5391"/>
          <ac:spMkLst>
            <pc:docMk/>
            <pc:sldMk cId="1634913186" sldId="353"/>
            <ac:spMk id="194" creationId="{5A4F7B9E-B91B-7C99-AB3C-197B8ED4B310}"/>
          </ac:spMkLst>
        </pc:spChg>
        <pc:spChg chg="mod">
          <ac:chgData name="Brûlé, Caroline" userId="f1e7452b-5e17-4c7e-866d-8906919e201c" providerId="ADAL" clId="{1C39CB19-5268-496A-A145-603A55D6271D}" dt="2025-02-12T14:37:53.019" v="5391"/>
          <ac:spMkLst>
            <pc:docMk/>
            <pc:sldMk cId="1634913186" sldId="353"/>
            <ac:spMk id="196" creationId="{6313B8DF-1426-D4A0-8497-383989AF9FA8}"/>
          </ac:spMkLst>
        </pc:spChg>
        <pc:spChg chg="mod">
          <ac:chgData name="Brûlé, Caroline" userId="f1e7452b-5e17-4c7e-866d-8906919e201c" providerId="ADAL" clId="{1C39CB19-5268-496A-A145-603A55D6271D}" dt="2025-02-12T14:37:53.019" v="5391"/>
          <ac:spMkLst>
            <pc:docMk/>
            <pc:sldMk cId="1634913186" sldId="353"/>
            <ac:spMk id="198" creationId="{E5A6252E-5A62-8741-7089-3A3EFE46B2B6}"/>
          </ac:spMkLst>
        </pc:spChg>
        <pc:spChg chg="mod">
          <ac:chgData name="Brûlé, Caroline" userId="f1e7452b-5e17-4c7e-866d-8906919e201c" providerId="ADAL" clId="{1C39CB19-5268-496A-A145-603A55D6271D}" dt="2025-02-12T14:55:53.252" v="5552" actId="403"/>
          <ac:spMkLst>
            <pc:docMk/>
            <pc:sldMk cId="1634913186" sldId="353"/>
            <ac:spMk id="200" creationId="{86316163-F5FC-0B4C-1EC6-D0A7E08ED3BE}"/>
          </ac:spMkLst>
        </pc:spChg>
        <pc:spChg chg="mod">
          <ac:chgData name="Brûlé, Caroline" userId="f1e7452b-5e17-4c7e-866d-8906919e201c" providerId="ADAL" clId="{1C39CB19-5268-496A-A145-603A55D6271D}" dt="2025-02-12T14:37:53.019" v="5391"/>
          <ac:spMkLst>
            <pc:docMk/>
            <pc:sldMk cId="1634913186" sldId="353"/>
            <ac:spMk id="205" creationId="{60DA8533-75D3-93C2-E679-9A8C76CE0989}"/>
          </ac:spMkLst>
        </pc:spChg>
        <pc:spChg chg="mod">
          <ac:chgData name="Brûlé, Caroline" userId="f1e7452b-5e17-4c7e-866d-8906919e201c" providerId="ADAL" clId="{1C39CB19-5268-496A-A145-603A55D6271D}" dt="2025-02-12T14:37:53.019" v="5391"/>
          <ac:spMkLst>
            <pc:docMk/>
            <pc:sldMk cId="1634913186" sldId="353"/>
            <ac:spMk id="206" creationId="{B3FEC8F2-447D-8B44-9582-D0C2BC182A0A}"/>
          </ac:spMkLst>
        </pc:spChg>
        <pc:spChg chg="mod">
          <ac:chgData name="Brûlé, Caroline" userId="f1e7452b-5e17-4c7e-866d-8906919e201c" providerId="ADAL" clId="{1C39CB19-5268-496A-A145-603A55D6271D}" dt="2025-02-12T14:37:53.019" v="5391"/>
          <ac:spMkLst>
            <pc:docMk/>
            <pc:sldMk cId="1634913186" sldId="353"/>
            <ac:spMk id="213" creationId="{BA42FA0A-777F-93F6-BCE1-AB163003E05C}"/>
          </ac:spMkLst>
        </pc:spChg>
        <pc:spChg chg="mod">
          <ac:chgData name="Brûlé, Caroline" userId="f1e7452b-5e17-4c7e-866d-8906919e201c" providerId="ADAL" clId="{1C39CB19-5268-496A-A145-603A55D6271D}" dt="2025-02-12T14:37:53.019" v="5391"/>
          <ac:spMkLst>
            <pc:docMk/>
            <pc:sldMk cId="1634913186" sldId="353"/>
            <ac:spMk id="215" creationId="{12956822-D87C-671C-7CCC-55A94A3EFC0F}"/>
          </ac:spMkLst>
        </pc:spChg>
        <pc:spChg chg="mod">
          <ac:chgData name="Brûlé, Caroline" userId="f1e7452b-5e17-4c7e-866d-8906919e201c" providerId="ADAL" clId="{1C39CB19-5268-496A-A145-603A55D6271D}" dt="2025-02-12T14:37:53.019" v="5391"/>
          <ac:spMkLst>
            <pc:docMk/>
            <pc:sldMk cId="1634913186" sldId="353"/>
            <ac:spMk id="219" creationId="{63D65524-610D-EBE7-88EC-148AD6C3D06E}"/>
          </ac:spMkLst>
        </pc:spChg>
        <pc:spChg chg="mod">
          <ac:chgData name="Brûlé, Caroline" userId="f1e7452b-5e17-4c7e-866d-8906919e201c" providerId="ADAL" clId="{1C39CB19-5268-496A-A145-603A55D6271D}" dt="2025-02-12T14:37:53.019" v="5391"/>
          <ac:spMkLst>
            <pc:docMk/>
            <pc:sldMk cId="1634913186" sldId="353"/>
            <ac:spMk id="222" creationId="{CE5CFC92-4DB7-0768-A30D-D75E97B063B2}"/>
          </ac:spMkLst>
        </pc:spChg>
        <pc:spChg chg="mod">
          <ac:chgData name="Brûlé, Caroline" userId="f1e7452b-5e17-4c7e-866d-8906919e201c" providerId="ADAL" clId="{1C39CB19-5268-496A-A145-603A55D6271D}" dt="2025-02-12T14:48:13.922" v="5536"/>
          <ac:spMkLst>
            <pc:docMk/>
            <pc:sldMk cId="1634913186" sldId="353"/>
            <ac:spMk id="229" creationId="{2FB61387-584B-0DCE-2B45-7FAD4C9E7D09}"/>
          </ac:spMkLst>
        </pc:spChg>
        <pc:spChg chg="mod">
          <ac:chgData name="Brûlé, Caroline" userId="f1e7452b-5e17-4c7e-866d-8906919e201c" providerId="ADAL" clId="{1C39CB19-5268-496A-A145-603A55D6271D}" dt="2025-02-12T14:48:13.922" v="5536"/>
          <ac:spMkLst>
            <pc:docMk/>
            <pc:sldMk cId="1634913186" sldId="353"/>
            <ac:spMk id="230" creationId="{791AF2C1-1F10-5E37-54AE-4099B300BCAD}"/>
          </ac:spMkLst>
        </pc:spChg>
        <pc:spChg chg="mod">
          <ac:chgData name="Brûlé, Caroline" userId="f1e7452b-5e17-4c7e-866d-8906919e201c" providerId="ADAL" clId="{1C39CB19-5268-496A-A145-603A55D6271D}" dt="2025-02-12T14:48:13.922" v="5536"/>
          <ac:spMkLst>
            <pc:docMk/>
            <pc:sldMk cId="1634913186" sldId="353"/>
            <ac:spMk id="231" creationId="{A580870F-38A1-6A9E-F326-CB8970E63B2E}"/>
          </ac:spMkLst>
        </pc:spChg>
        <pc:spChg chg="mod">
          <ac:chgData name="Brûlé, Caroline" userId="f1e7452b-5e17-4c7e-866d-8906919e201c" providerId="ADAL" clId="{1C39CB19-5268-496A-A145-603A55D6271D}" dt="2025-02-12T14:48:13.922" v="5536"/>
          <ac:spMkLst>
            <pc:docMk/>
            <pc:sldMk cId="1634913186" sldId="353"/>
            <ac:spMk id="235" creationId="{BC3FD532-76D6-6679-FEB4-0F3CC7479B35}"/>
          </ac:spMkLst>
        </pc:spChg>
        <pc:spChg chg="mod">
          <ac:chgData name="Brûlé, Caroline" userId="f1e7452b-5e17-4c7e-866d-8906919e201c" providerId="ADAL" clId="{1C39CB19-5268-496A-A145-603A55D6271D}" dt="2025-02-12T14:48:13.922" v="5536"/>
          <ac:spMkLst>
            <pc:docMk/>
            <pc:sldMk cId="1634913186" sldId="353"/>
            <ac:spMk id="236" creationId="{2F035FE5-7567-168C-EFDF-46817D31204F}"/>
          </ac:spMkLst>
        </pc:spChg>
        <pc:spChg chg="mod">
          <ac:chgData name="Brûlé, Caroline" userId="f1e7452b-5e17-4c7e-866d-8906919e201c" providerId="ADAL" clId="{1C39CB19-5268-496A-A145-603A55D6271D}" dt="2025-02-12T14:48:13.922" v="5536"/>
          <ac:spMkLst>
            <pc:docMk/>
            <pc:sldMk cId="1634913186" sldId="353"/>
            <ac:spMk id="238" creationId="{31C90140-023D-B584-554F-1F699044197B}"/>
          </ac:spMkLst>
        </pc:spChg>
        <pc:spChg chg="mod">
          <ac:chgData name="Brûlé, Caroline" userId="f1e7452b-5e17-4c7e-866d-8906919e201c" providerId="ADAL" clId="{1C39CB19-5268-496A-A145-603A55D6271D}" dt="2025-02-12T14:48:13.922" v="5536"/>
          <ac:spMkLst>
            <pc:docMk/>
            <pc:sldMk cId="1634913186" sldId="353"/>
            <ac:spMk id="241" creationId="{7CA02D37-7FE2-28FD-6E73-B1113D4E59EF}"/>
          </ac:spMkLst>
        </pc:spChg>
        <pc:spChg chg="mod">
          <ac:chgData name="Brûlé, Caroline" userId="f1e7452b-5e17-4c7e-866d-8906919e201c" providerId="ADAL" clId="{1C39CB19-5268-496A-A145-603A55D6271D}" dt="2025-02-12T14:48:13.922" v="5536"/>
          <ac:spMkLst>
            <pc:docMk/>
            <pc:sldMk cId="1634913186" sldId="353"/>
            <ac:spMk id="246" creationId="{108C84E8-DDE1-E6E4-D612-3D2D96E492A3}"/>
          </ac:spMkLst>
        </pc:spChg>
        <pc:spChg chg="mod">
          <ac:chgData name="Brûlé, Caroline" userId="f1e7452b-5e17-4c7e-866d-8906919e201c" providerId="ADAL" clId="{1C39CB19-5268-496A-A145-603A55D6271D}" dt="2025-02-12T14:48:13.922" v="5536"/>
          <ac:spMkLst>
            <pc:docMk/>
            <pc:sldMk cId="1634913186" sldId="353"/>
            <ac:spMk id="248" creationId="{BE42B718-CF3F-9960-F3F8-B8B59C2ABAB2}"/>
          </ac:spMkLst>
        </pc:spChg>
        <pc:grpChg chg="add mod">
          <ac:chgData name="Brûlé, Caroline" userId="f1e7452b-5e17-4c7e-866d-8906919e201c" providerId="ADAL" clId="{1C39CB19-5268-496A-A145-603A55D6271D}" dt="2025-02-12T14:37:33.933" v="5390" actId="1076"/>
          <ac:grpSpMkLst>
            <pc:docMk/>
            <pc:sldMk cId="1634913186" sldId="353"/>
            <ac:grpSpMk id="128" creationId="{66373D35-FD23-6BCE-9BC5-850FBD6C4DAF}"/>
          </ac:grpSpMkLst>
        </pc:grpChg>
        <pc:grpChg chg="add mod">
          <ac:chgData name="Brûlé, Caroline" userId="f1e7452b-5e17-4c7e-866d-8906919e201c" providerId="ADAL" clId="{1C39CB19-5268-496A-A145-603A55D6271D}" dt="2025-02-12T14:37:32.421" v="5389" actId="1076"/>
          <ac:grpSpMkLst>
            <pc:docMk/>
            <pc:sldMk cId="1634913186" sldId="353"/>
            <ac:grpSpMk id="139" creationId="{500974A0-702F-CCF3-42A8-FA0ED8518F63}"/>
          </ac:grpSpMkLst>
        </pc:grpChg>
        <pc:grpChg chg="add mod">
          <ac:chgData name="Brûlé, Caroline" userId="f1e7452b-5e17-4c7e-866d-8906919e201c" providerId="ADAL" clId="{1C39CB19-5268-496A-A145-603A55D6271D}" dt="2025-02-12T13:52:52.856" v="5191" actId="1076"/>
          <ac:grpSpMkLst>
            <pc:docMk/>
            <pc:sldMk cId="1634913186" sldId="353"/>
            <ac:grpSpMk id="151" creationId="{CA8420F4-6E9C-2799-725B-5A08CC5F45FF}"/>
          </ac:grpSpMkLst>
        </pc:grpChg>
        <pc:grpChg chg="add mod">
          <ac:chgData name="Brûlé, Caroline" userId="f1e7452b-5e17-4c7e-866d-8906919e201c" providerId="ADAL" clId="{1C39CB19-5268-496A-A145-603A55D6271D}" dt="2025-02-12T13:52:17.748" v="5181" actId="1076"/>
          <ac:grpSpMkLst>
            <pc:docMk/>
            <pc:sldMk cId="1634913186" sldId="353"/>
            <ac:grpSpMk id="152" creationId="{47E05971-FC56-07D0-2FB2-35C598694603}"/>
          </ac:grpSpMkLst>
        </pc:grpChg>
        <pc:grpChg chg="add mod">
          <ac:chgData name="Brûlé, Caroline" userId="f1e7452b-5e17-4c7e-866d-8906919e201c" providerId="ADAL" clId="{1C39CB19-5268-496A-A145-603A55D6271D}" dt="2025-02-12T14:37:29.967" v="5388" actId="1076"/>
          <ac:grpSpMkLst>
            <pc:docMk/>
            <pc:sldMk cId="1634913186" sldId="353"/>
            <ac:grpSpMk id="153" creationId="{96183436-CCAA-886D-04BE-9E6062A13FF7}"/>
          </ac:grpSpMkLst>
        </pc:grpChg>
        <pc:grpChg chg="mod">
          <ac:chgData name="Brûlé, Caroline" userId="f1e7452b-5e17-4c7e-866d-8906919e201c" providerId="ADAL" clId="{1C39CB19-5268-496A-A145-603A55D6271D}" dt="2025-02-12T14:05:23.980" v="5237"/>
          <ac:grpSpMkLst>
            <pc:docMk/>
            <pc:sldMk cId="1634913186" sldId="353"/>
            <ac:grpSpMk id="156" creationId="{F34B7668-A0FE-DECF-CC32-50ECFBBC0A61}"/>
          </ac:grpSpMkLst>
        </pc:grpChg>
        <pc:grpChg chg="mod">
          <ac:chgData name="Brûlé, Caroline" userId="f1e7452b-5e17-4c7e-866d-8906919e201c" providerId="ADAL" clId="{1C39CB19-5268-496A-A145-603A55D6271D}" dt="2025-02-12T14:37:23.250" v="5386" actId="1076"/>
          <ac:grpSpMkLst>
            <pc:docMk/>
            <pc:sldMk cId="1634913186" sldId="353"/>
            <ac:grpSpMk id="170" creationId="{CA731505-B109-BAD6-56C8-7A06DE69E4EF}"/>
          </ac:grpSpMkLst>
        </pc:grpChg>
        <pc:grpChg chg="mod">
          <ac:chgData name="Brûlé, Caroline" userId="f1e7452b-5e17-4c7e-866d-8906919e201c" providerId="ADAL" clId="{1C39CB19-5268-496A-A145-603A55D6271D}" dt="2025-02-12T14:37:08.087" v="5379"/>
          <ac:grpSpMkLst>
            <pc:docMk/>
            <pc:sldMk cId="1634913186" sldId="353"/>
            <ac:grpSpMk id="171" creationId="{765D6CF4-4C83-DDB2-E9F0-F9954E7C4863}"/>
          </ac:grpSpMkLst>
        </pc:grpChg>
        <pc:grpChg chg="mod">
          <ac:chgData name="Brûlé, Caroline" userId="f1e7452b-5e17-4c7e-866d-8906919e201c" providerId="ADAL" clId="{1C39CB19-5268-496A-A145-603A55D6271D}" dt="2025-02-12T14:37:08.087" v="5379"/>
          <ac:grpSpMkLst>
            <pc:docMk/>
            <pc:sldMk cId="1634913186" sldId="353"/>
            <ac:grpSpMk id="173" creationId="{CA380EB3-D9ED-BBEF-E152-4F4CF0157DD3}"/>
          </ac:grpSpMkLst>
        </pc:grpChg>
        <pc:grpChg chg="mod">
          <ac:chgData name="Brûlé, Caroline" userId="f1e7452b-5e17-4c7e-866d-8906919e201c" providerId="ADAL" clId="{1C39CB19-5268-496A-A145-603A55D6271D}" dt="2025-02-12T14:37:08.087" v="5379"/>
          <ac:grpSpMkLst>
            <pc:docMk/>
            <pc:sldMk cId="1634913186" sldId="353"/>
            <ac:grpSpMk id="178" creationId="{D2577D49-64D6-F424-BE54-877CCF1763B1}"/>
          </ac:grpSpMkLst>
        </pc:grpChg>
        <pc:grpChg chg="mod">
          <ac:chgData name="Brûlé, Caroline" userId="f1e7452b-5e17-4c7e-866d-8906919e201c" providerId="ADAL" clId="{1C39CB19-5268-496A-A145-603A55D6271D}" dt="2025-02-12T14:38:21.522" v="5401" actId="1076"/>
          <ac:grpSpMkLst>
            <pc:docMk/>
            <pc:sldMk cId="1634913186" sldId="353"/>
            <ac:grpSpMk id="187" creationId="{07A35D2E-E93A-623F-F7A6-2DF5BC63F32C}"/>
          </ac:grpSpMkLst>
        </pc:grpChg>
        <pc:grpChg chg="mod topLvl">
          <ac:chgData name="Brûlé, Caroline" userId="f1e7452b-5e17-4c7e-866d-8906919e201c" providerId="ADAL" clId="{1C39CB19-5268-496A-A145-603A55D6271D}" dt="2025-02-12T14:38:18.968" v="5400" actId="1076"/>
          <ac:grpSpMkLst>
            <pc:docMk/>
            <pc:sldMk cId="1634913186" sldId="353"/>
            <ac:grpSpMk id="202" creationId="{B5D69E21-B3AE-6871-001A-5A5BDCD11B59}"/>
          </ac:grpSpMkLst>
        </pc:grpChg>
        <pc:grpChg chg="mod">
          <ac:chgData name="Brûlé, Caroline" userId="f1e7452b-5e17-4c7e-866d-8906919e201c" providerId="ADAL" clId="{1C39CB19-5268-496A-A145-603A55D6271D}" dt="2025-02-12T14:48:17.266" v="5537" actId="1076"/>
          <ac:grpSpMkLst>
            <pc:docMk/>
            <pc:sldMk cId="1634913186" sldId="353"/>
            <ac:grpSpMk id="227" creationId="{456C8E79-5C0A-05E1-D46D-F39E737F3225}"/>
          </ac:grpSpMkLst>
        </pc:grpChg>
        <pc:picChg chg="add mod">
          <ac:chgData name="Brûlé, Caroline" userId="f1e7452b-5e17-4c7e-866d-8906919e201c" providerId="ADAL" clId="{1C39CB19-5268-496A-A145-603A55D6271D}" dt="2025-02-12T13:48:05.494" v="5092" actId="164"/>
          <ac:picMkLst>
            <pc:docMk/>
            <pc:sldMk cId="1634913186" sldId="353"/>
            <ac:picMk id="125" creationId="{4A02B7DD-BA2B-48F7-8FC9-B4CFC4D25BAF}"/>
          </ac:picMkLst>
        </pc:picChg>
        <pc:picChg chg="mod">
          <ac:chgData name="Brûlé, Caroline" userId="f1e7452b-5e17-4c7e-866d-8906919e201c" providerId="ADAL" clId="{1C39CB19-5268-496A-A145-603A55D6271D}" dt="2025-02-12T14:05:23.980" v="5237"/>
          <ac:picMkLst>
            <pc:docMk/>
            <pc:sldMk cId="1634913186" sldId="353"/>
            <ac:picMk id="155" creationId="{8F2DA589-8708-44FF-23C2-3C11B866D07F}"/>
          </ac:picMkLst>
        </pc:picChg>
        <pc:picChg chg="mod">
          <ac:chgData name="Brûlé, Caroline" userId="f1e7452b-5e17-4c7e-866d-8906919e201c" providerId="ADAL" clId="{1C39CB19-5268-496A-A145-603A55D6271D}" dt="2025-02-12T14:05:23.980" v="5237"/>
          <ac:picMkLst>
            <pc:docMk/>
            <pc:sldMk cId="1634913186" sldId="353"/>
            <ac:picMk id="166" creationId="{2630F774-4F27-7092-6351-4B0F16E65FA9}"/>
          </ac:picMkLst>
        </pc:picChg>
        <pc:picChg chg="mod">
          <ac:chgData name="Brûlé, Caroline" userId="f1e7452b-5e17-4c7e-866d-8906919e201c" providerId="ADAL" clId="{1C39CB19-5268-496A-A145-603A55D6271D}" dt="2025-02-12T14:37:08.087" v="5379"/>
          <ac:picMkLst>
            <pc:docMk/>
            <pc:sldMk cId="1634913186" sldId="353"/>
            <ac:picMk id="172" creationId="{1B9A0EEA-114E-F25F-EDD0-46077FB96D38}"/>
          </ac:picMkLst>
        </pc:picChg>
        <pc:picChg chg="mod">
          <ac:chgData name="Brûlé, Caroline" userId="f1e7452b-5e17-4c7e-866d-8906919e201c" providerId="ADAL" clId="{1C39CB19-5268-496A-A145-603A55D6271D}" dt="2025-02-12T14:37:08.087" v="5379"/>
          <ac:picMkLst>
            <pc:docMk/>
            <pc:sldMk cId="1634913186" sldId="353"/>
            <ac:picMk id="176" creationId="{192AD021-61FB-467B-A577-F75391077C06}"/>
          </ac:picMkLst>
        </pc:picChg>
        <pc:picChg chg="mod">
          <ac:chgData name="Brûlé, Caroline" userId="f1e7452b-5e17-4c7e-866d-8906919e201c" providerId="ADAL" clId="{1C39CB19-5268-496A-A145-603A55D6271D}" dt="2025-02-12T14:37:08.087" v="5379"/>
          <ac:picMkLst>
            <pc:docMk/>
            <pc:sldMk cId="1634913186" sldId="353"/>
            <ac:picMk id="183" creationId="{820E874D-1E81-76F6-95D6-BECA89CAFD03}"/>
          </ac:picMkLst>
        </pc:picChg>
        <pc:picChg chg="mod">
          <ac:chgData name="Brûlé, Caroline" userId="f1e7452b-5e17-4c7e-866d-8906919e201c" providerId="ADAL" clId="{1C39CB19-5268-496A-A145-603A55D6271D}" dt="2025-02-12T14:48:13.922" v="5536"/>
          <ac:picMkLst>
            <pc:docMk/>
            <pc:sldMk cId="1634913186" sldId="353"/>
            <ac:picMk id="247" creationId="{E7EAC6C7-0CF4-114D-B029-2BF365263930}"/>
          </ac:picMkLst>
        </pc:picChg>
        <pc:cxnChg chg="add mod">
          <ac:chgData name="Brûlé, Caroline" userId="f1e7452b-5e17-4c7e-866d-8906919e201c" providerId="ADAL" clId="{1C39CB19-5268-496A-A145-603A55D6271D}" dt="2025-02-12T14:38:18.968" v="5400" actId="1076"/>
          <ac:cxnSpMkLst>
            <pc:docMk/>
            <pc:sldMk cId="1634913186" sldId="353"/>
            <ac:cxnSpMk id="51" creationId="{BA0D4AD5-242E-08DD-23B9-2AEC5A4512DA}"/>
          </ac:cxnSpMkLst>
        </pc:cxnChg>
        <pc:cxnChg chg="add mod">
          <ac:chgData name="Brûlé, Caroline" userId="f1e7452b-5e17-4c7e-866d-8906919e201c" providerId="ADAL" clId="{1C39CB19-5268-496A-A145-603A55D6271D}" dt="2025-02-12T14:38:29.071" v="5403" actId="14100"/>
          <ac:cxnSpMkLst>
            <pc:docMk/>
            <pc:sldMk cId="1634913186" sldId="353"/>
            <ac:cxnSpMk id="54" creationId="{25FF14A3-694C-A46A-DB31-852678A304C7}"/>
          </ac:cxnSpMkLst>
        </pc:cxnChg>
        <pc:cxnChg chg="add mod">
          <ac:chgData name="Brûlé, Caroline" userId="f1e7452b-5e17-4c7e-866d-8906919e201c" providerId="ADAL" clId="{1C39CB19-5268-496A-A145-603A55D6271D}" dt="2025-02-12T14:37:29.967" v="5388" actId="1076"/>
          <ac:cxnSpMkLst>
            <pc:docMk/>
            <pc:sldMk cId="1634913186" sldId="353"/>
            <ac:cxnSpMk id="74" creationId="{6284D1DE-1893-4421-6E11-C7946F9D07E4}"/>
          </ac:cxnSpMkLst>
        </pc:cxnChg>
        <pc:cxnChg chg="add mod">
          <ac:chgData name="Brûlé, Caroline" userId="f1e7452b-5e17-4c7e-866d-8906919e201c" providerId="ADAL" clId="{1C39CB19-5268-496A-A145-603A55D6271D}" dt="2025-02-12T14:48:22.956" v="5538" actId="14100"/>
          <ac:cxnSpMkLst>
            <pc:docMk/>
            <pc:sldMk cId="1634913186" sldId="353"/>
            <ac:cxnSpMk id="81" creationId="{C75DCAD3-CBEA-2ACE-40E5-B2B3AD72F291}"/>
          </ac:cxnSpMkLst>
        </pc:cxnChg>
        <pc:cxnChg chg="add mod">
          <ac:chgData name="Brûlé, Caroline" userId="f1e7452b-5e17-4c7e-866d-8906919e201c" providerId="ADAL" clId="{1C39CB19-5268-496A-A145-603A55D6271D}" dt="2025-02-12T14:38:18.968" v="5400" actId="1076"/>
          <ac:cxnSpMkLst>
            <pc:docMk/>
            <pc:sldMk cId="1634913186" sldId="353"/>
            <ac:cxnSpMk id="95" creationId="{DE630371-2116-C4EB-9668-58F30FDCD057}"/>
          </ac:cxnSpMkLst>
        </pc:cxnChg>
        <pc:cxnChg chg="add mod">
          <ac:chgData name="Brûlé, Caroline" userId="f1e7452b-5e17-4c7e-866d-8906919e201c" providerId="ADAL" clId="{1C39CB19-5268-496A-A145-603A55D6271D}" dt="2025-02-12T14:37:23.250" v="5386" actId="1076"/>
          <ac:cxnSpMkLst>
            <pc:docMk/>
            <pc:sldMk cId="1634913186" sldId="353"/>
            <ac:cxnSpMk id="98" creationId="{9C0A76AB-A1DF-D4B4-D989-3BB15A66096D}"/>
          </ac:cxnSpMkLst>
        </pc:cxnChg>
        <pc:cxnChg chg="add mod">
          <ac:chgData name="Brûlé, Caroline" userId="f1e7452b-5e17-4c7e-866d-8906919e201c" providerId="ADAL" clId="{1C39CB19-5268-496A-A145-603A55D6271D}" dt="2025-02-12T14:37:29.967" v="5388" actId="1076"/>
          <ac:cxnSpMkLst>
            <pc:docMk/>
            <pc:sldMk cId="1634913186" sldId="353"/>
            <ac:cxnSpMk id="115" creationId="{836EBF29-D0E9-F8B1-03E9-2EF121322F43}"/>
          </ac:cxnSpMkLst>
        </pc:cxnChg>
        <pc:cxnChg chg="add mod">
          <ac:chgData name="Brûlé, Caroline" userId="f1e7452b-5e17-4c7e-866d-8906919e201c" providerId="ADAL" clId="{1C39CB19-5268-496A-A145-603A55D6271D}" dt="2025-02-12T14:38:18.968" v="5400" actId="1076"/>
          <ac:cxnSpMkLst>
            <pc:docMk/>
            <pc:sldMk cId="1634913186" sldId="353"/>
            <ac:cxnSpMk id="134" creationId="{BA8F36C6-0FA4-871C-3F86-6DA0F8581AEF}"/>
          </ac:cxnSpMkLst>
        </pc:cxnChg>
        <pc:cxnChg chg="add mod">
          <ac:chgData name="Brûlé, Caroline" userId="f1e7452b-5e17-4c7e-866d-8906919e201c" providerId="ADAL" clId="{1C39CB19-5268-496A-A145-603A55D6271D}" dt="2025-02-12T14:37:33.933" v="5390" actId="1076"/>
          <ac:cxnSpMkLst>
            <pc:docMk/>
            <pc:sldMk cId="1634913186" sldId="353"/>
            <ac:cxnSpMk id="141" creationId="{00C4B786-7F13-94D8-97DE-D25184A1C55C}"/>
          </ac:cxnSpMkLst>
        </pc:cxnChg>
        <pc:cxnChg chg="add mod">
          <ac:chgData name="Brûlé, Caroline" userId="f1e7452b-5e17-4c7e-866d-8906919e201c" providerId="ADAL" clId="{1C39CB19-5268-496A-A145-603A55D6271D}" dt="2025-02-12T14:37:33.933" v="5390" actId="1076"/>
          <ac:cxnSpMkLst>
            <pc:docMk/>
            <pc:sldMk cId="1634913186" sldId="353"/>
            <ac:cxnSpMk id="144" creationId="{938F1F27-74FB-ED3C-B78D-99630200D1D3}"/>
          </ac:cxnSpMkLst>
        </pc:cxnChg>
      </pc:sldChg>
      <pc:sldChg chg="delSp modSp add del mod">
        <pc:chgData name="Brûlé, Caroline" userId="f1e7452b-5e17-4c7e-866d-8906919e201c" providerId="ADAL" clId="{1C39CB19-5268-496A-A145-603A55D6271D}" dt="2025-02-12T13:29:08.639" v="5070" actId="2696"/>
        <pc:sldMkLst>
          <pc:docMk/>
          <pc:sldMk cId="3710193183" sldId="354"/>
        </pc:sldMkLst>
      </pc:sldChg>
      <pc:sldChg chg="addSp delSp modSp add mod ord modNotesTx">
        <pc:chgData name="Brûlé, Caroline" userId="f1e7452b-5e17-4c7e-866d-8906919e201c" providerId="ADAL" clId="{1C39CB19-5268-496A-A145-603A55D6271D}" dt="2025-02-12T16:00:46.761" v="6305"/>
        <pc:sldMkLst>
          <pc:docMk/>
          <pc:sldMk cId="928423526" sldId="355"/>
        </pc:sldMkLst>
        <pc:spChg chg="mod">
          <ac:chgData name="Brûlé, Caroline" userId="f1e7452b-5e17-4c7e-866d-8906919e201c" providerId="ADAL" clId="{1C39CB19-5268-496A-A145-603A55D6271D}" dt="2025-02-12T14:04:38.785" v="5232" actId="1076"/>
          <ac:spMkLst>
            <pc:docMk/>
            <pc:sldMk cId="928423526" sldId="355"/>
            <ac:spMk id="12" creationId="{7F5D96AD-C669-2D30-A8B4-26A61D110F38}"/>
          </ac:spMkLst>
        </pc:spChg>
        <pc:spChg chg="mod">
          <ac:chgData name="Brûlé, Caroline" userId="f1e7452b-5e17-4c7e-866d-8906919e201c" providerId="ADAL" clId="{1C39CB19-5268-496A-A145-603A55D6271D}" dt="2025-02-12T14:27:55.599" v="5294"/>
          <ac:spMkLst>
            <pc:docMk/>
            <pc:sldMk cId="928423526" sldId="355"/>
            <ac:spMk id="48" creationId="{C13E6059-48BB-4739-4627-3C43D982452B}"/>
          </ac:spMkLst>
        </pc:spChg>
        <pc:spChg chg="mod">
          <ac:chgData name="Brûlé, Caroline" userId="f1e7452b-5e17-4c7e-866d-8906919e201c" providerId="ADAL" clId="{1C39CB19-5268-496A-A145-603A55D6271D}" dt="2025-02-12T14:27:55.599" v="5294"/>
          <ac:spMkLst>
            <pc:docMk/>
            <pc:sldMk cId="928423526" sldId="355"/>
            <ac:spMk id="52" creationId="{5F2033AC-3ACB-4CC5-F11E-22F7603EECC7}"/>
          </ac:spMkLst>
        </pc:spChg>
        <pc:spChg chg="mod">
          <ac:chgData name="Brûlé, Caroline" userId="f1e7452b-5e17-4c7e-866d-8906919e201c" providerId="ADAL" clId="{1C39CB19-5268-496A-A145-603A55D6271D}" dt="2025-02-12T14:27:55.599" v="5294"/>
          <ac:spMkLst>
            <pc:docMk/>
            <pc:sldMk cId="928423526" sldId="355"/>
            <ac:spMk id="54" creationId="{5D5EE633-F3B8-BE51-5F49-9B6DE4155FFB}"/>
          </ac:spMkLst>
        </pc:spChg>
        <pc:spChg chg="mod">
          <ac:chgData name="Brûlé, Caroline" userId="f1e7452b-5e17-4c7e-866d-8906919e201c" providerId="ADAL" clId="{1C39CB19-5268-496A-A145-603A55D6271D}" dt="2025-02-12T14:31:12.976" v="5312"/>
          <ac:spMkLst>
            <pc:docMk/>
            <pc:sldMk cId="928423526" sldId="355"/>
            <ac:spMk id="67" creationId="{DEA41C36-F6EF-BCFB-2685-CDD577586B75}"/>
          </ac:spMkLst>
        </pc:spChg>
        <pc:spChg chg="mod">
          <ac:chgData name="Brûlé, Caroline" userId="f1e7452b-5e17-4c7e-866d-8906919e201c" providerId="ADAL" clId="{1C39CB19-5268-496A-A145-603A55D6271D}" dt="2025-02-12T14:31:12.976" v="5312"/>
          <ac:spMkLst>
            <pc:docMk/>
            <pc:sldMk cId="928423526" sldId="355"/>
            <ac:spMk id="70" creationId="{94A1E33C-45CF-8CA9-FCF5-D167DCB15E03}"/>
          </ac:spMkLst>
        </pc:spChg>
        <pc:spChg chg="mod">
          <ac:chgData name="Brûlé, Caroline" userId="f1e7452b-5e17-4c7e-866d-8906919e201c" providerId="ADAL" clId="{1C39CB19-5268-496A-A145-603A55D6271D}" dt="2025-02-12T14:31:12.976" v="5312"/>
          <ac:spMkLst>
            <pc:docMk/>
            <pc:sldMk cId="928423526" sldId="355"/>
            <ac:spMk id="75" creationId="{F1DE692C-9085-2C39-89D6-3D77F8AB1454}"/>
          </ac:spMkLst>
        </pc:spChg>
        <pc:spChg chg="mod">
          <ac:chgData name="Brûlé, Caroline" userId="f1e7452b-5e17-4c7e-866d-8906919e201c" providerId="ADAL" clId="{1C39CB19-5268-496A-A145-603A55D6271D}" dt="2025-02-12T14:31:12.976" v="5312"/>
          <ac:spMkLst>
            <pc:docMk/>
            <pc:sldMk cId="928423526" sldId="355"/>
            <ac:spMk id="77" creationId="{80F1D098-23DB-3372-F9CC-B551C4106AE1}"/>
          </ac:spMkLst>
        </pc:spChg>
        <pc:spChg chg="mod">
          <ac:chgData name="Brûlé, Caroline" userId="f1e7452b-5e17-4c7e-866d-8906919e201c" providerId="ADAL" clId="{1C39CB19-5268-496A-A145-603A55D6271D}" dt="2025-02-12T14:31:31.373" v="5315"/>
          <ac:spMkLst>
            <pc:docMk/>
            <pc:sldMk cId="928423526" sldId="355"/>
            <ac:spMk id="82" creationId="{96FA6E6C-D671-2C7E-1E67-CA650F2EB28E}"/>
          </ac:spMkLst>
        </pc:spChg>
        <pc:spChg chg="mod">
          <ac:chgData name="Brûlé, Caroline" userId="f1e7452b-5e17-4c7e-866d-8906919e201c" providerId="ADAL" clId="{1C39CB19-5268-496A-A145-603A55D6271D}" dt="2025-02-12T14:31:31.373" v="5315"/>
          <ac:spMkLst>
            <pc:docMk/>
            <pc:sldMk cId="928423526" sldId="355"/>
            <ac:spMk id="83" creationId="{49B4AC10-0F1E-C531-CC0F-43793C69E74E}"/>
          </ac:spMkLst>
        </pc:spChg>
        <pc:spChg chg="mod">
          <ac:chgData name="Brûlé, Caroline" userId="f1e7452b-5e17-4c7e-866d-8906919e201c" providerId="ADAL" clId="{1C39CB19-5268-496A-A145-603A55D6271D}" dt="2025-02-12T14:31:31.373" v="5315"/>
          <ac:spMkLst>
            <pc:docMk/>
            <pc:sldMk cId="928423526" sldId="355"/>
            <ac:spMk id="88" creationId="{97121172-B84D-BAC6-DBAB-1DEA68F7DEC3}"/>
          </ac:spMkLst>
        </pc:spChg>
        <pc:spChg chg="mod">
          <ac:chgData name="Brûlé, Caroline" userId="f1e7452b-5e17-4c7e-866d-8906919e201c" providerId="ADAL" clId="{1C39CB19-5268-496A-A145-603A55D6271D}" dt="2025-02-12T14:31:31.373" v="5315"/>
          <ac:spMkLst>
            <pc:docMk/>
            <pc:sldMk cId="928423526" sldId="355"/>
            <ac:spMk id="90" creationId="{16567E6C-080E-0B85-08C1-C29B33251F77}"/>
          </ac:spMkLst>
        </pc:spChg>
        <pc:spChg chg="mod">
          <ac:chgData name="Brûlé, Caroline" userId="f1e7452b-5e17-4c7e-866d-8906919e201c" providerId="ADAL" clId="{1C39CB19-5268-496A-A145-603A55D6271D}" dt="2025-02-12T14:31:31.373" v="5315"/>
          <ac:spMkLst>
            <pc:docMk/>
            <pc:sldMk cId="928423526" sldId="355"/>
            <ac:spMk id="92" creationId="{B01B3F39-289A-C404-C21D-14D6B753C5A3}"/>
          </ac:spMkLst>
        </pc:spChg>
        <pc:spChg chg="mod">
          <ac:chgData name="Brûlé, Caroline" userId="f1e7452b-5e17-4c7e-866d-8906919e201c" providerId="ADAL" clId="{1C39CB19-5268-496A-A145-603A55D6271D}" dt="2025-02-12T14:31:31.373" v="5315"/>
          <ac:spMkLst>
            <pc:docMk/>
            <pc:sldMk cId="928423526" sldId="355"/>
            <ac:spMk id="96" creationId="{4F090437-5636-B126-BB9D-A3A817208D95}"/>
          </ac:spMkLst>
        </pc:spChg>
        <pc:spChg chg="mod">
          <ac:chgData name="Brûlé, Caroline" userId="f1e7452b-5e17-4c7e-866d-8906919e201c" providerId="ADAL" clId="{1C39CB19-5268-496A-A145-603A55D6271D}" dt="2025-02-12T14:31:31.373" v="5315"/>
          <ac:spMkLst>
            <pc:docMk/>
            <pc:sldMk cId="928423526" sldId="355"/>
            <ac:spMk id="99" creationId="{4A1557EB-A088-55D1-E42E-420DCBB77E8E}"/>
          </ac:spMkLst>
        </pc:spChg>
        <pc:spChg chg="mod">
          <ac:chgData name="Brûlé, Caroline" userId="f1e7452b-5e17-4c7e-866d-8906919e201c" providerId="ADAL" clId="{1C39CB19-5268-496A-A145-603A55D6271D}" dt="2025-02-12T14:48:29.697" v="5540"/>
          <ac:spMkLst>
            <pc:docMk/>
            <pc:sldMk cId="928423526" sldId="355"/>
            <ac:spMk id="118" creationId="{5E3E9598-3624-A68B-B69D-DB8D433A7C7C}"/>
          </ac:spMkLst>
        </pc:spChg>
        <pc:spChg chg="mod">
          <ac:chgData name="Brûlé, Caroline" userId="f1e7452b-5e17-4c7e-866d-8906919e201c" providerId="ADAL" clId="{1C39CB19-5268-496A-A145-603A55D6271D}" dt="2025-02-12T14:48:29.697" v="5540"/>
          <ac:spMkLst>
            <pc:docMk/>
            <pc:sldMk cId="928423526" sldId="355"/>
            <ac:spMk id="119" creationId="{F6940D1E-EFCF-7164-D5DE-D3253C8BA7EF}"/>
          </ac:spMkLst>
        </pc:spChg>
        <pc:spChg chg="mod">
          <ac:chgData name="Brûlé, Caroline" userId="f1e7452b-5e17-4c7e-866d-8906919e201c" providerId="ADAL" clId="{1C39CB19-5268-496A-A145-603A55D6271D}" dt="2025-02-12T14:48:29.697" v="5540"/>
          <ac:spMkLst>
            <pc:docMk/>
            <pc:sldMk cId="928423526" sldId="355"/>
            <ac:spMk id="120" creationId="{9A75B8A9-660D-50B2-A731-B1F0A6220FB1}"/>
          </ac:spMkLst>
        </pc:spChg>
        <pc:spChg chg="mod">
          <ac:chgData name="Brûlé, Caroline" userId="f1e7452b-5e17-4c7e-866d-8906919e201c" providerId="ADAL" clId="{1C39CB19-5268-496A-A145-603A55D6271D}" dt="2025-02-12T14:48:29.697" v="5540"/>
          <ac:spMkLst>
            <pc:docMk/>
            <pc:sldMk cId="928423526" sldId="355"/>
            <ac:spMk id="124" creationId="{947CE2D8-9831-EE0D-3F2F-F57C98867DDA}"/>
          </ac:spMkLst>
        </pc:spChg>
        <pc:spChg chg="mod">
          <ac:chgData name="Brûlé, Caroline" userId="f1e7452b-5e17-4c7e-866d-8906919e201c" providerId="ADAL" clId="{1C39CB19-5268-496A-A145-603A55D6271D}" dt="2025-02-12T14:48:29.697" v="5540"/>
          <ac:spMkLst>
            <pc:docMk/>
            <pc:sldMk cId="928423526" sldId="355"/>
            <ac:spMk id="125" creationId="{2D4C681D-F9FF-190F-10BD-013AB36E30A9}"/>
          </ac:spMkLst>
        </pc:spChg>
        <pc:spChg chg="mod">
          <ac:chgData name="Brûlé, Caroline" userId="f1e7452b-5e17-4c7e-866d-8906919e201c" providerId="ADAL" clId="{1C39CB19-5268-496A-A145-603A55D6271D}" dt="2025-02-12T14:48:29.697" v="5540"/>
          <ac:spMkLst>
            <pc:docMk/>
            <pc:sldMk cId="928423526" sldId="355"/>
            <ac:spMk id="127" creationId="{C563EAAC-73AB-D1F7-5797-D51ADC5E1783}"/>
          </ac:spMkLst>
        </pc:spChg>
        <pc:spChg chg="mod">
          <ac:chgData name="Brûlé, Caroline" userId="f1e7452b-5e17-4c7e-866d-8906919e201c" providerId="ADAL" clId="{1C39CB19-5268-496A-A145-603A55D6271D}" dt="2025-02-12T14:48:29.697" v="5540"/>
          <ac:spMkLst>
            <pc:docMk/>
            <pc:sldMk cId="928423526" sldId="355"/>
            <ac:spMk id="130" creationId="{4B2A204F-22B5-CA19-F825-7D65299E732C}"/>
          </ac:spMkLst>
        </pc:spChg>
        <pc:spChg chg="mod">
          <ac:chgData name="Brûlé, Caroline" userId="f1e7452b-5e17-4c7e-866d-8906919e201c" providerId="ADAL" clId="{1C39CB19-5268-496A-A145-603A55D6271D}" dt="2025-02-12T14:48:29.697" v="5540"/>
          <ac:spMkLst>
            <pc:docMk/>
            <pc:sldMk cId="928423526" sldId="355"/>
            <ac:spMk id="135" creationId="{4D45F58F-C085-4507-C744-02FBA51C5C2A}"/>
          </ac:spMkLst>
        </pc:spChg>
        <pc:spChg chg="mod">
          <ac:chgData name="Brûlé, Caroline" userId="f1e7452b-5e17-4c7e-866d-8906919e201c" providerId="ADAL" clId="{1C39CB19-5268-496A-A145-603A55D6271D}" dt="2025-02-12T14:48:29.697" v="5540"/>
          <ac:spMkLst>
            <pc:docMk/>
            <pc:sldMk cId="928423526" sldId="355"/>
            <ac:spMk id="137" creationId="{5AD69ED6-C46F-4F2D-A619-621251704021}"/>
          </ac:spMkLst>
        </pc:spChg>
        <pc:spChg chg="mod">
          <ac:chgData name="Brûlé, Caroline" userId="f1e7452b-5e17-4c7e-866d-8906919e201c" providerId="ADAL" clId="{1C39CB19-5268-496A-A145-603A55D6271D}" dt="2025-02-12T15:18:01.167" v="5743"/>
          <ac:spMkLst>
            <pc:docMk/>
            <pc:sldMk cId="928423526" sldId="355"/>
            <ac:spMk id="151" creationId="{E26CCF40-31CA-D7AE-48B0-BF24D235C597}"/>
          </ac:spMkLst>
        </pc:spChg>
        <pc:spChg chg="mod">
          <ac:chgData name="Brûlé, Caroline" userId="f1e7452b-5e17-4c7e-866d-8906919e201c" providerId="ADAL" clId="{1C39CB19-5268-496A-A145-603A55D6271D}" dt="2025-02-12T15:18:01.167" v="5743"/>
          <ac:spMkLst>
            <pc:docMk/>
            <pc:sldMk cId="928423526" sldId="355"/>
            <ac:spMk id="152" creationId="{DB5577E7-54A8-AC37-239C-7CBB7668FF76}"/>
          </ac:spMkLst>
        </pc:spChg>
        <pc:spChg chg="mod">
          <ac:chgData name="Brûlé, Caroline" userId="f1e7452b-5e17-4c7e-866d-8906919e201c" providerId="ADAL" clId="{1C39CB19-5268-496A-A145-603A55D6271D}" dt="2025-02-12T15:18:01.167" v="5743"/>
          <ac:spMkLst>
            <pc:docMk/>
            <pc:sldMk cId="928423526" sldId="355"/>
            <ac:spMk id="156" creationId="{AE8A91CA-32D3-B97F-6372-0ADB81767A34}"/>
          </ac:spMkLst>
        </pc:spChg>
        <pc:spChg chg="mod">
          <ac:chgData name="Brûlé, Caroline" userId="f1e7452b-5e17-4c7e-866d-8906919e201c" providerId="ADAL" clId="{1C39CB19-5268-496A-A145-603A55D6271D}" dt="2025-02-12T15:18:01.167" v="5743"/>
          <ac:spMkLst>
            <pc:docMk/>
            <pc:sldMk cId="928423526" sldId="355"/>
            <ac:spMk id="157" creationId="{BF6F0950-7C53-FA2A-9573-5E960C0EA08D}"/>
          </ac:spMkLst>
        </pc:spChg>
        <pc:spChg chg="mod">
          <ac:chgData name="Brûlé, Caroline" userId="f1e7452b-5e17-4c7e-866d-8906919e201c" providerId="ADAL" clId="{1C39CB19-5268-496A-A145-603A55D6271D}" dt="2025-02-12T15:18:01.167" v="5743"/>
          <ac:spMkLst>
            <pc:docMk/>
            <pc:sldMk cId="928423526" sldId="355"/>
            <ac:spMk id="158" creationId="{418C2E08-44DB-103E-6734-AD68A5DA6416}"/>
          </ac:spMkLst>
        </pc:spChg>
        <pc:spChg chg="mod">
          <ac:chgData name="Brûlé, Caroline" userId="f1e7452b-5e17-4c7e-866d-8906919e201c" providerId="ADAL" clId="{1C39CB19-5268-496A-A145-603A55D6271D}" dt="2025-02-12T15:18:01.167" v="5743"/>
          <ac:spMkLst>
            <pc:docMk/>
            <pc:sldMk cId="928423526" sldId="355"/>
            <ac:spMk id="162" creationId="{352D70F7-4CA5-20F5-4968-97F55B047FA6}"/>
          </ac:spMkLst>
        </pc:spChg>
        <pc:spChg chg="mod">
          <ac:chgData name="Brûlé, Caroline" userId="f1e7452b-5e17-4c7e-866d-8906919e201c" providerId="ADAL" clId="{1C39CB19-5268-496A-A145-603A55D6271D}" dt="2025-02-12T15:18:01.167" v="5743"/>
          <ac:spMkLst>
            <pc:docMk/>
            <pc:sldMk cId="928423526" sldId="355"/>
            <ac:spMk id="164" creationId="{C00E4F42-07F7-DD22-A291-3BFABAF9C116}"/>
          </ac:spMkLst>
        </pc:spChg>
        <pc:spChg chg="mod">
          <ac:chgData name="Brûlé, Caroline" userId="f1e7452b-5e17-4c7e-866d-8906919e201c" providerId="ADAL" clId="{1C39CB19-5268-496A-A145-603A55D6271D}" dt="2025-02-12T15:18:01.167" v="5743"/>
          <ac:spMkLst>
            <pc:docMk/>
            <pc:sldMk cId="928423526" sldId="355"/>
            <ac:spMk id="166" creationId="{462AD882-BDDB-C19B-CEC8-93186AADD271}"/>
          </ac:spMkLst>
        </pc:spChg>
        <pc:spChg chg="mod">
          <ac:chgData name="Brûlé, Caroline" userId="f1e7452b-5e17-4c7e-866d-8906919e201c" providerId="ADAL" clId="{1C39CB19-5268-496A-A145-603A55D6271D}" dt="2025-02-12T15:18:01.167" v="5743"/>
          <ac:spMkLst>
            <pc:docMk/>
            <pc:sldMk cId="928423526" sldId="355"/>
            <ac:spMk id="170" creationId="{50294F4B-929A-9486-04D3-033A9B6F22ED}"/>
          </ac:spMkLst>
        </pc:spChg>
        <pc:spChg chg="mod">
          <ac:chgData name="Brûlé, Caroline" userId="f1e7452b-5e17-4c7e-866d-8906919e201c" providerId="ADAL" clId="{1C39CB19-5268-496A-A145-603A55D6271D}" dt="2025-02-12T15:18:01.167" v="5743"/>
          <ac:spMkLst>
            <pc:docMk/>
            <pc:sldMk cId="928423526" sldId="355"/>
            <ac:spMk id="172" creationId="{668C55FB-D018-08B4-0915-73FF1E671991}"/>
          </ac:spMkLst>
        </pc:spChg>
        <pc:grpChg chg="add mod">
          <ac:chgData name="Brûlé, Caroline" userId="f1e7452b-5e17-4c7e-866d-8906919e201c" providerId="ADAL" clId="{1C39CB19-5268-496A-A145-603A55D6271D}" dt="2025-02-12T14:31:00.660" v="5311" actId="1076"/>
          <ac:grpSpMkLst>
            <pc:docMk/>
            <pc:sldMk cId="928423526" sldId="355"/>
            <ac:grpSpMk id="44" creationId="{D096E1C1-E0FE-CBF3-F4CB-1B57F75FB470}"/>
          </ac:grpSpMkLst>
        </pc:grpChg>
        <pc:grpChg chg="mod">
          <ac:chgData name="Brûlé, Caroline" userId="f1e7452b-5e17-4c7e-866d-8906919e201c" providerId="ADAL" clId="{1C39CB19-5268-496A-A145-603A55D6271D}" dt="2025-02-12T14:27:55.599" v="5294"/>
          <ac:grpSpMkLst>
            <pc:docMk/>
            <pc:sldMk cId="928423526" sldId="355"/>
            <ac:grpSpMk id="45" creationId="{02683F77-74E9-C65C-9D6D-DABD0FBB739A}"/>
          </ac:grpSpMkLst>
        </pc:grpChg>
        <pc:grpChg chg="mod">
          <ac:chgData name="Brûlé, Caroline" userId="f1e7452b-5e17-4c7e-866d-8906919e201c" providerId="ADAL" clId="{1C39CB19-5268-496A-A145-603A55D6271D}" dt="2025-02-12T14:27:55.599" v="5294"/>
          <ac:grpSpMkLst>
            <pc:docMk/>
            <pc:sldMk cId="928423526" sldId="355"/>
            <ac:grpSpMk id="47" creationId="{F6832055-F93A-C028-E7D2-AEF8E4A71CA1}"/>
          </ac:grpSpMkLst>
        </pc:grpChg>
        <pc:grpChg chg="mod">
          <ac:chgData name="Brûlé, Caroline" userId="f1e7452b-5e17-4c7e-866d-8906919e201c" providerId="ADAL" clId="{1C39CB19-5268-496A-A145-603A55D6271D}" dt="2025-02-12T14:27:55.599" v="5294"/>
          <ac:grpSpMkLst>
            <pc:docMk/>
            <pc:sldMk cId="928423526" sldId="355"/>
            <ac:grpSpMk id="49" creationId="{01A7C0BA-3084-3B9B-9B4B-134E5528B97F}"/>
          </ac:grpSpMkLst>
        </pc:grpChg>
        <pc:grpChg chg="mod">
          <ac:chgData name="Brûlé, Caroline" userId="f1e7452b-5e17-4c7e-866d-8906919e201c" providerId="ADAL" clId="{1C39CB19-5268-496A-A145-603A55D6271D}" dt="2025-02-12T14:27:55.599" v="5294"/>
          <ac:grpSpMkLst>
            <pc:docMk/>
            <pc:sldMk cId="928423526" sldId="355"/>
            <ac:grpSpMk id="51" creationId="{E15C1B02-DB29-FC61-587F-3F0D2C2FBC09}"/>
          </ac:grpSpMkLst>
        </pc:grpChg>
        <pc:grpChg chg="add mod">
          <ac:chgData name="Brûlé, Caroline" userId="f1e7452b-5e17-4c7e-866d-8906919e201c" providerId="ADAL" clId="{1C39CB19-5268-496A-A145-603A55D6271D}" dt="2025-02-12T14:32:24.183" v="5333" actId="1076"/>
          <ac:grpSpMkLst>
            <pc:docMk/>
            <pc:sldMk cId="928423526" sldId="355"/>
            <ac:grpSpMk id="63" creationId="{8238CE8A-6A4F-C72E-F1AE-B3CCBBEFDF74}"/>
          </ac:grpSpMkLst>
        </pc:grpChg>
        <pc:grpChg chg="mod">
          <ac:chgData name="Brûlé, Caroline" userId="f1e7452b-5e17-4c7e-866d-8906919e201c" providerId="ADAL" clId="{1C39CB19-5268-496A-A145-603A55D6271D}" dt="2025-02-12T14:31:12.976" v="5312"/>
          <ac:grpSpMkLst>
            <pc:docMk/>
            <pc:sldMk cId="928423526" sldId="355"/>
            <ac:grpSpMk id="64" creationId="{4CC1C26B-450F-D398-3CC6-4C6901E2F5F6}"/>
          </ac:grpSpMkLst>
        </pc:grpChg>
        <pc:grpChg chg="mod">
          <ac:chgData name="Brûlé, Caroline" userId="f1e7452b-5e17-4c7e-866d-8906919e201c" providerId="ADAL" clId="{1C39CB19-5268-496A-A145-603A55D6271D}" dt="2025-02-12T14:31:12.976" v="5312"/>
          <ac:grpSpMkLst>
            <pc:docMk/>
            <pc:sldMk cId="928423526" sldId="355"/>
            <ac:grpSpMk id="66" creationId="{44D1D952-25EE-CCB8-7AF2-B5E7C2F39DA1}"/>
          </ac:grpSpMkLst>
        </pc:grpChg>
        <pc:grpChg chg="mod topLvl">
          <ac:chgData name="Brûlé, Caroline" userId="f1e7452b-5e17-4c7e-866d-8906919e201c" providerId="ADAL" clId="{1C39CB19-5268-496A-A145-603A55D6271D}" dt="2025-02-12T14:31:44.695" v="5320" actId="1076"/>
          <ac:grpSpMkLst>
            <pc:docMk/>
            <pc:sldMk cId="928423526" sldId="355"/>
            <ac:grpSpMk id="79" creationId="{DC70A250-F685-F707-8470-8B291AA5F295}"/>
          </ac:grpSpMkLst>
        </pc:grpChg>
        <pc:grpChg chg="mod">
          <ac:chgData name="Brûlé, Caroline" userId="f1e7452b-5e17-4c7e-866d-8906919e201c" providerId="ADAL" clId="{1C39CB19-5268-496A-A145-603A55D6271D}" dt="2025-02-12T14:48:31.632" v="5541" actId="1076"/>
          <ac:grpSpMkLst>
            <pc:docMk/>
            <pc:sldMk cId="928423526" sldId="355"/>
            <ac:grpSpMk id="116" creationId="{E168D6BC-3021-EBCF-B676-7B4EAD2AB061}"/>
          </ac:grpSpMkLst>
        </pc:grpChg>
        <pc:grpChg chg="mod">
          <ac:chgData name="Brûlé, Caroline" userId="f1e7452b-5e17-4c7e-866d-8906919e201c" providerId="ADAL" clId="{1C39CB19-5268-496A-A145-603A55D6271D}" dt="2025-02-12T15:18:06.458" v="5745" actId="1076"/>
          <ac:grpSpMkLst>
            <pc:docMk/>
            <pc:sldMk cId="928423526" sldId="355"/>
            <ac:grpSpMk id="139" creationId="{B74CF564-53F8-8959-7428-63088650AE64}"/>
          </ac:grpSpMkLst>
        </pc:grpChg>
        <pc:picChg chg="mod">
          <ac:chgData name="Brûlé, Caroline" userId="f1e7452b-5e17-4c7e-866d-8906919e201c" providerId="ADAL" clId="{1C39CB19-5268-496A-A145-603A55D6271D}" dt="2025-02-12T14:27:55.599" v="5294"/>
          <ac:picMkLst>
            <pc:docMk/>
            <pc:sldMk cId="928423526" sldId="355"/>
            <ac:picMk id="46" creationId="{457A953C-02E7-48A2-F3AA-C7E3F33FDB33}"/>
          </ac:picMkLst>
        </pc:picChg>
        <pc:picChg chg="mod">
          <ac:chgData name="Brûlé, Caroline" userId="f1e7452b-5e17-4c7e-866d-8906919e201c" providerId="ADAL" clId="{1C39CB19-5268-496A-A145-603A55D6271D}" dt="2025-02-12T14:27:55.599" v="5294"/>
          <ac:picMkLst>
            <pc:docMk/>
            <pc:sldMk cId="928423526" sldId="355"/>
            <ac:picMk id="53" creationId="{15F1F008-1A57-AF7D-4161-7CDD795E3912}"/>
          </ac:picMkLst>
        </pc:picChg>
        <pc:picChg chg="mod">
          <ac:chgData name="Brûlé, Caroline" userId="f1e7452b-5e17-4c7e-866d-8906919e201c" providerId="ADAL" clId="{1C39CB19-5268-496A-A145-603A55D6271D}" dt="2025-02-12T14:31:12.976" v="5312"/>
          <ac:picMkLst>
            <pc:docMk/>
            <pc:sldMk cId="928423526" sldId="355"/>
            <ac:picMk id="65" creationId="{38BFDBC9-83BE-7766-14FD-1C431D06DF01}"/>
          </ac:picMkLst>
        </pc:picChg>
        <pc:picChg chg="mod">
          <ac:chgData name="Brûlé, Caroline" userId="f1e7452b-5e17-4c7e-866d-8906919e201c" providerId="ADAL" clId="{1C39CB19-5268-496A-A145-603A55D6271D}" dt="2025-02-12T14:31:12.976" v="5312"/>
          <ac:picMkLst>
            <pc:docMk/>
            <pc:sldMk cId="928423526" sldId="355"/>
            <ac:picMk id="69" creationId="{620B7737-05F4-CA43-9BDF-259A959F12C9}"/>
          </ac:picMkLst>
        </pc:picChg>
        <pc:picChg chg="mod">
          <ac:chgData name="Brûlé, Caroline" userId="f1e7452b-5e17-4c7e-866d-8906919e201c" providerId="ADAL" clId="{1C39CB19-5268-496A-A145-603A55D6271D}" dt="2025-02-12T14:31:12.976" v="5312"/>
          <ac:picMkLst>
            <pc:docMk/>
            <pc:sldMk cId="928423526" sldId="355"/>
            <ac:picMk id="76" creationId="{1ECA19CF-1DCE-C9E1-0395-E5641132F2E4}"/>
          </ac:picMkLst>
        </pc:picChg>
        <pc:picChg chg="mod">
          <ac:chgData name="Brûlé, Caroline" userId="f1e7452b-5e17-4c7e-866d-8906919e201c" providerId="ADAL" clId="{1C39CB19-5268-496A-A145-603A55D6271D}" dt="2025-02-12T14:31:31.373" v="5315"/>
          <ac:picMkLst>
            <pc:docMk/>
            <pc:sldMk cId="928423526" sldId="355"/>
            <ac:picMk id="89" creationId="{AD408238-9F4F-5A6B-CE25-0078F6DB6A32}"/>
          </ac:picMkLst>
        </pc:picChg>
        <pc:picChg chg="mod">
          <ac:chgData name="Brûlé, Caroline" userId="f1e7452b-5e17-4c7e-866d-8906919e201c" providerId="ADAL" clId="{1C39CB19-5268-496A-A145-603A55D6271D}" dt="2025-02-12T14:31:31.373" v="5315"/>
          <ac:picMkLst>
            <pc:docMk/>
            <pc:sldMk cId="928423526" sldId="355"/>
            <ac:picMk id="98" creationId="{C6EA63BC-D942-8966-D7CB-4FF583674E7C}"/>
          </ac:picMkLst>
        </pc:picChg>
        <pc:picChg chg="mod">
          <ac:chgData name="Brûlé, Caroline" userId="f1e7452b-5e17-4c7e-866d-8906919e201c" providerId="ADAL" clId="{1C39CB19-5268-496A-A145-603A55D6271D}" dt="2025-02-12T14:48:29.697" v="5540"/>
          <ac:picMkLst>
            <pc:docMk/>
            <pc:sldMk cId="928423526" sldId="355"/>
            <ac:picMk id="122" creationId="{0BB61E15-78FE-69E6-F715-765A528BB2F2}"/>
          </ac:picMkLst>
        </pc:picChg>
        <pc:cxnChg chg="add mod">
          <ac:chgData name="Brûlé, Caroline" userId="f1e7452b-5e17-4c7e-866d-8906919e201c" providerId="ADAL" clId="{1C39CB19-5268-496A-A145-603A55D6271D}" dt="2025-02-12T15:18:24.585" v="5749" actId="14100"/>
          <ac:cxnSpMkLst>
            <pc:docMk/>
            <pc:sldMk cId="928423526" sldId="355"/>
            <ac:cxnSpMk id="55" creationId="{D8EB2B94-8260-C9FB-AA68-C8B3CE2C4C98}"/>
          </ac:cxnSpMkLst>
        </pc:cxnChg>
        <pc:cxnChg chg="add mod">
          <ac:chgData name="Brûlé, Caroline" userId="f1e7452b-5e17-4c7e-866d-8906919e201c" providerId="ADAL" clId="{1C39CB19-5268-496A-A145-603A55D6271D}" dt="2025-02-12T15:18:30.448" v="5750" actId="14100"/>
          <ac:cxnSpMkLst>
            <pc:docMk/>
            <pc:sldMk cId="928423526" sldId="355"/>
            <ac:cxnSpMk id="101" creationId="{2F2F3047-D267-7F59-0096-494F6076590E}"/>
          </ac:cxnSpMkLst>
        </pc:cxnChg>
        <pc:cxnChg chg="add mod">
          <ac:chgData name="Brûlé, Caroline" userId="f1e7452b-5e17-4c7e-866d-8906919e201c" providerId="ADAL" clId="{1C39CB19-5268-496A-A145-603A55D6271D}" dt="2025-02-12T15:18:19.376" v="5748" actId="14100"/>
          <ac:cxnSpMkLst>
            <pc:docMk/>
            <pc:sldMk cId="928423526" sldId="355"/>
            <ac:cxnSpMk id="104" creationId="{ADA8E91D-5BAF-8A71-8428-5B06382B4BEB}"/>
          </ac:cxnSpMkLst>
        </pc:cxnChg>
        <pc:cxnChg chg="add mod">
          <ac:chgData name="Brûlé, Caroline" userId="f1e7452b-5e17-4c7e-866d-8906919e201c" providerId="ADAL" clId="{1C39CB19-5268-496A-A145-603A55D6271D}" dt="2025-02-12T15:18:13.669" v="5746" actId="14100"/>
          <ac:cxnSpMkLst>
            <pc:docMk/>
            <pc:sldMk cId="928423526" sldId="355"/>
            <ac:cxnSpMk id="107" creationId="{CFABF346-6ABB-D97E-2BED-F0BFCC3D1ACF}"/>
          </ac:cxnSpMkLst>
        </pc:cxnChg>
      </pc:sldChg>
      <pc:sldChg chg="addSp delSp modSp add mod ord">
        <pc:chgData name="Brûlé, Caroline" userId="f1e7452b-5e17-4c7e-866d-8906919e201c" providerId="ADAL" clId="{1C39CB19-5268-496A-A145-603A55D6271D}" dt="2025-02-12T16:00:39.639" v="6303"/>
        <pc:sldMkLst>
          <pc:docMk/>
          <pc:sldMk cId="4157444039" sldId="356"/>
        </pc:sldMkLst>
        <pc:spChg chg="add del mod">
          <ac:chgData name="Brûlé, Caroline" userId="f1e7452b-5e17-4c7e-866d-8906919e201c" providerId="ADAL" clId="{1C39CB19-5268-496A-A145-603A55D6271D}" dt="2025-02-12T14:35:38.170" v="5365" actId="1076"/>
          <ac:spMkLst>
            <pc:docMk/>
            <pc:sldMk cId="4157444039" sldId="356"/>
            <ac:spMk id="14" creationId="{ACE6A4DB-8141-A60C-973E-72E66AA2FE78}"/>
          </ac:spMkLst>
        </pc:spChg>
        <pc:spChg chg="mod">
          <ac:chgData name="Brûlé, Caroline" userId="f1e7452b-5e17-4c7e-866d-8906919e201c" providerId="ADAL" clId="{1C39CB19-5268-496A-A145-603A55D6271D}" dt="2025-02-12T14:03:28.764" v="5227"/>
          <ac:spMkLst>
            <pc:docMk/>
            <pc:sldMk cId="4157444039" sldId="356"/>
            <ac:spMk id="40" creationId="{A69332AA-C132-8564-925E-6C2A4B281A8C}"/>
          </ac:spMkLst>
        </pc:spChg>
        <pc:spChg chg="mod">
          <ac:chgData name="Brûlé, Caroline" userId="f1e7452b-5e17-4c7e-866d-8906919e201c" providerId="ADAL" clId="{1C39CB19-5268-496A-A145-603A55D6271D}" dt="2025-02-12T14:03:28.764" v="5227"/>
          <ac:spMkLst>
            <pc:docMk/>
            <pc:sldMk cId="4157444039" sldId="356"/>
            <ac:spMk id="43" creationId="{74A156E0-B610-98EA-8ECD-FB3772C7146F}"/>
          </ac:spMkLst>
        </pc:spChg>
        <pc:spChg chg="mod">
          <ac:chgData name="Brûlé, Caroline" userId="f1e7452b-5e17-4c7e-866d-8906919e201c" providerId="ADAL" clId="{1C39CB19-5268-496A-A145-603A55D6271D}" dt="2025-02-12T14:35:31.549" v="5364" actId="208"/>
          <ac:spMkLst>
            <pc:docMk/>
            <pc:sldMk cId="4157444039" sldId="356"/>
            <ac:spMk id="48" creationId="{19AD9794-045C-7D90-863A-97F6D9AA06A1}"/>
          </ac:spMkLst>
        </pc:spChg>
        <pc:spChg chg="mod">
          <ac:chgData name="Brûlé, Caroline" userId="f1e7452b-5e17-4c7e-866d-8906919e201c" providerId="ADAL" clId="{1C39CB19-5268-496A-A145-603A55D6271D}" dt="2025-02-12T14:03:48.845" v="5228"/>
          <ac:spMkLst>
            <pc:docMk/>
            <pc:sldMk cId="4157444039" sldId="356"/>
            <ac:spMk id="50" creationId="{84D3A03E-97DD-D006-DE54-FD416A4F71BE}"/>
          </ac:spMkLst>
        </pc:spChg>
        <pc:spChg chg="mod">
          <ac:chgData name="Brûlé, Caroline" userId="f1e7452b-5e17-4c7e-866d-8906919e201c" providerId="ADAL" clId="{1C39CB19-5268-496A-A145-603A55D6271D}" dt="2025-02-12T14:28:05.792" v="5296"/>
          <ac:spMkLst>
            <pc:docMk/>
            <pc:sldMk cId="4157444039" sldId="356"/>
            <ac:spMk id="55" creationId="{3AE73437-0DF1-CC21-ADD7-5A8227CE1B49}"/>
          </ac:spMkLst>
        </pc:spChg>
        <pc:spChg chg="mod">
          <ac:chgData name="Brûlé, Caroline" userId="f1e7452b-5e17-4c7e-866d-8906919e201c" providerId="ADAL" clId="{1C39CB19-5268-496A-A145-603A55D6271D}" dt="2025-02-12T14:28:05.792" v="5296"/>
          <ac:spMkLst>
            <pc:docMk/>
            <pc:sldMk cId="4157444039" sldId="356"/>
            <ac:spMk id="59" creationId="{42C0426A-448C-F988-126A-1E71A29FD068}"/>
          </ac:spMkLst>
        </pc:spChg>
        <pc:spChg chg="mod">
          <ac:chgData name="Brûlé, Caroline" userId="f1e7452b-5e17-4c7e-866d-8906919e201c" providerId="ADAL" clId="{1C39CB19-5268-496A-A145-603A55D6271D}" dt="2025-02-12T14:28:05.792" v="5296"/>
          <ac:spMkLst>
            <pc:docMk/>
            <pc:sldMk cId="4157444039" sldId="356"/>
            <ac:spMk id="61" creationId="{15FC809A-08F6-4FF7-7BA1-189EAD0E112B}"/>
          </ac:spMkLst>
        </pc:spChg>
        <pc:spChg chg="mod">
          <ac:chgData name="Brûlé, Caroline" userId="f1e7452b-5e17-4c7e-866d-8906919e201c" providerId="ADAL" clId="{1C39CB19-5268-496A-A145-603A55D6271D}" dt="2025-02-12T14:32:48.320" v="5335"/>
          <ac:spMkLst>
            <pc:docMk/>
            <pc:sldMk cId="4157444039" sldId="356"/>
            <ac:spMk id="64" creationId="{F208330A-3106-5555-ED8A-E6C2B1E5928F}"/>
          </ac:spMkLst>
        </pc:spChg>
        <pc:spChg chg="mod">
          <ac:chgData name="Brûlé, Caroline" userId="f1e7452b-5e17-4c7e-866d-8906919e201c" providerId="ADAL" clId="{1C39CB19-5268-496A-A145-603A55D6271D}" dt="2025-02-12T14:32:48.320" v="5335"/>
          <ac:spMkLst>
            <pc:docMk/>
            <pc:sldMk cId="4157444039" sldId="356"/>
            <ac:spMk id="65" creationId="{2C85CF22-8AB2-0D33-E0C7-3388E7ACB53F}"/>
          </ac:spMkLst>
        </pc:spChg>
        <pc:spChg chg="mod">
          <ac:chgData name="Brûlé, Caroline" userId="f1e7452b-5e17-4c7e-866d-8906919e201c" providerId="ADAL" clId="{1C39CB19-5268-496A-A145-603A55D6271D}" dt="2025-02-12T14:32:48.320" v="5335"/>
          <ac:spMkLst>
            <pc:docMk/>
            <pc:sldMk cId="4157444039" sldId="356"/>
            <ac:spMk id="70" creationId="{9B1216D7-D47E-4890-EBDB-1DED73D2E264}"/>
          </ac:spMkLst>
        </pc:spChg>
        <pc:spChg chg="mod">
          <ac:chgData name="Brûlé, Caroline" userId="f1e7452b-5e17-4c7e-866d-8906919e201c" providerId="ADAL" clId="{1C39CB19-5268-496A-A145-603A55D6271D}" dt="2025-02-12T14:32:48.320" v="5335"/>
          <ac:spMkLst>
            <pc:docMk/>
            <pc:sldMk cId="4157444039" sldId="356"/>
            <ac:spMk id="72" creationId="{16C6D8D3-1F18-02B1-7C99-D2C8A26495A5}"/>
          </ac:spMkLst>
        </pc:spChg>
        <pc:spChg chg="mod">
          <ac:chgData name="Brûlé, Caroline" userId="f1e7452b-5e17-4c7e-866d-8906919e201c" providerId="ADAL" clId="{1C39CB19-5268-496A-A145-603A55D6271D}" dt="2025-02-12T14:32:48.320" v="5335"/>
          <ac:spMkLst>
            <pc:docMk/>
            <pc:sldMk cId="4157444039" sldId="356"/>
            <ac:spMk id="74" creationId="{5A70EC9A-39DA-F78E-9628-118528C23B04}"/>
          </ac:spMkLst>
        </pc:spChg>
        <pc:spChg chg="mod">
          <ac:chgData name="Brûlé, Caroline" userId="f1e7452b-5e17-4c7e-866d-8906919e201c" providerId="ADAL" clId="{1C39CB19-5268-496A-A145-603A55D6271D}" dt="2025-02-12T14:32:48.320" v="5335"/>
          <ac:spMkLst>
            <pc:docMk/>
            <pc:sldMk cId="4157444039" sldId="356"/>
            <ac:spMk id="78" creationId="{24911EF1-20A5-A395-84F0-50A4D7690027}"/>
          </ac:spMkLst>
        </pc:spChg>
        <pc:spChg chg="mod">
          <ac:chgData name="Brûlé, Caroline" userId="f1e7452b-5e17-4c7e-866d-8906919e201c" providerId="ADAL" clId="{1C39CB19-5268-496A-A145-603A55D6271D}" dt="2025-02-12T14:32:48.320" v="5335"/>
          <ac:spMkLst>
            <pc:docMk/>
            <pc:sldMk cId="4157444039" sldId="356"/>
            <ac:spMk id="81" creationId="{790D16AA-193D-4EB0-9FEC-0C80F6811DFB}"/>
          </ac:spMkLst>
        </pc:spChg>
        <pc:spChg chg="add mod">
          <ac:chgData name="Brûlé, Caroline" userId="f1e7452b-5e17-4c7e-866d-8906919e201c" providerId="ADAL" clId="{1C39CB19-5268-496A-A145-603A55D6271D}" dt="2025-02-12T14:33:22.248" v="5345" actId="1076"/>
          <ac:spMkLst>
            <pc:docMk/>
            <pc:sldMk cId="4157444039" sldId="356"/>
            <ac:spMk id="82" creationId="{C8E7BCFF-A61F-9348-1D37-25312FF8BCCA}"/>
          </ac:spMkLst>
        </pc:spChg>
        <pc:spChg chg="mod">
          <ac:chgData name="Brûlé, Caroline" userId="f1e7452b-5e17-4c7e-866d-8906919e201c" providerId="ADAL" clId="{1C39CB19-5268-496A-A145-603A55D6271D}" dt="2025-02-12T14:48:40.003" v="5544"/>
          <ac:spMkLst>
            <pc:docMk/>
            <pc:sldMk cId="4157444039" sldId="356"/>
            <ac:spMk id="99" creationId="{4C133B13-394D-8CC7-FDB3-BD111301F28B}"/>
          </ac:spMkLst>
        </pc:spChg>
        <pc:spChg chg="mod">
          <ac:chgData name="Brûlé, Caroline" userId="f1e7452b-5e17-4c7e-866d-8906919e201c" providerId="ADAL" clId="{1C39CB19-5268-496A-A145-603A55D6271D}" dt="2025-02-12T14:48:40.003" v="5544"/>
          <ac:spMkLst>
            <pc:docMk/>
            <pc:sldMk cId="4157444039" sldId="356"/>
            <ac:spMk id="100" creationId="{88A2843F-3732-6FF6-16CC-AB01D0CF3EDC}"/>
          </ac:spMkLst>
        </pc:spChg>
        <pc:spChg chg="mod">
          <ac:chgData name="Brûlé, Caroline" userId="f1e7452b-5e17-4c7e-866d-8906919e201c" providerId="ADAL" clId="{1C39CB19-5268-496A-A145-603A55D6271D}" dt="2025-02-12T14:48:40.003" v="5544"/>
          <ac:spMkLst>
            <pc:docMk/>
            <pc:sldMk cId="4157444039" sldId="356"/>
            <ac:spMk id="101" creationId="{998E9866-BEAC-34FD-AE0F-BA51B6D3BA22}"/>
          </ac:spMkLst>
        </pc:spChg>
        <pc:spChg chg="mod">
          <ac:chgData name="Brûlé, Caroline" userId="f1e7452b-5e17-4c7e-866d-8906919e201c" providerId="ADAL" clId="{1C39CB19-5268-496A-A145-603A55D6271D}" dt="2025-02-12T14:48:40.003" v="5544"/>
          <ac:spMkLst>
            <pc:docMk/>
            <pc:sldMk cId="4157444039" sldId="356"/>
            <ac:spMk id="105" creationId="{E3B8E2A3-3605-439B-B0A3-EFAAA574B2AF}"/>
          </ac:spMkLst>
        </pc:spChg>
        <pc:spChg chg="mod">
          <ac:chgData name="Brûlé, Caroline" userId="f1e7452b-5e17-4c7e-866d-8906919e201c" providerId="ADAL" clId="{1C39CB19-5268-496A-A145-603A55D6271D}" dt="2025-02-12T14:48:40.003" v="5544"/>
          <ac:spMkLst>
            <pc:docMk/>
            <pc:sldMk cId="4157444039" sldId="356"/>
            <ac:spMk id="106" creationId="{E6A8864E-F0AB-EA9A-AB7C-6DCBB8A8D637}"/>
          </ac:spMkLst>
        </pc:spChg>
        <pc:spChg chg="mod">
          <ac:chgData name="Brûlé, Caroline" userId="f1e7452b-5e17-4c7e-866d-8906919e201c" providerId="ADAL" clId="{1C39CB19-5268-496A-A145-603A55D6271D}" dt="2025-02-12T14:48:40.003" v="5544"/>
          <ac:spMkLst>
            <pc:docMk/>
            <pc:sldMk cId="4157444039" sldId="356"/>
            <ac:spMk id="108" creationId="{1007C29F-284A-3642-637A-944499D6AB07}"/>
          </ac:spMkLst>
        </pc:spChg>
        <pc:spChg chg="mod">
          <ac:chgData name="Brûlé, Caroline" userId="f1e7452b-5e17-4c7e-866d-8906919e201c" providerId="ADAL" clId="{1C39CB19-5268-496A-A145-603A55D6271D}" dt="2025-02-12T14:48:40.003" v="5544"/>
          <ac:spMkLst>
            <pc:docMk/>
            <pc:sldMk cId="4157444039" sldId="356"/>
            <ac:spMk id="111" creationId="{23D8C207-3048-24D4-4B63-137027AFE70F}"/>
          </ac:spMkLst>
        </pc:spChg>
        <pc:spChg chg="mod">
          <ac:chgData name="Brûlé, Caroline" userId="f1e7452b-5e17-4c7e-866d-8906919e201c" providerId="ADAL" clId="{1C39CB19-5268-496A-A145-603A55D6271D}" dt="2025-02-12T14:48:40.003" v="5544"/>
          <ac:spMkLst>
            <pc:docMk/>
            <pc:sldMk cId="4157444039" sldId="356"/>
            <ac:spMk id="116" creationId="{2AB664F7-FD47-7CB1-BE62-AEA4F34956F4}"/>
          </ac:spMkLst>
        </pc:spChg>
        <pc:spChg chg="mod">
          <ac:chgData name="Brûlé, Caroline" userId="f1e7452b-5e17-4c7e-866d-8906919e201c" providerId="ADAL" clId="{1C39CB19-5268-496A-A145-603A55D6271D}" dt="2025-02-12T14:48:40.003" v="5544"/>
          <ac:spMkLst>
            <pc:docMk/>
            <pc:sldMk cId="4157444039" sldId="356"/>
            <ac:spMk id="118" creationId="{B6BE739B-6195-400D-6FE5-21B9B1704589}"/>
          </ac:spMkLst>
        </pc:spChg>
        <pc:grpChg chg="mod topLvl">
          <ac:chgData name="Brûlé, Caroline" userId="f1e7452b-5e17-4c7e-866d-8906919e201c" providerId="ADAL" clId="{1C39CB19-5268-496A-A145-603A55D6271D}" dt="2025-02-12T14:34:56.520" v="5362" actId="1076"/>
          <ac:grpSpMkLst>
            <pc:docMk/>
            <pc:sldMk cId="4157444039" sldId="356"/>
            <ac:grpSpMk id="39" creationId="{CCC8DFBF-E227-5CEC-52E0-105084FFE386}"/>
          </ac:grpSpMkLst>
        </pc:grpChg>
        <pc:grpChg chg="mod">
          <ac:chgData name="Brûlé, Caroline" userId="f1e7452b-5e17-4c7e-866d-8906919e201c" providerId="ADAL" clId="{1C39CB19-5268-496A-A145-603A55D6271D}" dt="2025-02-12T14:03:28.764" v="5227"/>
          <ac:grpSpMkLst>
            <pc:docMk/>
            <pc:sldMk cId="4157444039" sldId="356"/>
            <ac:grpSpMk id="41" creationId="{00A7DA40-8F12-2624-E621-DCA05EFEEA9B}"/>
          </ac:grpSpMkLst>
        </pc:grpChg>
        <pc:grpChg chg="add mod">
          <ac:chgData name="Brûlé, Caroline" userId="f1e7452b-5e17-4c7e-866d-8906919e201c" providerId="ADAL" clId="{1C39CB19-5268-496A-A145-603A55D6271D}" dt="2025-02-12T14:34:50.736" v="5360" actId="1076"/>
          <ac:grpSpMkLst>
            <pc:docMk/>
            <pc:sldMk cId="4157444039" sldId="356"/>
            <ac:grpSpMk id="46" creationId="{089B5CFB-1AC8-30BE-1D46-D5AF115CF446}"/>
          </ac:grpSpMkLst>
        </pc:grpChg>
        <pc:grpChg chg="mod">
          <ac:chgData name="Brûlé, Caroline" userId="f1e7452b-5e17-4c7e-866d-8906919e201c" providerId="ADAL" clId="{1C39CB19-5268-496A-A145-603A55D6271D}" dt="2025-02-12T14:03:48.845" v="5228"/>
          <ac:grpSpMkLst>
            <pc:docMk/>
            <pc:sldMk cId="4157444039" sldId="356"/>
            <ac:grpSpMk id="47" creationId="{8F1DE772-0E44-7F7A-D99A-95898FDB7217}"/>
          </ac:grpSpMkLst>
        </pc:grpChg>
        <pc:grpChg chg="add mod">
          <ac:chgData name="Brûlé, Caroline" userId="f1e7452b-5e17-4c7e-866d-8906919e201c" providerId="ADAL" clId="{1C39CB19-5268-496A-A145-603A55D6271D}" dt="2025-02-12T14:33:06.821" v="5341" actId="1076"/>
          <ac:grpSpMkLst>
            <pc:docMk/>
            <pc:sldMk cId="4157444039" sldId="356"/>
            <ac:grpSpMk id="51" creationId="{327AFE48-8975-6F8D-2AE8-7734DEA0366D}"/>
          </ac:grpSpMkLst>
        </pc:grpChg>
        <pc:grpChg chg="mod">
          <ac:chgData name="Brûlé, Caroline" userId="f1e7452b-5e17-4c7e-866d-8906919e201c" providerId="ADAL" clId="{1C39CB19-5268-496A-A145-603A55D6271D}" dt="2025-02-12T14:28:05.792" v="5296"/>
          <ac:grpSpMkLst>
            <pc:docMk/>
            <pc:sldMk cId="4157444039" sldId="356"/>
            <ac:grpSpMk id="52" creationId="{F81BEB79-3431-9DA9-1B26-C1806CB4EE61}"/>
          </ac:grpSpMkLst>
        </pc:grpChg>
        <pc:grpChg chg="mod">
          <ac:chgData name="Brûlé, Caroline" userId="f1e7452b-5e17-4c7e-866d-8906919e201c" providerId="ADAL" clId="{1C39CB19-5268-496A-A145-603A55D6271D}" dt="2025-02-12T14:28:05.792" v="5296"/>
          <ac:grpSpMkLst>
            <pc:docMk/>
            <pc:sldMk cId="4157444039" sldId="356"/>
            <ac:grpSpMk id="54" creationId="{D84A7363-2108-144A-FE2E-E7104E02E820}"/>
          </ac:grpSpMkLst>
        </pc:grpChg>
        <pc:grpChg chg="mod">
          <ac:chgData name="Brûlé, Caroline" userId="f1e7452b-5e17-4c7e-866d-8906919e201c" providerId="ADAL" clId="{1C39CB19-5268-496A-A145-603A55D6271D}" dt="2025-02-12T14:28:05.792" v="5296"/>
          <ac:grpSpMkLst>
            <pc:docMk/>
            <pc:sldMk cId="4157444039" sldId="356"/>
            <ac:grpSpMk id="56" creationId="{A8E12454-94C4-32DE-B224-91DF2E191518}"/>
          </ac:grpSpMkLst>
        </pc:grpChg>
        <pc:grpChg chg="mod">
          <ac:chgData name="Brûlé, Caroline" userId="f1e7452b-5e17-4c7e-866d-8906919e201c" providerId="ADAL" clId="{1C39CB19-5268-496A-A145-603A55D6271D}" dt="2025-02-12T14:28:05.792" v="5296"/>
          <ac:grpSpMkLst>
            <pc:docMk/>
            <pc:sldMk cId="4157444039" sldId="356"/>
            <ac:grpSpMk id="58" creationId="{189467DF-9FA7-1AF8-D534-8895801BEB1D}"/>
          </ac:grpSpMkLst>
        </pc:grpChg>
        <pc:grpChg chg="mod">
          <ac:chgData name="Brûlé, Caroline" userId="f1e7452b-5e17-4c7e-866d-8906919e201c" providerId="ADAL" clId="{1C39CB19-5268-496A-A145-603A55D6271D}" dt="2025-02-12T14:32:53.831" v="5338" actId="1076"/>
          <ac:grpSpMkLst>
            <pc:docMk/>
            <pc:sldMk cId="4157444039" sldId="356"/>
            <ac:grpSpMk id="62" creationId="{1251F5C8-5455-725D-D0D5-AF35A7C35A89}"/>
          </ac:grpSpMkLst>
        </pc:grpChg>
        <pc:grpChg chg="mod">
          <ac:chgData name="Brûlé, Caroline" userId="f1e7452b-5e17-4c7e-866d-8906919e201c" providerId="ADAL" clId="{1C39CB19-5268-496A-A145-603A55D6271D}" dt="2025-02-12T14:48:41.987" v="5545" actId="1076"/>
          <ac:grpSpMkLst>
            <pc:docMk/>
            <pc:sldMk cId="4157444039" sldId="356"/>
            <ac:grpSpMk id="97" creationId="{FE1EEC8E-1FE1-57AE-40E0-075C85299C6F}"/>
          </ac:grpSpMkLst>
        </pc:grpChg>
        <pc:picChg chg="mod">
          <ac:chgData name="Brûlé, Caroline" userId="f1e7452b-5e17-4c7e-866d-8906919e201c" providerId="ADAL" clId="{1C39CB19-5268-496A-A145-603A55D6271D}" dt="2025-02-12T14:03:28.764" v="5227"/>
          <ac:picMkLst>
            <pc:docMk/>
            <pc:sldMk cId="4157444039" sldId="356"/>
            <ac:picMk id="42" creationId="{FF01C28A-4A9D-E97D-3EBE-CF69C99B61F6}"/>
          </ac:picMkLst>
        </pc:picChg>
        <pc:picChg chg="mod">
          <ac:chgData name="Brûlé, Caroline" userId="f1e7452b-5e17-4c7e-866d-8906919e201c" providerId="ADAL" clId="{1C39CB19-5268-496A-A145-603A55D6271D}" dt="2025-02-12T14:03:48.845" v="5228"/>
          <ac:picMkLst>
            <pc:docMk/>
            <pc:sldMk cId="4157444039" sldId="356"/>
            <ac:picMk id="49" creationId="{1C0B291C-DB7A-E75D-C49E-0DFF07760396}"/>
          </ac:picMkLst>
        </pc:picChg>
        <pc:picChg chg="mod">
          <ac:chgData name="Brûlé, Caroline" userId="f1e7452b-5e17-4c7e-866d-8906919e201c" providerId="ADAL" clId="{1C39CB19-5268-496A-A145-603A55D6271D}" dt="2025-02-12T14:28:05.792" v="5296"/>
          <ac:picMkLst>
            <pc:docMk/>
            <pc:sldMk cId="4157444039" sldId="356"/>
            <ac:picMk id="53" creationId="{6EBA6878-0E6C-B5D3-99B0-1A1D60442047}"/>
          </ac:picMkLst>
        </pc:picChg>
        <pc:picChg chg="mod">
          <ac:chgData name="Brûlé, Caroline" userId="f1e7452b-5e17-4c7e-866d-8906919e201c" providerId="ADAL" clId="{1C39CB19-5268-496A-A145-603A55D6271D}" dt="2025-02-12T14:28:05.792" v="5296"/>
          <ac:picMkLst>
            <pc:docMk/>
            <pc:sldMk cId="4157444039" sldId="356"/>
            <ac:picMk id="60" creationId="{7CDC45F5-4D9F-DA6D-5F62-606A8C96617A}"/>
          </ac:picMkLst>
        </pc:picChg>
        <pc:picChg chg="mod">
          <ac:chgData name="Brûlé, Caroline" userId="f1e7452b-5e17-4c7e-866d-8906919e201c" providerId="ADAL" clId="{1C39CB19-5268-496A-A145-603A55D6271D}" dt="2025-02-12T14:32:48.320" v="5335"/>
          <ac:picMkLst>
            <pc:docMk/>
            <pc:sldMk cId="4157444039" sldId="356"/>
            <ac:picMk id="71" creationId="{E3C3BBE4-3DF4-52F4-F6B0-F007CE1E0D84}"/>
          </ac:picMkLst>
        </pc:picChg>
        <pc:picChg chg="mod">
          <ac:chgData name="Brûlé, Caroline" userId="f1e7452b-5e17-4c7e-866d-8906919e201c" providerId="ADAL" clId="{1C39CB19-5268-496A-A145-603A55D6271D}" dt="2025-02-12T14:32:48.320" v="5335"/>
          <ac:picMkLst>
            <pc:docMk/>
            <pc:sldMk cId="4157444039" sldId="356"/>
            <ac:picMk id="73" creationId="{72BE9479-2F0A-FE36-A985-8D11FC5C4421}"/>
          </ac:picMkLst>
        </pc:picChg>
        <pc:picChg chg="mod">
          <ac:chgData name="Brûlé, Caroline" userId="f1e7452b-5e17-4c7e-866d-8906919e201c" providerId="ADAL" clId="{1C39CB19-5268-496A-A145-603A55D6271D}" dt="2025-02-12T14:32:48.320" v="5335"/>
          <ac:picMkLst>
            <pc:docMk/>
            <pc:sldMk cId="4157444039" sldId="356"/>
            <ac:picMk id="80" creationId="{870E287A-E6EF-38CA-36FA-3093ADF675FE}"/>
          </ac:picMkLst>
        </pc:picChg>
        <pc:picChg chg="mod">
          <ac:chgData name="Brûlé, Caroline" userId="f1e7452b-5e17-4c7e-866d-8906919e201c" providerId="ADAL" clId="{1C39CB19-5268-496A-A145-603A55D6271D}" dt="2025-02-12T14:48:40.003" v="5544"/>
          <ac:picMkLst>
            <pc:docMk/>
            <pc:sldMk cId="4157444039" sldId="356"/>
            <ac:picMk id="117" creationId="{358E4128-0435-6A4A-A7E4-0BFB3F295F00}"/>
          </ac:picMkLst>
        </pc:picChg>
        <pc:cxnChg chg="add mod">
          <ac:chgData name="Brûlé, Caroline" userId="f1e7452b-5e17-4c7e-866d-8906919e201c" providerId="ADAL" clId="{1C39CB19-5268-496A-A145-603A55D6271D}" dt="2025-02-12T14:33:47.309" v="5346" actId="14100"/>
          <ac:cxnSpMkLst>
            <pc:docMk/>
            <pc:sldMk cId="4157444039" sldId="356"/>
            <ac:cxnSpMk id="83" creationId="{189A4B44-EDC5-9FE8-69F2-B0CDF644B0CC}"/>
          </ac:cxnSpMkLst>
        </pc:cxnChg>
        <pc:cxnChg chg="add mod">
          <ac:chgData name="Brûlé, Caroline" userId="f1e7452b-5e17-4c7e-866d-8906919e201c" providerId="ADAL" clId="{1C39CB19-5268-496A-A145-603A55D6271D}" dt="2025-02-12T14:33:53.068" v="5349" actId="14100"/>
          <ac:cxnSpMkLst>
            <pc:docMk/>
            <pc:sldMk cId="4157444039" sldId="356"/>
            <ac:cxnSpMk id="85" creationId="{7F3C9AF6-5B4E-1610-6F46-F9F5EF932CF6}"/>
          </ac:cxnSpMkLst>
        </pc:cxnChg>
        <pc:cxnChg chg="add mod">
          <ac:chgData name="Brûlé, Caroline" userId="f1e7452b-5e17-4c7e-866d-8906919e201c" providerId="ADAL" clId="{1C39CB19-5268-496A-A145-603A55D6271D}" dt="2025-02-12T14:48:44.896" v="5546" actId="14100"/>
          <ac:cxnSpMkLst>
            <pc:docMk/>
            <pc:sldMk cId="4157444039" sldId="356"/>
            <ac:cxnSpMk id="88" creationId="{9AC88D0F-51FC-40E9-452A-1EF96B57D497}"/>
          </ac:cxnSpMkLst>
        </pc:cxnChg>
        <pc:cxnChg chg="add mod">
          <ac:chgData name="Brûlé, Caroline" userId="f1e7452b-5e17-4c7e-866d-8906919e201c" providerId="ADAL" clId="{1C39CB19-5268-496A-A145-603A55D6271D}" dt="2025-02-12T14:34:53.237" v="5361" actId="1033"/>
          <ac:cxnSpMkLst>
            <pc:docMk/>
            <pc:sldMk cId="4157444039" sldId="356"/>
            <ac:cxnSpMk id="91" creationId="{D0BE99DA-5FD8-ED53-600C-7ECDA70EF4CE}"/>
          </ac:cxnSpMkLst>
        </pc:cxnChg>
        <pc:cxnChg chg="add mod">
          <ac:chgData name="Brûlé, Caroline" userId="f1e7452b-5e17-4c7e-866d-8906919e201c" providerId="ADAL" clId="{1C39CB19-5268-496A-A145-603A55D6271D}" dt="2025-02-12T14:34:59.774" v="5363" actId="1033"/>
          <ac:cxnSpMkLst>
            <pc:docMk/>
            <pc:sldMk cId="4157444039" sldId="356"/>
            <ac:cxnSpMk id="94" creationId="{50155BCC-0DC3-6F27-31CB-CA5F24E42F2D}"/>
          </ac:cxnSpMkLst>
        </pc:cxnChg>
      </pc:sldChg>
      <pc:sldChg chg="addSp modSp new del ord">
        <pc:chgData name="Brûlé, Caroline" userId="f1e7452b-5e17-4c7e-866d-8906919e201c" providerId="ADAL" clId="{1C39CB19-5268-496A-A145-603A55D6271D}" dt="2025-02-12T15:58:22.202" v="6281" actId="2696"/>
        <pc:sldMkLst>
          <pc:docMk/>
          <pc:sldMk cId="313307639" sldId="357"/>
        </pc:sldMkLst>
      </pc:sldChg>
      <pc:sldChg chg="addSp delSp modSp new del mod modNotesTx">
        <pc:chgData name="Brûlé, Caroline" userId="f1e7452b-5e17-4c7e-866d-8906919e201c" providerId="ADAL" clId="{1C39CB19-5268-496A-A145-603A55D6271D}" dt="2025-02-11T17:10:23.649" v="5026" actId="2696"/>
        <pc:sldMkLst>
          <pc:docMk/>
          <pc:sldMk cId="1368435268" sldId="357"/>
        </pc:sldMkLst>
      </pc:sldChg>
      <pc:sldChg chg="addSp delSp modSp add del mod">
        <pc:chgData name="Brûlé, Caroline" userId="f1e7452b-5e17-4c7e-866d-8906919e201c" providerId="ADAL" clId="{1C39CB19-5268-496A-A145-603A55D6271D}" dt="2025-02-12T16:03:59.046" v="6319" actId="2696"/>
        <pc:sldMkLst>
          <pc:docMk/>
          <pc:sldMk cId="33684856" sldId="358"/>
        </pc:sldMkLst>
      </pc:sldChg>
      <pc:sldChg chg="add del">
        <pc:chgData name="Brûlé, Caroline" userId="f1e7452b-5e17-4c7e-866d-8906919e201c" providerId="ADAL" clId="{1C39CB19-5268-496A-A145-603A55D6271D}" dt="2025-02-11T16:12:10.842" v="4827" actId="2890"/>
        <pc:sldMkLst>
          <pc:docMk/>
          <pc:sldMk cId="177964499" sldId="358"/>
        </pc:sldMkLst>
      </pc:sldChg>
      <pc:sldChg chg="addSp delSp modSp new del mod">
        <pc:chgData name="Brûlé, Caroline" userId="f1e7452b-5e17-4c7e-866d-8906919e201c" providerId="ADAL" clId="{1C39CB19-5268-496A-A145-603A55D6271D}" dt="2025-02-11T17:10:23.649" v="5026" actId="2696"/>
        <pc:sldMkLst>
          <pc:docMk/>
          <pc:sldMk cId="318722394" sldId="358"/>
        </pc:sldMkLst>
      </pc:sldChg>
      <pc:sldChg chg="addSp delSp modSp add mod modNotesTx">
        <pc:chgData name="Brûlé, Caroline" userId="f1e7452b-5e17-4c7e-866d-8906919e201c" providerId="ADAL" clId="{1C39CB19-5268-496A-A145-603A55D6271D}" dt="2025-02-12T17:23:42.638" v="7592"/>
        <pc:sldMkLst>
          <pc:docMk/>
          <pc:sldMk cId="3364118918" sldId="359"/>
        </pc:sldMkLst>
        <pc:spChg chg="mod">
          <ac:chgData name="Brûlé, Caroline" userId="f1e7452b-5e17-4c7e-866d-8906919e201c" providerId="ADAL" clId="{1C39CB19-5268-496A-A145-603A55D6271D}" dt="2025-02-12T16:02:07.883" v="6311" actId="34135"/>
          <ac:spMkLst>
            <pc:docMk/>
            <pc:sldMk cId="3364118918" sldId="359"/>
            <ac:spMk id="5" creationId="{A57C27A4-FA13-A802-F647-B2BC7627F454}"/>
          </ac:spMkLst>
        </pc:spChg>
        <pc:spChg chg="mod">
          <ac:chgData name="Brûlé, Caroline" userId="f1e7452b-5e17-4c7e-866d-8906919e201c" providerId="ADAL" clId="{1C39CB19-5268-496A-A145-603A55D6271D}" dt="2025-02-12T16:02:07.883" v="6311" actId="34135"/>
          <ac:spMkLst>
            <pc:docMk/>
            <pc:sldMk cId="3364118918" sldId="359"/>
            <ac:spMk id="28" creationId="{9828D80C-B012-62A3-A896-5A5848241AB6}"/>
          </ac:spMkLst>
        </pc:spChg>
        <pc:spChg chg="mod">
          <ac:chgData name="Brûlé, Caroline" userId="f1e7452b-5e17-4c7e-866d-8906919e201c" providerId="ADAL" clId="{1C39CB19-5268-496A-A145-603A55D6271D}" dt="2025-02-12T16:05:12.396" v="6324"/>
          <ac:spMkLst>
            <pc:docMk/>
            <pc:sldMk cId="3364118918" sldId="359"/>
            <ac:spMk id="44" creationId="{67F7EBFE-FD6D-EBFE-CCA4-BDAD660131D8}"/>
          </ac:spMkLst>
        </pc:spChg>
        <pc:spChg chg="mod">
          <ac:chgData name="Brûlé, Caroline" userId="f1e7452b-5e17-4c7e-866d-8906919e201c" providerId="ADAL" clId="{1C39CB19-5268-496A-A145-603A55D6271D}" dt="2025-02-12T16:06:04.019" v="6337" actId="14100"/>
          <ac:spMkLst>
            <pc:docMk/>
            <pc:sldMk cId="3364118918" sldId="359"/>
            <ac:spMk id="49" creationId="{F2E888C7-B33D-81F9-6574-82E54F5A5E78}"/>
          </ac:spMkLst>
        </pc:spChg>
        <pc:spChg chg="mod">
          <ac:chgData name="Brûlé, Caroline" userId="f1e7452b-5e17-4c7e-866d-8906919e201c" providerId="ADAL" clId="{1C39CB19-5268-496A-A145-603A55D6271D}" dt="2025-02-12T16:05:12.396" v="6324"/>
          <ac:spMkLst>
            <pc:docMk/>
            <pc:sldMk cId="3364118918" sldId="359"/>
            <ac:spMk id="52" creationId="{00282B36-3D6C-2E92-F6AE-5FEBEDE4D025}"/>
          </ac:spMkLst>
        </pc:spChg>
        <pc:spChg chg="mod">
          <ac:chgData name="Brûlé, Caroline" userId="f1e7452b-5e17-4c7e-866d-8906919e201c" providerId="ADAL" clId="{1C39CB19-5268-496A-A145-603A55D6271D}" dt="2025-02-12T17:18:26.170" v="7534" actId="208"/>
          <ac:spMkLst>
            <pc:docMk/>
            <pc:sldMk cId="3364118918" sldId="359"/>
            <ac:spMk id="55" creationId="{40689364-E762-2564-1A72-7DE20B93075F}"/>
          </ac:spMkLst>
        </pc:spChg>
        <pc:spChg chg="mod">
          <ac:chgData name="Brûlé, Caroline" userId="f1e7452b-5e17-4c7e-866d-8906919e201c" providerId="ADAL" clId="{1C39CB19-5268-496A-A145-603A55D6271D}" dt="2025-02-12T16:06:08.288" v="6338" actId="14100"/>
          <ac:spMkLst>
            <pc:docMk/>
            <pc:sldMk cId="3364118918" sldId="359"/>
            <ac:spMk id="57" creationId="{FA216DA6-84AF-B868-4964-8454C9C3E76F}"/>
          </ac:spMkLst>
        </pc:spChg>
        <pc:spChg chg="mod">
          <ac:chgData name="Brûlé, Caroline" userId="f1e7452b-5e17-4c7e-866d-8906919e201c" providerId="ADAL" clId="{1C39CB19-5268-496A-A145-603A55D6271D}" dt="2025-02-12T16:02:07.883" v="6311" actId="34135"/>
          <ac:spMkLst>
            <pc:docMk/>
            <pc:sldMk cId="3364118918" sldId="359"/>
            <ac:spMk id="71" creationId="{50A2F81D-1BE5-5ECD-A507-C0207CD9862C}"/>
          </ac:spMkLst>
        </pc:spChg>
        <pc:spChg chg="mod">
          <ac:chgData name="Brûlé, Caroline" userId="f1e7452b-5e17-4c7e-866d-8906919e201c" providerId="ADAL" clId="{1C39CB19-5268-496A-A145-603A55D6271D}" dt="2025-02-12T16:05:44.792" v="6331" actId="165"/>
          <ac:spMkLst>
            <pc:docMk/>
            <pc:sldMk cId="3364118918" sldId="359"/>
            <ac:spMk id="83" creationId="{133995A8-21FB-35B5-3B45-9661923E8456}"/>
          </ac:spMkLst>
        </pc:spChg>
        <pc:spChg chg="mod">
          <ac:chgData name="Brûlé, Caroline" userId="f1e7452b-5e17-4c7e-866d-8906919e201c" providerId="ADAL" clId="{1C39CB19-5268-496A-A145-603A55D6271D}" dt="2025-02-12T16:02:07.883" v="6311" actId="34135"/>
          <ac:spMkLst>
            <pc:docMk/>
            <pc:sldMk cId="3364118918" sldId="359"/>
            <ac:spMk id="93" creationId="{5ABA5D75-F466-0303-9F36-B4CF7DE515F1}"/>
          </ac:spMkLst>
        </pc:spChg>
        <pc:spChg chg="mod">
          <ac:chgData name="Brûlé, Caroline" userId="f1e7452b-5e17-4c7e-866d-8906919e201c" providerId="ADAL" clId="{1C39CB19-5268-496A-A145-603A55D6271D}" dt="2025-02-12T16:02:07.883" v="6311" actId="34135"/>
          <ac:spMkLst>
            <pc:docMk/>
            <pc:sldMk cId="3364118918" sldId="359"/>
            <ac:spMk id="178" creationId="{2F948492-5F00-84F0-F133-EDAA22C223A7}"/>
          </ac:spMkLst>
        </pc:spChg>
        <pc:spChg chg="mod">
          <ac:chgData name="Brûlé, Caroline" userId="f1e7452b-5e17-4c7e-866d-8906919e201c" providerId="ADAL" clId="{1C39CB19-5268-496A-A145-603A55D6271D}" dt="2025-02-12T16:02:07.883" v="6311" actId="34135"/>
          <ac:spMkLst>
            <pc:docMk/>
            <pc:sldMk cId="3364118918" sldId="359"/>
            <ac:spMk id="182" creationId="{F336D82D-E87D-DFAA-1928-0B6E5C8CE6C0}"/>
          </ac:spMkLst>
        </pc:spChg>
        <pc:spChg chg="mod">
          <ac:chgData name="Brûlé, Caroline" userId="f1e7452b-5e17-4c7e-866d-8906919e201c" providerId="ADAL" clId="{1C39CB19-5268-496A-A145-603A55D6271D}" dt="2025-02-12T16:02:07.883" v="6311" actId="34135"/>
          <ac:spMkLst>
            <pc:docMk/>
            <pc:sldMk cId="3364118918" sldId="359"/>
            <ac:spMk id="217" creationId="{0E975718-4EEC-FDB1-2656-5773DC2B9631}"/>
          </ac:spMkLst>
        </pc:spChg>
        <pc:spChg chg="mod">
          <ac:chgData name="Brûlé, Caroline" userId="f1e7452b-5e17-4c7e-866d-8906919e201c" providerId="ADAL" clId="{1C39CB19-5268-496A-A145-603A55D6271D}" dt="2025-02-12T16:02:07.883" v="6311" actId="34135"/>
          <ac:spMkLst>
            <pc:docMk/>
            <pc:sldMk cId="3364118918" sldId="359"/>
            <ac:spMk id="239" creationId="{BA032073-96CE-474E-7865-4EECDD29E83A}"/>
          </ac:spMkLst>
        </pc:spChg>
        <pc:spChg chg="mod">
          <ac:chgData name="Brûlé, Caroline" userId="f1e7452b-5e17-4c7e-866d-8906919e201c" providerId="ADAL" clId="{1C39CB19-5268-496A-A145-603A55D6271D}" dt="2025-02-12T17:18:35.340" v="7537" actId="208"/>
          <ac:spMkLst>
            <pc:docMk/>
            <pc:sldMk cId="3364118918" sldId="359"/>
            <ac:spMk id="315" creationId="{DE4E14C5-3635-EC62-9E25-8CE16D1EAD98}"/>
          </ac:spMkLst>
        </pc:spChg>
        <pc:spChg chg="mod">
          <ac:chgData name="Brûlé, Caroline" userId="f1e7452b-5e17-4c7e-866d-8906919e201c" providerId="ADAL" clId="{1C39CB19-5268-496A-A145-603A55D6271D}" dt="2025-02-12T16:02:07.883" v="6311" actId="34135"/>
          <ac:spMkLst>
            <pc:docMk/>
            <pc:sldMk cId="3364118918" sldId="359"/>
            <ac:spMk id="341" creationId="{86F42D39-4244-E6BA-F062-1328AFEA8EB0}"/>
          </ac:spMkLst>
        </pc:spChg>
        <pc:spChg chg="mod">
          <ac:chgData name="Brûlé, Caroline" userId="f1e7452b-5e17-4c7e-866d-8906919e201c" providerId="ADAL" clId="{1C39CB19-5268-496A-A145-603A55D6271D}" dt="2025-02-12T16:02:07.883" v="6311" actId="34135"/>
          <ac:spMkLst>
            <pc:docMk/>
            <pc:sldMk cId="3364118918" sldId="359"/>
            <ac:spMk id="361" creationId="{EDC6FF35-A100-8BB1-0EBF-FFF0634C760A}"/>
          </ac:spMkLst>
        </pc:spChg>
        <pc:spChg chg="mod">
          <ac:chgData name="Brûlé, Caroline" userId="f1e7452b-5e17-4c7e-866d-8906919e201c" providerId="ADAL" clId="{1C39CB19-5268-496A-A145-603A55D6271D}" dt="2025-02-12T17:17:47.084" v="7530" actId="208"/>
          <ac:spMkLst>
            <pc:docMk/>
            <pc:sldMk cId="3364118918" sldId="359"/>
            <ac:spMk id="375" creationId="{AC1175D7-ACA5-7500-A2AD-1AA9E19A57A0}"/>
          </ac:spMkLst>
        </pc:spChg>
        <pc:grpChg chg="mod">
          <ac:chgData name="Brûlé, Caroline" userId="f1e7452b-5e17-4c7e-866d-8906919e201c" providerId="ADAL" clId="{1C39CB19-5268-496A-A145-603A55D6271D}" dt="2025-02-12T16:07:52.018" v="6362" actId="1076"/>
          <ac:grpSpMkLst>
            <pc:docMk/>
            <pc:sldMk cId="3364118918" sldId="359"/>
            <ac:grpSpMk id="22" creationId="{44300DDC-F003-1D1B-B0CE-4F35AA154BAF}"/>
          </ac:grpSpMkLst>
        </pc:grpChg>
        <pc:grpChg chg="mod">
          <ac:chgData name="Brûlé, Caroline" userId="f1e7452b-5e17-4c7e-866d-8906919e201c" providerId="ADAL" clId="{1C39CB19-5268-496A-A145-603A55D6271D}" dt="2025-02-12T16:07:52.018" v="6362" actId="1076"/>
          <ac:grpSpMkLst>
            <pc:docMk/>
            <pc:sldMk cId="3364118918" sldId="359"/>
            <ac:grpSpMk id="47" creationId="{67AFEA69-5606-5B90-CAEE-334F99E79AC4}"/>
          </ac:grpSpMkLst>
        </pc:grpChg>
        <pc:grpChg chg="mod">
          <ac:chgData name="Brûlé, Caroline" userId="f1e7452b-5e17-4c7e-866d-8906919e201c" providerId="ADAL" clId="{1C39CB19-5268-496A-A145-603A55D6271D}" dt="2025-02-12T16:07:52.018" v="6362" actId="1076"/>
          <ac:grpSpMkLst>
            <pc:docMk/>
            <pc:sldMk cId="3364118918" sldId="359"/>
            <ac:grpSpMk id="50" creationId="{B639DC85-17EE-993D-813D-290068CA0F1D}"/>
          </ac:grpSpMkLst>
        </pc:grpChg>
        <pc:grpChg chg="mod">
          <ac:chgData name="Brûlé, Caroline" userId="f1e7452b-5e17-4c7e-866d-8906919e201c" providerId="ADAL" clId="{1C39CB19-5268-496A-A145-603A55D6271D}" dt="2025-02-12T16:07:52.018" v="6362" actId="1076"/>
          <ac:grpSpMkLst>
            <pc:docMk/>
            <pc:sldMk cId="3364118918" sldId="359"/>
            <ac:grpSpMk id="53" creationId="{4FC51F77-29E8-5B6F-2E1E-21274D27E790}"/>
          </ac:grpSpMkLst>
        </pc:grpChg>
        <pc:grpChg chg="mod topLvl">
          <ac:chgData name="Brûlé, Caroline" userId="f1e7452b-5e17-4c7e-866d-8906919e201c" providerId="ADAL" clId="{1C39CB19-5268-496A-A145-603A55D6271D}" dt="2025-02-12T16:07:52.018" v="6362" actId="1076"/>
          <ac:grpSpMkLst>
            <pc:docMk/>
            <pc:sldMk cId="3364118918" sldId="359"/>
            <ac:grpSpMk id="59" creationId="{29D15FC8-AD8E-9E7A-E907-EC02A3E3620F}"/>
          </ac:grpSpMkLst>
        </pc:grpChg>
        <pc:grpChg chg="add mod">
          <ac:chgData name="Brûlé, Caroline" userId="f1e7452b-5e17-4c7e-866d-8906919e201c" providerId="ADAL" clId="{1C39CB19-5268-496A-A145-603A55D6271D}" dt="2025-02-12T16:07:11.915" v="6355" actId="164"/>
          <ac:grpSpMkLst>
            <pc:docMk/>
            <pc:sldMk cId="3364118918" sldId="359"/>
            <ac:grpSpMk id="86" creationId="{0C6B3C36-64D5-C810-7189-E4747D6AB0E1}"/>
          </ac:grpSpMkLst>
        </pc:grpChg>
        <pc:grpChg chg="mod">
          <ac:chgData name="Brûlé, Caroline" userId="f1e7452b-5e17-4c7e-866d-8906919e201c" providerId="ADAL" clId="{1C39CB19-5268-496A-A145-603A55D6271D}" dt="2025-02-12T16:07:52.018" v="6362" actId="1076"/>
          <ac:grpSpMkLst>
            <pc:docMk/>
            <pc:sldMk cId="3364118918" sldId="359"/>
            <ac:grpSpMk id="91" creationId="{CF5C8AC1-9916-0B82-9C14-B251F20E0E72}"/>
          </ac:grpSpMkLst>
        </pc:grpChg>
        <pc:grpChg chg="mod">
          <ac:chgData name="Brûlé, Caroline" userId="f1e7452b-5e17-4c7e-866d-8906919e201c" providerId="ADAL" clId="{1C39CB19-5268-496A-A145-603A55D6271D}" dt="2025-02-12T16:07:52.018" v="6362" actId="1076"/>
          <ac:grpSpMkLst>
            <pc:docMk/>
            <pc:sldMk cId="3364118918" sldId="359"/>
            <ac:grpSpMk id="94" creationId="{09BE5651-1FEF-219D-EFC8-F7723A6B6714}"/>
          </ac:grpSpMkLst>
        </pc:grpChg>
        <pc:grpChg chg="mod topLvl">
          <ac:chgData name="Brûlé, Caroline" userId="f1e7452b-5e17-4c7e-866d-8906919e201c" providerId="ADAL" clId="{1C39CB19-5268-496A-A145-603A55D6271D}" dt="2025-02-12T16:07:52.018" v="6362" actId="1076"/>
          <ac:grpSpMkLst>
            <pc:docMk/>
            <pc:sldMk cId="3364118918" sldId="359"/>
            <ac:grpSpMk id="103" creationId="{E6396480-583C-59B0-998A-644CC0C48C37}"/>
          </ac:grpSpMkLst>
        </pc:grpChg>
        <pc:grpChg chg="mod">
          <ac:chgData name="Brûlé, Caroline" userId="f1e7452b-5e17-4c7e-866d-8906919e201c" providerId="ADAL" clId="{1C39CB19-5268-496A-A145-603A55D6271D}" dt="2025-02-12T16:07:11.915" v="6355" actId="164"/>
          <ac:grpSpMkLst>
            <pc:docMk/>
            <pc:sldMk cId="3364118918" sldId="359"/>
            <ac:grpSpMk id="373" creationId="{7BAC1595-CB17-743F-6C60-FC4B07E2A0CE}"/>
          </ac:grpSpMkLst>
        </pc:grpChg>
        <pc:picChg chg="mod">
          <ac:chgData name="Brûlé, Caroline" userId="f1e7452b-5e17-4c7e-866d-8906919e201c" providerId="ADAL" clId="{1C39CB19-5268-496A-A145-603A55D6271D}" dt="2025-02-12T16:05:12.396" v="6324"/>
          <ac:picMkLst>
            <pc:docMk/>
            <pc:sldMk cId="3364118918" sldId="359"/>
            <ac:picMk id="48" creationId="{FD3FE576-4906-C7B8-8F86-B5A529FE10C5}"/>
          </ac:picMkLst>
        </pc:picChg>
        <pc:picChg chg="mod">
          <ac:chgData name="Brûlé, Caroline" userId="f1e7452b-5e17-4c7e-866d-8906919e201c" providerId="ADAL" clId="{1C39CB19-5268-496A-A145-603A55D6271D}" dt="2025-02-12T16:05:12.396" v="6324"/>
          <ac:picMkLst>
            <pc:docMk/>
            <pc:sldMk cId="3364118918" sldId="359"/>
            <ac:picMk id="51" creationId="{F22C3CA9-63DB-A238-6F12-84527831858E}"/>
          </ac:picMkLst>
        </pc:picChg>
        <pc:picChg chg="mod">
          <ac:chgData name="Brûlé, Caroline" userId="f1e7452b-5e17-4c7e-866d-8906919e201c" providerId="ADAL" clId="{1C39CB19-5268-496A-A145-603A55D6271D}" dt="2025-02-12T16:07:26.281" v="6356" actId="1076"/>
          <ac:picMkLst>
            <pc:docMk/>
            <pc:sldMk cId="3364118918" sldId="359"/>
            <ac:picMk id="54" creationId="{447D45B8-382B-8330-6CF1-86DB8AD65D0C}"/>
          </ac:picMkLst>
        </pc:picChg>
        <pc:picChg chg="mod">
          <ac:chgData name="Brûlé, Caroline" userId="f1e7452b-5e17-4c7e-866d-8906919e201c" providerId="ADAL" clId="{1C39CB19-5268-496A-A145-603A55D6271D}" dt="2025-02-12T16:05:44.792" v="6331" actId="165"/>
          <ac:picMkLst>
            <pc:docMk/>
            <pc:sldMk cId="3364118918" sldId="359"/>
            <ac:picMk id="61" creationId="{F2DD44B5-AF8F-5EEC-A7C3-2603BA8DBF43}"/>
          </ac:picMkLst>
        </pc:picChg>
        <pc:picChg chg="add mod">
          <ac:chgData name="Brûlé, Caroline" userId="f1e7452b-5e17-4c7e-866d-8906919e201c" providerId="ADAL" clId="{1C39CB19-5268-496A-A145-603A55D6271D}" dt="2025-02-12T16:07:11.915" v="6355" actId="164"/>
          <ac:picMkLst>
            <pc:docMk/>
            <pc:sldMk cId="3364118918" sldId="359"/>
            <ac:picMk id="84" creationId="{7193E548-699A-2C64-7CA1-518BE3B1315C}"/>
          </ac:picMkLst>
        </pc:picChg>
        <pc:picChg chg="add mod">
          <ac:chgData name="Brûlé, Caroline" userId="f1e7452b-5e17-4c7e-866d-8906919e201c" providerId="ADAL" clId="{1C39CB19-5268-496A-A145-603A55D6271D}" dt="2025-02-12T17:19:27.892" v="7545"/>
          <ac:picMkLst>
            <pc:docMk/>
            <pc:sldMk cId="3364118918" sldId="359"/>
            <ac:picMk id="87" creationId="{EE85E6F1-2583-3E21-AAFB-245D953FA5A2}"/>
          </ac:picMkLst>
        </pc:picChg>
        <pc:picChg chg="add mod">
          <ac:chgData name="Brûlé, Caroline" userId="f1e7452b-5e17-4c7e-866d-8906919e201c" providerId="ADAL" clId="{1C39CB19-5268-496A-A145-603A55D6271D}" dt="2025-02-12T17:19:27.892" v="7545"/>
          <ac:picMkLst>
            <pc:docMk/>
            <pc:sldMk cId="3364118918" sldId="359"/>
            <ac:picMk id="88" creationId="{A2A335C9-EEAF-21BF-88F2-49421D198201}"/>
          </ac:picMkLst>
        </pc:picChg>
        <pc:picChg chg="add mod">
          <ac:chgData name="Brûlé, Caroline" userId="f1e7452b-5e17-4c7e-866d-8906919e201c" providerId="ADAL" clId="{1C39CB19-5268-496A-A145-603A55D6271D}" dt="2025-02-12T17:19:27.892" v="7545"/>
          <ac:picMkLst>
            <pc:docMk/>
            <pc:sldMk cId="3364118918" sldId="359"/>
            <ac:picMk id="89" creationId="{96E498C2-AB12-9095-A091-60E1DB16F996}"/>
          </ac:picMkLst>
        </pc:picChg>
        <pc:picChg chg="add mod">
          <ac:chgData name="Brûlé, Caroline" userId="f1e7452b-5e17-4c7e-866d-8906919e201c" providerId="ADAL" clId="{1C39CB19-5268-496A-A145-603A55D6271D}" dt="2025-02-12T17:19:27.892" v="7545"/>
          <ac:picMkLst>
            <pc:docMk/>
            <pc:sldMk cId="3364118918" sldId="359"/>
            <ac:picMk id="90" creationId="{286747BE-81A4-B6F6-E7C4-E7B600856E75}"/>
          </ac:picMkLst>
        </pc:picChg>
        <pc:picChg chg="add mod">
          <ac:chgData name="Brûlé, Caroline" userId="f1e7452b-5e17-4c7e-866d-8906919e201c" providerId="ADAL" clId="{1C39CB19-5268-496A-A145-603A55D6271D}" dt="2025-02-12T17:19:27.892" v="7545"/>
          <ac:picMkLst>
            <pc:docMk/>
            <pc:sldMk cId="3364118918" sldId="359"/>
            <ac:picMk id="107" creationId="{30FD9285-6433-3D05-4F15-E46E2C956BF6}"/>
          </ac:picMkLst>
        </pc:picChg>
        <pc:picChg chg="add mod">
          <ac:chgData name="Brûlé, Caroline" userId="f1e7452b-5e17-4c7e-866d-8906919e201c" providerId="ADAL" clId="{1C39CB19-5268-496A-A145-603A55D6271D}" dt="2025-02-12T17:19:27.892" v="7545"/>
          <ac:picMkLst>
            <pc:docMk/>
            <pc:sldMk cId="3364118918" sldId="359"/>
            <ac:picMk id="108" creationId="{F70F20BE-DEA8-B44D-9210-1906B8C67F06}"/>
          </ac:picMkLst>
        </pc:picChg>
        <pc:picChg chg="add mod">
          <ac:chgData name="Brûlé, Caroline" userId="f1e7452b-5e17-4c7e-866d-8906919e201c" providerId="ADAL" clId="{1C39CB19-5268-496A-A145-603A55D6271D}" dt="2025-02-12T17:19:27.892" v="7545"/>
          <ac:picMkLst>
            <pc:docMk/>
            <pc:sldMk cId="3364118918" sldId="359"/>
            <ac:picMk id="109" creationId="{3EB61D09-7B2C-895E-C65F-3BDC6A3B035D}"/>
          </ac:picMkLst>
        </pc:picChg>
        <pc:picChg chg="add mod">
          <ac:chgData name="Brûlé, Caroline" userId="f1e7452b-5e17-4c7e-866d-8906919e201c" providerId="ADAL" clId="{1C39CB19-5268-496A-A145-603A55D6271D}" dt="2025-02-12T17:19:27.892" v="7545"/>
          <ac:picMkLst>
            <pc:docMk/>
            <pc:sldMk cId="3364118918" sldId="359"/>
            <ac:picMk id="110" creationId="{5FD73CC1-72BB-E366-2490-1B2EA3D83575}"/>
          </ac:picMkLst>
        </pc:picChg>
        <pc:picChg chg="add mod">
          <ac:chgData name="Brûlé, Caroline" userId="f1e7452b-5e17-4c7e-866d-8906919e201c" providerId="ADAL" clId="{1C39CB19-5268-496A-A145-603A55D6271D}" dt="2025-02-12T17:19:27.892" v="7545"/>
          <ac:picMkLst>
            <pc:docMk/>
            <pc:sldMk cId="3364118918" sldId="359"/>
            <ac:picMk id="112" creationId="{257142D6-DE3E-BB9D-EF79-7FF9267E26CD}"/>
          </ac:picMkLst>
        </pc:picChg>
        <pc:picChg chg="add mod">
          <ac:chgData name="Brûlé, Caroline" userId="f1e7452b-5e17-4c7e-866d-8906919e201c" providerId="ADAL" clId="{1C39CB19-5268-496A-A145-603A55D6271D}" dt="2025-02-12T17:19:27.892" v="7545"/>
          <ac:picMkLst>
            <pc:docMk/>
            <pc:sldMk cId="3364118918" sldId="359"/>
            <ac:picMk id="113" creationId="{B5F9B55F-48F8-95FF-4DDD-2C09B700A3E6}"/>
          </ac:picMkLst>
        </pc:picChg>
        <pc:cxnChg chg="mod">
          <ac:chgData name="Brûlé, Caroline" userId="f1e7452b-5e17-4c7e-866d-8906919e201c" providerId="ADAL" clId="{1C39CB19-5268-496A-A145-603A55D6271D}" dt="2025-02-12T17:18:07.630" v="7532" actId="208"/>
          <ac:cxnSpMkLst>
            <pc:docMk/>
            <pc:sldMk cId="3364118918" sldId="359"/>
            <ac:cxnSpMk id="273" creationId="{C739A056-8793-4864-69C3-611016CF0EFE}"/>
          </ac:cxnSpMkLst>
        </pc:cxnChg>
        <pc:cxnChg chg="mod">
          <ac:chgData name="Brûlé, Caroline" userId="f1e7452b-5e17-4c7e-866d-8906919e201c" providerId="ADAL" clId="{1C39CB19-5268-496A-A145-603A55D6271D}" dt="2025-02-12T17:18:03.946" v="7531" actId="208"/>
          <ac:cxnSpMkLst>
            <pc:docMk/>
            <pc:sldMk cId="3364118918" sldId="359"/>
            <ac:cxnSpMk id="425" creationId="{D516978F-3CCD-CC6E-CA44-22ED8D113A58}"/>
          </ac:cxnSpMkLst>
        </pc:cxnChg>
      </pc:sldChg>
      <pc:sldChg chg="addSp delSp modSp add del mod">
        <pc:chgData name="Brûlé, Caroline" userId="f1e7452b-5e17-4c7e-866d-8906919e201c" providerId="ADAL" clId="{1C39CB19-5268-496A-A145-603A55D6271D}" dt="2025-02-12T17:19:50.230" v="7546" actId="2696"/>
        <pc:sldMkLst>
          <pc:docMk/>
          <pc:sldMk cId="2628095321" sldId="360"/>
        </pc:sldMkLst>
      </pc:sldChg>
      <pc:sldChg chg="addSp delSp modSp new mod setBg modNotesTx">
        <pc:chgData name="Brûlé, Caroline" userId="f1e7452b-5e17-4c7e-866d-8906919e201c" providerId="ADAL" clId="{1C39CB19-5268-496A-A145-603A55D6271D}" dt="2025-02-12T17:03:44.975" v="7292"/>
        <pc:sldMkLst>
          <pc:docMk/>
          <pc:sldMk cId="606791868" sldId="361"/>
        </pc:sldMkLst>
        <pc:spChg chg="mod">
          <ac:chgData name="Brûlé, Caroline" userId="f1e7452b-5e17-4c7e-866d-8906919e201c" providerId="ADAL" clId="{1C39CB19-5268-496A-A145-603A55D6271D}" dt="2025-02-12T16:19:09.027" v="6615" actId="207"/>
          <ac:spMkLst>
            <pc:docMk/>
            <pc:sldMk cId="606791868" sldId="361"/>
            <ac:spMk id="3" creationId="{5DBD5539-ADA0-7C18-9165-18AB9F0BEB79}"/>
          </ac:spMkLst>
        </pc:spChg>
        <pc:spChg chg="mod">
          <ac:chgData name="Brûlé, Caroline" userId="f1e7452b-5e17-4c7e-866d-8906919e201c" providerId="ADAL" clId="{1C39CB19-5268-496A-A145-603A55D6271D}" dt="2025-02-12T16:17:34.431" v="6594" actId="403"/>
          <ac:spMkLst>
            <pc:docMk/>
            <pc:sldMk cId="606791868" sldId="361"/>
            <ac:spMk id="6" creationId="{0D3B9E8D-CA9D-ADC7-8472-0B4FF5A25973}"/>
          </ac:spMkLst>
        </pc:spChg>
        <pc:spChg chg="mod">
          <ac:chgData name="Brûlé, Caroline" userId="f1e7452b-5e17-4c7e-866d-8906919e201c" providerId="ADAL" clId="{1C39CB19-5268-496A-A145-603A55D6271D}" dt="2025-02-12T16:20:16.824" v="6627" actId="1076"/>
          <ac:spMkLst>
            <pc:docMk/>
            <pc:sldMk cId="606791868" sldId="361"/>
            <ac:spMk id="18" creationId="{F16E8EC1-02C6-8FE2-F02B-418A45E9BD70}"/>
          </ac:spMkLst>
        </pc:spChg>
        <pc:spChg chg="mod">
          <ac:chgData name="Brûlé, Caroline" userId="f1e7452b-5e17-4c7e-866d-8906919e201c" providerId="ADAL" clId="{1C39CB19-5268-496A-A145-603A55D6271D}" dt="2025-02-12T16:20:16.824" v="6627" actId="1076"/>
          <ac:spMkLst>
            <pc:docMk/>
            <pc:sldMk cId="606791868" sldId="361"/>
            <ac:spMk id="19" creationId="{F62FBBB2-0561-0D2E-8160-6C62D8D6E832}"/>
          </ac:spMkLst>
        </pc:spChg>
        <pc:spChg chg="add mod">
          <ac:chgData name="Brûlé, Caroline" userId="f1e7452b-5e17-4c7e-866d-8906919e201c" providerId="ADAL" clId="{1C39CB19-5268-496A-A145-603A55D6271D}" dt="2025-02-12T16:26:04.463" v="6705" actId="1076"/>
          <ac:spMkLst>
            <pc:docMk/>
            <pc:sldMk cId="606791868" sldId="361"/>
            <ac:spMk id="20" creationId="{4237BD29-A651-97AD-A071-D77EBD89E120}"/>
          </ac:spMkLst>
        </pc:spChg>
        <pc:spChg chg="mod">
          <ac:chgData name="Brûlé, Caroline" userId="f1e7452b-5e17-4c7e-866d-8906919e201c" providerId="ADAL" clId="{1C39CB19-5268-496A-A145-603A55D6271D}" dt="2025-02-12T16:23:58.476" v="6673" actId="207"/>
          <ac:spMkLst>
            <pc:docMk/>
            <pc:sldMk cId="606791868" sldId="361"/>
            <ac:spMk id="25" creationId="{4AE024BE-26E6-6EC8-7E24-F67252279269}"/>
          </ac:spMkLst>
        </pc:spChg>
        <pc:spChg chg="mod">
          <ac:chgData name="Brûlé, Caroline" userId="f1e7452b-5e17-4c7e-866d-8906919e201c" providerId="ADAL" clId="{1C39CB19-5268-496A-A145-603A55D6271D}" dt="2025-02-12T16:23:58.476" v="6673" actId="207"/>
          <ac:spMkLst>
            <pc:docMk/>
            <pc:sldMk cId="606791868" sldId="361"/>
            <ac:spMk id="26" creationId="{6E27241D-8DFE-CE80-5624-1A10812D716C}"/>
          </ac:spMkLst>
        </pc:spChg>
        <pc:spChg chg="mod">
          <ac:chgData name="Brûlé, Caroline" userId="f1e7452b-5e17-4c7e-866d-8906919e201c" providerId="ADAL" clId="{1C39CB19-5268-496A-A145-603A55D6271D}" dt="2025-02-12T16:23:58.476" v="6673" actId="207"/>
          <ac:spMkLst>
            <pc:docMk/>
            <pc:sldMk cId="606791868" sldId="361"/>
            <ac:spMk id="27" creationId="{5C46F639-BE41-86E0-F0C0-B3EA642C4EBE}"/>
          </ac:spMkLst>
        </pc:spChg>
        <pc:spChg chg="mod">
          <ac:chgData name="Brûlé, Caroline" userId="f1e7452b-5e17-4c7e-866d-8906919e201c" providerId="ADAL" clId="{1C39CB19-5268-496A-A145-603A55D6271D}" dt="2025-02-12T16:24:34.969" v="6682" actId="1076"/>
          <ac:spMkLst>
            <pc:docMk/>
            <pc:sldMk cId="606791868" sldId="361"/>
            <ac:spMk id="30" creationId="{CFFDF31E-F5BD-8985-6627-C5CC01084023}"/>
          </ac:spMkLst>
        </pc:spChg>
        <pc:spChg chg="add mod">
          <ac:chgData name="Brûlé, Caroline" userId="f1e7452b-5e17-4c7e-866d-8906919e201c" providerId="ADAL" clId="{1C39CB19-5268-496A-A145-603A55D6271D}" dt="2025-02-12T16:25:23.343" v="6694" actId="1076"/>
          <ac:spMkLst>
            <pc:docMk/>
            <pc:sldMk cId="606791868" sldId="361"/>
            <ac:spMk id="31" creationId="{73C8EF89-F644-F684-4B9A-2230DAB1258C}"/>
          </ac:spMkLst>
        </pc:spChg>
        <pc:grpChg chg="add mod">
          <ac:chgData name="Brûlé, Caroline" userId="f1e7452b-5e17-4c7e-866d-8906919e201c" providerId="ADAL" clId="{1C39CB19-5268-496A-A145-603A55D6271D}" dt="2025-02-12T16:20:15.121" v="6626" actId="1076"/>
          <ac:grpSpMkLst>
            <pc:docMk/>
            <pc:sldMk cId="606791868" sldId="361"/>
            <ac:grpSpMk id="2" creationId="{67651CB2-95E8-84A2-4D1D-96396B51E997}"/>
          </ac:grpSpMkLst>
        </pc:grpChg>
        <pc:grpChg chg="mod">
          <ac:chgData name="Brûlé, Caroline" userId="f1e7452b-5e17-4c7e-866d-8906919e201c" providerId="ADAL" clId="{1C39CB19-5268-496A-A145-603A55D6271D}" dt="2025-02-12T16:13:30.422" v="6558"/>
          <ac:grpSpMkLst>
            <pc:docMk/>
            <pc:sldMk cId="606791868" sldId="361"/>
            <ac:grpSpMk id="4" creationId="{7A9AE402-F48F-D07E-663A-E19327205CEA}"/>
          </ac:grpSpMkLst>
        </pc:grpChg>
        <pc:grpChg chg="mod topLvl">
          <ac:chgData name="Brûlé, Caroline" userId="f1e7452b-5e17-4c7e-866d-8906919e201c" providerId="ADAL" clId="{1C39CB19-5268-496A-A145-603A55D6271D}" dt="2025-02-12T16:20:16.824" v="6627" actId="1076"/>
          <ac:grpSpMkLst>
            <pc:docMk/>
            <pc:sldMk cId="606791868" sldId="361"/>
            <ac:grpSpMk id="10" creationId="{3EC9B4D2-22FA-CE2F-DFB2-86338042909F}"/>
          </ac:grpSpMkLst>
        </pc:grpChg>
        <pc:grpChg chg="mod">
          <ac:chgData name="Brûlé, Caroline" userId="f1e7452b-5e17-4c7e-866d-8906919e201c" providerId="ADAL" clId="{1C39CB19-5268-496A-A145-603A55D6271D}" dt="2025-02-12T16:20:16.824" v="6627" actId="1076"/>
          <ac:grpSpMkLst>
            <pc:docMk/>
            <pc:sldMk cId="606791868" sldId="361"/>
            <ac:grpSpMk id="16" creationId="{1D100F56-78BF-EE16-706F-A61DB4D32384}"/>
          </ac:grpSpMkLst>
        </pc:grpChg>
        <pc:grpChg chg="mod">
          <ac:chgData name="Brûlé, Caroline" userId="f1e7452b-5e17-4c7e-866d-8906919e201c" providerId="ADAL" clId="{1C39CB19-5268-496A-A145-603A55D6271D}" dt="2025-02-12T16:23:58.476" v="6673" actId="207"/>
          <ac:grpSpMkLst>
            <pc:docMk/>
            <pc:sldMk cId="606791868" sldId="361"/>
            <ac:grpSpMk id="24" creationId="{C292D71F-8772-1E11-0C0F-6E0CD210A580}"/>
          </ac:grpSpMkLst>
        </pc:grpChg>
        <pc:picChg chg="mod">
          <ac:chgData name="Brûlé, Caroline" userId="f1e7452b-5e17-4c7e-866d-8906919e201c" providerId="ADAL" clId="{1C39CB19-5268-496A-A145-603A55D6271D}" dt="2025-02-12T16:17:17.717" v="6585" actId="1076"/>
          <ac:picMkLst>
            <pc:docMk/>
            <pc:sldMk cId="606791868" sldId="361"/>
            <ac:picMk id="5" creationId="{64A88245-F7BE-60BD-7385-4951A0D69347}"/>
          </ac:picMkLst>
        </pc:picChg>
        <pc:picChg chg="mod">
          <ac:chgData name="Brûlé, Caroline" userId="f1e7452b-5e17-4c7e-866d-8906919e201c" providerId="ADAL" clId="{1C39CB19-5268-496A-A145-603A55D6271D}" dt="2025-02-12T16:20:16.824" v="6627" actId="1076"/>
          <ac:picMkLst>
            <pc:docMk/>
            <pc:sldMk cId="606791868" sldId="361"/>
            <ac:picMk id="17" creationId="{59A45675-D95E-2664-BAD7-1F0934CE1CC8}"/>
          </ac:picMkLst>
        </pc:picChg>
        <pc:picChg chg="add mod">
          <ac:chgData name="Brûlé, Caroline" userId="f1e7452b-5e17-4c7e-866d-8906919e201c" providerId="ADAL" clId="{1C39CB19-5268-496A-A145-603A55D6271D}" dt="2025-02-12T16:25:25.705" v="6696" actId="1076"/>
          <ac:picMkLst>
            <pc:docMk/>
            <pc:sldMk cId="606791868" sldId="361"/>
            <ac:picMk id="3076" creationId="{7D5AD8A9-9578-942A-AE63-FA1E3A8C74B1}"/>
          </ac:picMkLst>
        </pc:picChg>
      </pc:sldChg>
      <pc:sldChg chg="addSp modSp new del mod">
        <pc:chgData name="Brûlé, Caroline" userId="f1e7452b-5e17-4c7e-866d-8906919e201c" providerId="ADAL" clId="{1C39CB19-5268-496A-A145-603A55D6271D}" dt="2025-02-12T17:11:30.235" v="7383" actId="2696"/>
        <pc:sldMkLst>
          <pc:docMk/>
          <pc:sldMk cId="3041431442" sldId="362"/>
        </pc:sldMkLst>
      </pc:sldChg>
      <pc:sldChg chg="addSp delSp modSp add del mod ord">
        <pc:chgData name="Brûlé, Caroline" userId="f1e7452b-5e17-4c7e-866d-8906919e201c" providerId="ADAL" clId="{1C39CB19-5268-496A-A145-603A55D6271D}" dt="2025-02-12T17:14:50.882" v="7463" actId="2696"/>
        <pc:sldMkLst>
          <pc:docMk/>
          <pc:sldMk cId="31754606" sldId="363"/>
        </pc:sldMkLst>
      </pc:sldChg>
      <pc:sldChg chg="addSp modSp new del mod modNotesTx">
        <pc:chgData name="Brûlé, Caroline" userId="f1e7452b-5e17-4c7e-866d-8906919e201c" providerId="ADAL" clId="{1C39CB19-5268-496A-A145-603A55D6271D}" dt="2025-02-12T16:46:06.160" v="7119" actId="2696"/>
        <pc:sldMkLst>
          <pc:docMk/>
          <pc:sldMk cId="1133711008" sldId="364"/>
        </pc:sldMkLst>
      </pc:sldChg>
      <pc:sldChg chg="addSp delSp modSp new del mod modNotesTx">
        <pc:chgData name="Brûlé, Caroline" userId="f1e7452b-5e17-4c7e-866d-8906919e201c" providerId="ADAL" clId="{1C39CB19-5268-496A-A145-603A55D6271D}" dt="2025-02-12T16:52:12.714" v="7158" actId="2696"/>
        <pc:sldMkLst>
          <pc:docMk/>
          <pc:sldMk cId="2280147151" sldId="365"/>
        </pc:sldMkLst>
      </pc:sldChg>
      <pc:sldChg chg="addSp delSp modSp add del mod modNotesTx">
        <pc:chgData name="Brûlé, Caroline" userId="f1e7452b-5e17-4c7e-866d-8906919e201c" providerId="ADAL" clId="{1C39CB19-5268-496A-A145-603A55D6271D}" dt="2025-02-12T16:50:24.145" v="7138" actId="2696"/>
        <pc:sldMkLst>
          <pc:docMk/>
          <pc:sldMk cId="654452881" sldId="366"/>
        </pc:sldMkLst>
      </pc:sldChg>
      <pc:sldChg chg="addSp delSp modSp add del mod modNotesTx">
        <pc:chgData name="Brûlé, Caroline" userId="f1e7452b-5e17-4c7e-866d-8906919e201c" providerId="ADAL" clId="{1C39CB19-5268-496A-A145-603A55D6271D}" dt="2025-02-12T17:08:01.112" v="7356" actId="2696"/>
        <pc:sldMkLst>
          <pc:docMk/>
          <pc:sldMk cId="2277102544" sldId="367"/>
        </pc:sldMkLst>
      </pc:sldChg>
      <pc:sldChg chg="addSp delSp modSp add mod modNotesTx">
        <pc:chgData name="Brûlé, Caroline" userId="f1e7452b-5e17-4c7e-866d-8906919e201c" providerId="ADAL" clId="{1C39CB19-5268-496A-A145-603A55D6271D}" dt="2025-02-12T17:04:47.494" v="7339" actId="20577"/>
        <pc:sldMkLst>
          <pc:docMk/>
          <pc:sldMk cId="2942207667" sldId="368"/>
        </pc:sldMkLst>
        <pc:spChg chg="mod">
          <ac:chgData name="Brûlé, Caroline" userId="f1e7452b-5e17-4c7e-866d-8906919e201c" providerId="ADAL" clId="{1C39CB19-5268-496A-A145-603A55D6271D}" dt="2025-02-12T17:04:47.494" v="7339" actId="20577"/>
          <ac:spMkLst>
            <pc:docMk/>
            <pc:sldMk cId="2942207667" sldId="368"/>
            <ac:spMk id="2" creationId="{253D1BE5-04FF-722B-BB0F-E1520E981128}"/>
          </ac:spMkLst>
        </pc:spChg>
        <pc:spChg chg="mod">
          <ac:chgData name="Brûlé, Caroline" userId="f1e7452b-5e17-4c7e-866d-8906919e201c" providerId="ADAL" clId="{1C39CB19-5268-496A-A145-603A55D6271D}" dt="2025-02-12T16:51:47.800" v="7155" actId="27636"/>
          <ac:spMkLst>
            <pc:docMk/>
            <pc:sldMk cId="2942207667" sldId="368"/>
            <ac:spMk id="5" creationId="{91E50AAB-C881-F2AE-67E6-A3ED39842006}"/>
          </ac:spMkLst>
        </pc:spChg>
        <pc:spChg chg="add mod">
          <ac:chgData name="Brûlé, Caroline" userId="f1e7452b-5e17-4c7e-866d-8906919e201c" providerId="ADAL" clId="{1C39CB19-5268-496A-A145-603A55D6271D}" dt="2025-02-12T16:51:47.800" v="7154" actId="27636"/>
          <ac:spMkLst>
            <pc:docMk/>
            <pc:sldMk cId="2942207667" sldId="368"/>
            <ac:spMk id="10" creationId="{1C888A25-F88B-A27C-060A-06210B8C6063}"/>
          </ac:spMkLst>
        </pc:spChg>
        <pc:picChg chg="add mod">
          <ac:chgData name="Brûlé, Caroline" userId="f1e7452b-5e17-4c7e-866d-8906919e201c" providerId="ADAL" clId="{1C39CB19-5268-496A-A145-603A55D6271D}" dt="2025-02-12T16:51:42.903" v="7152" actId="27636"/>
          <ac:picMkLst>
            <pc:docMk/>
            <pc:sldMk cId="2942207667" sldId="368"/>
            <ac:picMk id="11" creationId="{3951414E-782E-9908-2725-5DBF01A7C133}"/>
          </ac:picMkLst>
        </pc:picChg>
        <pc:picChg chg="add mod">
          <ac:chgData name="Brûlé, Caroline" userId="f1e7452b-5e17-4c7e-866d-8906919e201c" providerId="ADAL" clId="{1C39CB19-5268-496A-A145-603A55D6271D}" dt="2025-02-12T16:51:56.803" v="7157"/>
          <ac:picMkLst>
            <pc:docMk/>
            <pc:sldMk cId="2942207667" sldId="368"/>
            <ac:picMk id="13" creationId="{8F96BF08-B665-D7F9-8E47-E68259D57955}"/>
          </ac:picMkLst>
        </pc:picChg>
      </pc:sldChg>
      <pc:sldChg chg="addSp delSp modSp add del mod">
        <pc:chgData name="Brûlé, Caroline" userId="f1e7452b-5e17-4c7e-866d-8906919e201c" providerId="ADAL" clId="{1C39CB19-5268-496A-A145-603A55D6271D}" dt="2025-02-12T16:53:23.935" v="7179" actId="2696"/>
        <pc:sldMkLst>
          <pc:docMk/>
          <pc:sldMk cId="2747588376" sldId="369"/>
        </pc:sldMkLst>
      </pc:sldChg>
      <pc:sldChg chg="addSp delSp modSp add mod modNotesTx">
        <pc:chgData name="Brûlé, Caroline" userId="f1e7452b-5e17-4c7e-866d-8906919e201c" providerId="ADAL" clId="{1C39CB19-5268-496A-A145-603A55D6271D}" dt="2025-02-12T17:26:52.658" v="7633" actId="14100"/>
        <pc:sldMkLst>
          <pc:docMk/>
          <pc:sldMk cId="2212714247" sldId="370"/>
        </pc:sldMkLst>
        <pc:spChg chg="mod">
          <ac:chgData name="Brûlé, Caroline" userId="f1e7452b-5e17-4c7e-866d-8906919e201c" providerId="ADAL" clId="{1C39CB19-5268-496A-A145-603A55D6271D}" dt="2025-02-12T17:05:53.396" v="7341" actId="20577"/>
          <ac:spMkLst>
            <pc:docMk/>
            <pc:sldMk cId="2212714247" sldId="370"/>
            <ac:spMk id="2" creationId="{24CC859E-E792-EF01-A4B4-AF3FBB412629}"/>
          </ac:spMkLst>
        </pc:spChg>
        <pc:spChg chg="mod">
          <ac:chgData name="Brûlé, Caroline" userId="f1e7452b-5e17-4c7e-866d-8906919e201c" providerId="ADAL" clId="{1C39CB19-5268-496A-A145-603A55D6271D}" dt="2025-02-12T17:10:06.563" v="7382" actId="108"/>
          <ac:spMkLst>
            <pc:docMk/>
            <pc:sldMk cId="2212714247" sldId="370"/>
            <ac:spMk id="10" creationId="{7CA16307-6648-7C99-2B0D-70E52D7F3245}"/>
          </ac:spMkLst>
        </pc:spChg>
        <pc:picChg chg="add mod">
          <ac:chgData name="Brûlé, Caroline" userId="f1e7452b-5e17-4c7e-866d-8906919e201c" providerId="ADAL" clId="{1C39CB19-5268-496A-A145-603A55D6271D}" dt="2025-02-12T16:53:18.980" v="7178"/>
          <ac:picMkLst>
            <pc:docMk/>
            <pc:sldMk cId="2212714247" sldId="370"/>
            <ac:picMk id="4" creationId="{AF51B5D1-8E01-26B3-374E-0062632384C2}"/>
          </ac:picMkLst>
        </pc:picChg>
      </pc:sldChg>
      <pc:sldChg chg="addSp delSp modSp add mod modNotesTx">
        <pc:chgData name="Brûlé, Caroline" userId="f1e7452b-5e17-4c7e-866d-8906919e201c" providerId="ADAL" clId="{1C39CB19-5268-496A-A145-603A55D6271D}" dt="2025-02-12T17:31:13.843" v="7668" actId="1076"/>
        <pc:sldMkLst>
          <pc:docMk/>
          <pc:sldMk cId="3008884675" sldId="371"/>
        </pc:sldMkLst>
        <pc:spChg chg="mod">
          <ac:chgData name="Brûlé, Caroline" userId="f1e7452b-5e17-4c7e-866d-8906919e201c" providerId="ADAL" clId="{1C39CB19-5268-496A-A145-603A55D6271D}" dt="2025-02-12T17:12:57.664" v="7434" actId="20577"/>
          <ac:spMkLst>
            <pc:docMk/>
            <pc:sldMk cId="3008884675" sldId="371"/>
            <ac:spMk id="2" creationId="{1099E1F7-14D7-8AD9-C5E6-9E71A277E201}"/>
          </ac:spMkLst>
        </pc:spChg>
        <pc:spChg chg="mod">
          <ac:chgData name="Brûlé, Caroline" userId="f1e7452b-5e17-4c7e-866d-8906919e201c" providerId="ADAL" clId="{1C39CB19-5268-496A-A145-603A55D6271D}" dt="2025-02-12T17:13:00.790" v="7436" actId="20577"/>
          <ac:spMkLst>
            <pc:docMk/>
            <pc:sldMk cId="3008884675" sldId="371"/>
            <ac:spMk id="5" creationId="{6C93B119-DDBC-E818-0358-B173409F8C4F}"/>
          </ac:spMkLst>
        </pc:spChg>
        <pc:spChg chg="mod">
          <ac:chgData name="Brûlé, Caroline" userId="f1e7452b-5e17-4c7e-866d-8906919e201c" providerId="ADAL" clId="{1C39CB19-5268-496A-A145-603A55D6271D}" dt="2025-02-12T17:09:17.261" v="7375" actId="27636"/>
          <ac:spMkLst>
            <pc:docMk/>
            <pc:sldMk cId="3008884675" sldId="371"/>
            <ac:spMk id="10" creationId="{C7B2533B-DC0F-1E16-7199-D3007804B56D}"/>
          </ac:spMkLst>
        </pc:spChg>
        <pc:spChg chg="mod">
          <ac:chgData name="Brûlé, Caroline" userId="f1e7452b-5e17-4c7e-866d-8906919e201c" providerId="ADAL" clId="{1C39CB19-5268-496A-A145-603A55D6271D}" dt="2025-02-12T17:09:39.113" v="7378" actId="1076"/>
          <ac:spMkLst>
            <pc:docMk/>
            <pc:sldMk cId="3008884675" sldId="371"/>
            <ac:spMk id="18" creationId="{7155E628-9D61-F29F-9594-E6A8BB145CBD}"/>
          </ac:spMkLst>
        </pc:spChg>
        <pc:spChg chg="mod">
          <ac:chgData name="Brûlé, Caroline" userId="f1e7452b-5e17-4c7e-866d-8906919e201c" providerId="ADAL" clId="{1C39CB19-5268-496A-A145-603A55D6271D}" dt="2025-02-12T17:09:39.113" v="7378" actId="1076"/>
          <ac:spMkLst>
            <pc:docMk/>
            <pc:sldMk cId="3008884675" sldId="371"/>
            <ac:spMk id="19" creationId="{8302B928-E76B-9620-98FD-BBDF6A2BFC3F}"/>
          </ac:spMkLst>
        </pc:spChg>
        <pc:spChg chg="mod">
          <ac:chgData name="Brûlé, Caroline" userId="f1e7452b-5e17-4c7e-866d-8906919e201c" providerId="ADAL" clId="{1C39CB19-5268-496A-A145-603A55D6271D}" dt="2025-02-12T17:09:39.113" v="7378" actId="1076"/>
          <ac:spMkLst>
            <pc:docMk/>
            <pc:sldMk cId="3008884675" sldId="371"/>
            <ac:spMk id="20" creationId="{6446A7AD-4F68-8A66-29EB-A6F6EC68B6D9}"/>
          </ac:spMkLst>
        </pc:spChg>
        <pc:spChg chg="mod">
          <ac:chgData name="Brûlé, Caroline" userId="f1e7452b-5e17-4c7e-866d-8906919e201c" providerId="ADAL" clId="{1C39CB19-5268-496A-A145-603A55D6271D}" dt="2025-02-12T17:09:39.113" v="7378" actId="1076"/>
          <ac:spMkLst>
            <pc:docMk/>
            <pc:sldMk cId="3008884675" sldId="371"/>
            <ac:spMk id="21" creationId="{D916340D-18E8-39DF-0AAD-E7D37B38AE07}"/>
          </ac:spMkLst>
        </pc:spChg>
        <pc:spChg chg="mod">
          <ac:chgData name="Brûlé, Caroline" userId="f1e7452b-5e17-4c7e-866d-8906919e201c" providerId="ADAL" clId="{1C39CB19-5268-496A-A145-603A55D6271D}" dt="2025-02-12T17:09:39.113" v="7378" actId="1076"/>
          <ac:spMkLst>
            <pc:docMk/>
            <pc:sldMk cId="3008884675" sldId="371"/>
            <ac:spMk id="22" creationId="{495B3F20-492E-0E03-E072-650718A4351B}"/>
          </ac:spMkLst>
        </pc:spChg>
        <pc:spChg chg="mod">
          <ac:chgData name="Brûlé, Caroline" userId="f1e7452b-5e17-4c7e-866d-8906919e201c" providerId="ADAL" clId="{1C39CB19-5268-496A-A145-603A55D6271D}" dt="2025-02-12T17:09:39.113" v="7378" actId="1076"/>
          <ac:spMkLst>
            <pc:docMk/>
            <pc:sldMk cId="3008884675" sldId="371"/>
            <ac:spMk id="28" creationId="{923BD0DF-FB71-E5D7-DA65-1CC39EDBAD31}"/>
          </ac:spMkLst>
        </pc:spChg>
        <pc:spChg chg="mod">
          <ac:chgData name="Brûlé, Caroline" userId="f1e7452b-5e17-4c7e-866d-8906919e201c" providerId="ADAL" clId="{1C39CB19-5268-496A-A145-603A55D6271D}" dt="2025-02-12T17:18:58.073" v="7543" actId="208"/>
          <ac:spMkLst>
            <pc:docMk/>
            <pc:sldMk cId="3008884675" sldId="371"/>
            <ac:spMk id="29" creationId="{E242526D-89BC-89E5-C022-615712EDB595}"/>
          </ac:spMkLst>
        </pc:spChg>
        <pc:spChg chg="mod">
          <ac:chgData name="Brûlé, Caroline" userId="f1e7452b-5e17-4c7e-866d-8906919e201c" providerId="ADAL" clId="{1C39CB19-5268-496A-A145-603A55D6271D}" dt="2025-02-12T17:18:51.282" v="7541" actId="207"/>
          <ac:spMkLst>
            <pc:docMk/>
            <pc:sldMk cId="3008884675" sldId="371"/>
            <ac:spMk id="30" creationId="{FD519F8B-5F44-A5DB-747C-DDD7E39747FE}"/>
          </ac:spMkLst>
        </pc:spChg>
        <pc:spChg chg="mod">
          <ac:chgData name="Brûlé, Caroline" userId="f1e7452b-5e17-4c7e-866d-8906919e201c" providerId="ADAL" clId="{1C39CB19-5268-496A-A145-603A55D6271D}" dt="2025-02-12T17:09:45.245" v="7380" actId="1076"/>
          <ac:spMkLst>
            <pc:docMk/>
            <pc:sldMk cId="3008884675" sldId="371"/>
            <ac:spMk id="33" creationId="{738BE63D-E569-DA27-0579-1E13B8EA4EE9}"/>
          </ac:spMkLst>
        </pc:spChg>
        <pc:spChg chg="mod">
          <ac:chgData name="Brûlé, Caroline" userId="f1e7452b-5e17-4c7e-866d-8906919e201c" providerId="ADAL" clId="{1C39CB19-5268-496A-A145-603A55D6271D}" dt="2025-02-12T17:09:39.113" v="7378" actId="1076"/>
          <ac:spMkLst>
            <pc:docMk/>
            <pc:sldMk cId="3008884675" sldId="371"/>
            <ac:spMk id="35" creationId="{550581E1-0564-F706-9024-8A7F403C202A}"/>
          </ac:spMkLst>
        </pc:spChg>
        <pc:grpChg chg="mod">
          <ac:chgData name="Brûlé, Caroline" userId="f1e7452b-5e17-4c7e-866d-8906919e201c" providerId="ADAL" clId="{1C39CB19-5268-496A-A145-603A55D6271D}" dt="2025-02-12T17:09:42.342" v="7379" actId="1076"/>
          <ac:grpSpMkLst>
            <pc:docMk/>
            <pc:sldMk cId="3008884675" sldId="371"/>
            <ac:grpSpMk id="9" creationId="{5AC8E2B4-A5E2-A6DC-B664-24063705609A}"/>
          </ac:grpSpMkLst>
        </pc:grpChg>
        <pc:grpChg chg="mod">
          <ac:chgData name="Brûlé, Caroline" userId="f1e7452b-5e17-4c7e-866d-8906919e201c" providerId="ADAL" clId="{1C39CB19-5268-496A-A145-603A55D6271D}" dt="2025-02-12T17:09:45.245" v="7380" actId="1076"/>
          <ac:grpSpMkLst>
            <pc:docMk/>
            <pc:sldMk cId="3008884675" sldId="371"/>
            <ac:grpSpMk id="31" creationId="{F6F42102-4497-CCDD-A6E8-F820B435C4A2}"/>
          </ac:grpSpMkLst>
        </pc:grpChg>
        <pc:picChg chg="add mod">
          <ac:chgData name="Brûlé, Caroline" userId="f1e7452b-5e17-4c7e-866d-8906919e201c" providerId="ADAL" clId="{1C39CB19-5268-496A-A145-603A55D6271D}" dt="2025-02-12T17:09:53.507" v="7381" actId="14100"/>
          <ac:picMkLst>
            <pc:docMk/>
            <pc:sldMk cId="3008884675" sldId="371"/>
            <ac:picMk id="8" creationId="{3497A9DF-786E-ECC3-3B86-D4A0896DC801}"/>
          </ac:picMkLst>
        </pc:picChg>
        <pc:picChg chg="mod">
          <ac:chgData name="Brûlé, Caroline" userId="f1e7452b-5e17-4c7e-866d-8906919e201c" providerId="ADAL" clId="{1C39CB19-5268-496A-A145-603A55D6271D}" dt="2025-02-12T17:09:45.245" v="7380" actId="1076"/>
          <ac:picMkLst>
            <pc:docMk/>
            <pc:sldMk cId="3008884675" sldId="371"/>
            <ac:picMk id="32" creationId="{568E59E0-7A59-B956-78CC-18C6BD7508DB}"/>
          </ac:picMkLst>
        </pc:picChg>
        <pc:picChg chg="add mod">
          <ac:chgData name="Brûlé, Caroline" userId="f1e7452b-5e17-4c7e-866d-8906919e201c" providerId="ADAL" clId="{1C39CB19-5268-496A-A145-603A55D6271D}" dt="2025-02-12T17:31:13.843" v="7668" actId="1076"/>
          <ac:picMkLst>
            <pc:docMk/>
            <pc:sldMk cId="3008884675" sldId="371"/>
            <ac:picMk id="37" creationId="{11232E6B-4502-0142-BBF8-A4B737E91977}"/>
          </ac:picMkLst>
        </pc:picChg>
      </pc:sldChg>
      <pc:sldChg chg="addSp delSp modSp add del mod ord modNotesTx">
        <pc:chgData name="Brûlé, Caroline" userId="f1e7452b-5e17-4c7e-866d-8906919e201c" providerId="ADAL" clId="{1C39CB19-5268-496A-A145-603A55D6271D}" dt="2025-02-12T17:23:27.590" v="7591" actId="20577"/>
        <pc:sldMkLst>
          <pc:docMk/>
          <pc:sldMk cId="867259183" sldId="372"/>
        </pc:sldMkLst>
        <pc:picChg chg="add del">
          <ac:chgData name="Brûlé, Caroline" userId="f1e7452b-5e17-4c7e-866d-8906919e201c" providerId="ADAL" clId="{1C39CB19-5268-496A-A145-603A55D6271D}" dt="2025-02-12T17:16:37.709" v="7518" actId="478"/>
          <ac:picMkLst>
            <pc:docMk/>
            <pc:sldMk cId="867259183" sldId="372"/>
            <ac:picMk id="2118" creationId="{A0EC7980-3EFE-60F5-DBA7-F9F68AD835B0}"/>
          </ac:picMkLst>
        </pc:picChg>
        <pc:picChg chg="add del">
          <ac:chgData name="Brûlé, Caroline" userId="f1e7452b-5e17-4c7e-866d-8906919e201c" providerId="ADAL" clId="{1C39CB19-5268-496A-A145-603A55D6271D}" dt="2025-02-12T17:15:54.215" v="7487" actId="478"/>
          <ac:picMkLst>
            <pc:docMk/>
            <pc:sldMk cId="867259183" sldId="372"/>
            <ac:picMk id="2120" creationId="{C8192F16-5E79-4395-01AF-42E29C60C67F}"/>
          </ac:picMkLst>
        </pc:picChg>
        <pc:picChg chg="add del">
          <ac:chgData name="Brûlé, Caroline" userId="f1e7452b-5e17-4c7e-866d-8906919e201c" providerId="ADAL" clId="{1C39CB19-5268-496A-A145-603A55D6271D}" dt="2025-02-12T17:15:47.754" v="7478" actId="478"/>
          <ac:picMkLst>
            <pc:docMk/>
            <pc:sldMk cId="867259183" sldId="372"/>
            <ac:picMk id="2122" creationId="{BEEE91EB-0181-E380-253A-E15CAD81E5BA}"/>
          </ac:picMkLst>
        </pc:picChg>
      </pc:sldChg>
      <pc:sldChg chg="add modNotesTx">
        <pc:chgData name="Brûlé, Caroline" userId="f1e7452b-5e17-4c7e-866d-8906919e201c" providerId="ADAL" clId="{1C39CB19-5268-496A-A145-603A55D6271D}" dt="2025-02-12T17:24:59.198" v="7627" actId="20577"/>
        <pc:sldMkLst>
          <pc:docMk/>
          <pc:sldMk cId="3549606623" sldId="373"/>
        </pc:sldMkLst>
      </pc:sldChg>
      <pc:sldChg chg="addSp modSp new del modNotesTx">
        <pc:chgData name="Brûlé, Caroline" userId="f1e7452b-5e17-4c7e-866d-8906919e201c" providerId="ADAL" clId="{1C39CB19-5268-496A-A145-603A55D6271D}" dt="2025-02-12T17:31:17.743" v="7669" actId="2696"/>
        <pc:sldMkLst>
          <pc:docMk/>
          <pc:sldMk cId="2835048551" sldId="374"/>
        </pc:sldMkLst>
      </pc:sldChg>
      <pc:sldChg chg="add del">
        <pc:chgData name="Brûlé, Caroline" userId="f1e7452b-5e17-4c7e-866d-8906919e201c" providerId="ADAL" clId="{1C39CB19-5268-496A-A145-603A55D6271D}" dt="2025-02-12T17:30:31.780" v="7664" actId="2890"/>
        <pc:sldMkLst>
          <pc:docMk/>
          <pc:sldMk cId="3277984979" sldId="375"/>
        </pc:sldMkLst>
      </pc:sldChg>
      <pc:sldChg chg="addSp new">
        <pc:chgData name="Brûlé, Caroline" userId="f1e7452b-5e17-4c7e-866d-8906919e201c" providerId="ADAL" clId="{1C39CB19-5268-496A-A145-603A55D6271D}" dt="2025-02-12T17:30:34.318" v="7666"/>
        <pc:sldMkLst>
          <pc:docMk/>
          <pc:sldMk cId="3323139989" sldId="375"/>
        </pc:sldMkLst>
        <pc:picChg chg="add">
          <ac:chgData name="Brûlé, Caroline" userId="f1e7452b-5e17-4c7e-866d-8906919e201c" providerId="ADAL" clId="{1C39CB19-5268-496A-A145-603A55D6271D}" dt="2025-02-12T17:30:34.318" v="7666"/>
          <ac:picMkLst>
            <pc:docMk/>
            <pc:sldMk cId="3323139989" sldId="375"/>
            <ac:picMk id="10242" creationId="{6D54EB6B-6A45-1DCB-5295-B7F9F9A2E244}"/>
          </ac:picMkLst>
        </pc:picChg>
      </pc:sldChg>
      <pc:sldChg chg="addSp delSp modSp new mod">
        <pc:chgData name="Brûlé, Caroline" userId="f1e7452b-5e17-4c7e-866d-8906919e201c" providerId="ADAL" clId="{1C39CB19-5268-496A-A145-603A55D6271D}" dt="2025-02-12T17:51:19.436" v="8036" actId="403"/>
        <pc:sldMkLst>
          <pc:docMk/>
          <pc:sldMk cId="3540299349" sldId="376"/>
        </pc:sldMkLst>
        <pc:spChg chg="add mod ord">
          <ac:chgData name="Brûlé, Caroline" userId="f1e7452b-5e17-4c7e-866d-8906919e201c" providerId="ADAL" clId="{1C39CB19-5268-496A-A145-603A55D6271D}" dt="2025-02-12T17:38:09.278" v="7773" actId="166"/>
          <ac:spMkLst>
            <pc:docMk/>
            <pc:sldMk cId="3540299349" sldId="376"/>
            <ac:spMk id="66" creationId="{FB56C5C7-A9A1-5EC0-698F-D84B329ABBD3}"/>
          </ac:spMkLst>
        </pc:spChg>
        <pc:spChg chg="add mod">
          <ac:chgData name="Brûlé, Caroline" userId="f1e7452b-5e17-4c7e-866d-8906919e201c" providerId="ADAL" clId="{1C39CB19-5268-496A-A145-603A55D6271D}" dt="2025-02-12T17:38:28.322" v="7780"/>
          <ac:spMkLst>
            <pc:docMk/>
            <pc:sldMk cId="3540299349" sldId="376"/>
            <ac:spMk id="86" creationId="{88827463-5725-5FC8-5945-3C37FCF50C65}"/>
          </ac:spMkLst>
        </pc:spChg>
        <pc:spChg chg="add mod">
          <ac:chgData name="Brûlé, Caroline" userId="f1e7452b-5e17-4c7e-866d-8906919e201c" providerId="ADAL" clId="{1C39CB19-5268-496A-A145-603A55D6271D}" dt="2025-02-12T17:38:25.594" v="7779"/>
          <ac:spMkLst>
            <pc:docMk/>
            <pc:sldMk cId="3540299349" sldId="376"/>
            <ac:spMk id="93" creationId="{07156FD6-9D3C-88A1-0AB3-5A0977650CC9}"/>
          </ac:spMkLst>
        </pc:spChg>
        <pc:spChg chg="add mod">
          <ac:chgData name="Brûlé, Caroline" userId="f1e7452b-5e17-4c7e-866d-8906919e201c" providerId="ADAL" clId="{1C39CB19-5268-496A-A145-603A55D6271D}" dt="2025-02-12T17:43:21.247" v="7800"/>
          <ac:spMkLst>
            <pc:docMk/>
            <pc:sldMk cId="3540299349" sldId="376"/>
            <ac:spMk id="105" creationId="{D672A199-0F27-7FA9-04F1-56B4367734D9}"/>
          </ac:spMkLst>
        </pc:spChg>
        <pc:spChg chg="add mod">
          <ac:chgData name="Brûlé, Caroline" userId="f1e7452b-5e17-4c7e-866d-8906919e201c" providerId="ADAL" clId="{1C39CB19-5268-496A-A145-603A55D6271D}" dt="2025-02-12T17:51:19.436" v="8036" actId="403"/>
          <ac:spMkLst>
            <pc:docMk/>
            <pc:sldMk cId="3540299349" sldId="376"/>
            <ac:spMk id="106" creationId="{7B231364-4C6B-1119-04E9-450BF4ED177D}"/>
          </ac:spMkLst>
        </pc:spChg>
        <pc:grpChg chg="add mod">
          <ac:chgData name="Brûlé, Caroline" userId="f1e7452b-5e17-4c7e-866d-8906919e201c" providerId="ADAL" clId="{1C39CB19-5268-496A-A145-603A55D6271D}" dt="2025-02-12T17:38:04.166" v="7772" actId="1076"/>
          <ac:grpSpMkLst>
            <pc:docMk/>
            <pc:sldMk cId="3540299349" sldId="376"/>
            <ac:grpSpMk id="74" creationId="{A9A3AFE1-260F-CCBE-F384-0D7B70649FEA}"/>
          </ac:grpSpMkLst>
        </pc:grpChg>
        <pc:grpChg chg="add mod">
          <ac:chgData name="Brûlé, Caroline" userId="f1e7452b-5e17-4c7e-866d-8906919e201c" providerId="ADAL" clId="{1C39CB19-5268-496A-A145-603A55D6271D}" dt="2025-02-12T17:38:16.032" v="7775" actId="1076"/>
          <ac:grpSpMkLst>
            <pc:docMk/>
            <pc:sldMk cId="3540299349" sldId="376"/>
            <ac:grpSpMk id="80" creationId="{486D55B9-ABB9-EB51-9481-87DF3C3B9E90}"/>
          </ac:grpSpMkLst>
        </pc:grpChg>
        <pc:grpChg chg="add mod">
          <ac:chgData name="Brûlé, Caroline" userId="f1e7452b-5e17-4c7e-866d-8906919e201c" providerId="ADAL" clId="{1C39CB19-5268-496A-A145-603A55D6271D}" dt="2025-02-12T17:38:18.960" v="7777" actId="1076"/>
          <ac:grpSpMkLst>
            <pc:docMk/>
            <pc:sldMk cId="3540299349" sldId="376"/>
            <ac:grpSpMk id="87" creationId="{3B1E7F55-0186-41E4-8D28-50EAAE3C5661}"/>
          </ac:grpSpMkLst>
        </pc:grpChg>
        <pc:picChg chg="add mod">
          <ac:chgData name="Brûlé, Caroline" userId="f1e7452b-5e17-4c7e-866d-8906919e201c" providerId="ADAL" clId="{1C39CB19-5268-496A-A145-603A55D6271D}" dt="2025-02-12T17:31:37.169" v="7672" actId="732"/>
          <ac:picMkLst>
            <pc:docMk/>
            <pc:sldMk cId="3540299349" sldId="376"/>
            <ac:picMk id="2" creationId="{633AEA0F-F2D0-A5F9-B503-9305A8C165A1}"/>
          </ac:picMkLst>
        </pc:picChg>
        <pc:picChg chg="mod">
          <ac:chgData name="Brûlé, Caroline" userId="f1e7452b-5e17-4c7e-866d-8906919e201c" providerId="ADAL" clId="{1C39CB19-5268-496A-A145-603A55D6271D}" dt="2025-02-12T17:37:55.382" v="7769"/>
          <ac:picMkLst>
            <pc:docMk/>
            <pc:sldMk cId="3540299349" sldId="376"/>
            <ac:picMk id="75" creationId="{4342DF8A-449A-E393-F67E-756E9120E32C}"/>
          </ac:picMkLst>
        </pc:picChg>
        <pc:picChg chg="mod">
          <ac:chgData name="Brûlé, Caroline" userId="f1e7452b-5e17-4c7e-866d-8906919e201c" providerId="ADAL" clId="{1C39CB19-5268-496A-A145-603A55D6271D}" dt="2025-02-12T17:37:55.382" v="7769"/>
          <ac:picMkLst>
            <pc:docMk/>
            <pc:sldMk cId="3540299349" sldId="376"/>
            <ac:picMk id="76" creationId="{DFC2F9BA-1853-0304-B708-39C919AF0874}"/>
          </ac:picMkLst>
        </pc:picChg>
        <pc:picChg chg="mod">
          <ac:chgData name="Brûlé, Caroline" userId="f1e7452b-5e17-4c7e-866d-8906919e201c" providerId="ADAL" clId="{1C39CB19-5268-496A-A145-603A55D6271D}" dt="2025-02-12T17:37:55.382" v="7769"/>
          <ac:picMkLst>
            <pc:docMk/>
            <pc:sldMk cId="3540299349" sldId="376"/>
            <ac:picMk id="77" creationId="{0378A7A9-0394-31FD-6AF9-A07717BD58BF}"/>
          </ac:picMkLst>
        </pc:picChg>
        <pc:picChg chg="mod">
          <ac:chgData name="Brûlé, Caroline" userId="f1e7452b-5e17-4c7e-866d-8906919e201c" providerId="ADAL" clId="{1C39CB19-5268-496A-A145-603A55D6271D}" dt="2025-02-12T17:37:55.382" v="7769"/>
          <ac:picMkLst>
            <pc:docMk/>
            <pc:sldMk cId="3540299349" sldId="376"/>
            <ac:picMk id="78" creationId="{9C86DDCD-AC1C-75AE-97B7-6F1D20AE3B78}"/>
          </ac:picMkLst>
        </pc:picChg>
        <pc:picChg chg="mod">
          <ac:chgData name="Brûlé, Caroline" userId="f1e7452b-5e17-4c7e-866d-8906919e201c" providerId="ADAL" clId="{1C39CB19-5268-496A-A145-603A55D6271D}" dt="2025-02-12T17:37:55.382" v="7769"/>
          <ac:picMkLst>
            <pc:docMk/>
            <pc:sldMk cId="3540299349" sldId="376"/>
            <ac:picMk id="79" creationId="{6F6BF9E3-3560-69BC-F654-3C7A5C2F36F9}"/>
          </ac:picMkLst>
        </pc:picChg>
        <pc:picChg chg="mod">
          <ac:chgData name="Brûlé, Caroline" userId="f1e7452b-5e17-4c7e-866d-8906919e201c" providerId="ADAL" clId="{1C39CB19-5268-496A-A145-603A55D6271D}" dt="2025-02-12T17:38:13.095" v="7774"/>
          <ac:picMkLst>
            <pc:docMk/>
            <pc:sldMk cId="3540299349" sldId="376"/>
            <ac:picMk id="81" creationId="{436B42CF-B86F-1775-9638-3C8F9849AAD2}"/>
          </ac:picMkLst>
        </pc:picChg>
        <pc:picChg chg="mod">
          <ac:chgData name="Brûlé, Caroline" userId="f1e7452b-5e17-4c7e-866d-8906919e201c" providerId="ADAL" clId="{1C39CB19-5268-496A-A145-603A55D6271D}" dt="2025-02-12T17:38:13.095" v="7774"/>
          <ac:picMkLst>
            <pc:docMk/>
            <pc:sldMk cId="3540299349" sldId="376"/>
            <ac:picMk id="82" creationId="{B7C79B78-9276-FD70-73EC-0DB80E53CA7C}"/>
          </ac:picMkLst>
        </pc:picChg>
        <pc:picChg chg="mod">
          <ac:chgData name="Brûlé, Caroline" userId="f1e7452b-5e17-4c7e-866d-8906919e201c" providerId="ADAL" clId="{1C39CB19-5268-496A-A145-603A55D6271D}" dt="2025-02-12T17:38:13.095" v="7774"/>
          <ac:picMkLst>
            <pc:docMk/>
            <pc:sldMk cId="3540299349" sldId="376"/>
            <ac:picMk id="83" creationId="{11FCA7A6-C23C-E9B7-52D9-B42E51C29EEA}"/>
          </ac:picMkLst>
        </pc:picChg>
        <pc:picChg chg="mod">
          <ac:chgData name="Brûlé, Caroline" userId="f1e7452b-5e17-4c7e-866d-8906919e201c" providerId="ADAL" clId="{1C39CB19-5268-496A-A145-603A55D6271D}" dt="2025-02-12T17:38:13.095" v="7774"/>
          <ac:picMkLst>
            <pc:docMk/>
            <pc:sldMk cId="3540299349" sldId="376"/>
            <ac:picMk id="84" creationId="{6A8A7702-DC2A-BB6C-8511-0A6BF8B0C3BD}"/>
          </ac:picMkLst>
        </pc:picChg>
        <pc:picChg chg="mod">
          <ac:chgData name="Brûlé, Caroline" userId="f1e7452b-5e17-4c7e-866d-8906919e201c" providerId="ADAL" clId="{1C39CB19-5268-496A-A145-603A55D6271D}" dt="2025-02-12T17:38:13.095" v="7774"/>
          <ac:picMkLst>
            <pc:docMk/>
            <pc:sldMk cId="3540299349" sldId="376"/>
            <ac:picMk id="85" creationId="{9D47E396-AE4C-1834-76CE-0FC741230D0C}"/>
          </ac:picMkLst>
        </pc:picChg>
        <pc:picChg chg="mod">
          <ac:chgData name="Brûlé, Caroline" userId="f1e7452b-5e17-4c7e-866d-8906919e201c" providerId="ADAL" clId="{1C39CB19-5268-496A-A145-603A55D6271D}" dt="2025-02-12T17:38:16.534" v="7776"/>
          <ac:picMkLst>
            <pc:docMk/>
            <pc:sldMk cId="3540299349" sldId="376"/>
            <ac:picMk id="88" creationId="{4ADC9061-993D-3362-94A3-5083F0C633E9}"/>
          </ac:picMkLst>
        </pc:picChg>
        <pc:picChg chg="mod">
          <ac:chgData name="Brûlé, Caroline" userId="f1e7452b-5e17-4c7e-866d-8906919e201c" providerId="ADAL" clId="{1C39CB19-5268-496A-A145-603A55D6271D}" dt="2025-02-12T17:38:16.534" v="7776"/>
          <ac:picMkLst>
            <pc:docMk/>
            <pc:sldMk cId="3540299349" sldId="376"/>
            <ac:picMk id="89" creationId="{68AAC2E9-BD38-274C-A075-7D5E9D388276}"/>
          </ac:picMkLst>
        </pc:picChg>
        <pc:picChg chg="mod">
          <ac:chgData name="Brûlé, Caroline" userId="f1e7452b-5e17-4c7e-866d-8906919e201c" providerId="ADAL" clId="{1C39CB19-5268-496A-A145-603A55D6271D}" dt="2025-02-12T17:38:16.534" v="7776"/>
          <ac:picMkLst>
            <pc:docMk/>
            <pc:sldMk cId="3540299349" sldId="376"/>
            <ac:picMk id="90" creationId="{B876998B-D515-DAB3-A364-E1AFC96616BC}"/>
          </ac:picMkLst>
        </pc:picChg>
        <pc:picChg chg="mod">
          <ac:chgData name="Brûlé, Caroline" userId="f1e7452b-5e17-4c7e-866d-8906919e201c" providerId="ADAL" clId="{1C39CB19-5268-496A-A145-603A55D6271D}" dt="2025-02-12T17:38:16.534" v="7776"/>
          <ac:picMkLst>
            <pc:docMk/>
            <pc:sldMk cId="3540299349" sldId="376"/>
            <ac:picMk id="91" creationId="{44A65777-F5EE-FF32-0D9C-B6D52EBB9A2B}"/>
          </ac:picMkLst>
        </pc:picChg>
        <pc:picChg chg="mod">
          <ac:chgData name="Brûlé, Caroline" userId="f1e7452b-5e17-4c7e-866d-8906919e201c" providerId="ADAL" clId="{1C39CB19-5268-496A-A145-603A55D6271D}" dt="2025-02-12T17:38:16.534" v="7776"/>
          <ac:picMkLst>
            <pc:docMk/>
            <pc:sldMk cId="3540299349" sldId="376"/>
            <ac:picMk id="92" creationId="{88F1CF8D-92DF-C327-C21B-C97506F5B1A1}"/>
          </ac:picMkLst>
        </pc:picChg>
        <pc:picChg chg="add mod">
          <ac:chgData name="Brûlé, Caroline" userId="f1e7452b-5e17-4c7e-866d-8906919e201c" providerId="ADAL" clId="{1C39CB19-5268-496A-A145-603A55D6271D}" dt="2025-02-12T17:42:02.418" v="7795" actId="1076"/>
          <ac:picMkLst>
            <pc:docMk/>
            <pc:sldMk cId="3540299349" sldId="376"/>
            <ac:picMk id="103" creationId="{7407F14C-275E-34C3-6163-BC99BD643CBB}"/>
          </ac:picMkLst>
        </pc:picChg>
        <pc:picChg chg="add mod">
          <ac:chgData name="Brûlé, Caroline" userId="f1e7452b-5e17-4c7e-866d-8906919e201c" providerId="ADAL" clId="{1C39CB19-5268-496A-A145-603A55D6271D}" dt="2025-02-12T17:42:04.971" v="7797" actId="1076"/>
          <ac:picMkLst>
            <pc:docMk/>
            <pc:sldMk cId="3540299349" sldId="376"/>
            <ac:picMk id="104" creationId="{9D546434-2248-C76B-1182-D03AF6E0B33B}"/>
          </ac:picMkLst>
        </pc:picChg>
        <pc:cxnChg chg="add mod">
          <ac:chgData name="Brûlé, Caroline" userId="f1e7452b-5e17-4c7e-866d-8906919e201c" providerId="ADAL" clId="{1C39CB19-5268-496A-A145-603A55D6271D}" dt="2025-02-12T17:40:10.675" v="7789" actId="692"/>
          <ac:cxnSpMkLst>
            <pc:docMk/>
            <pc:sldMk cId="3540299349" sldId="376"/>
            <ac:cxnSpMk id="98" creationId="{5FC5D770-394C-AEB4-99BC-821C0F33109B}"/>
          </ac:cxnSpMkLst>
        </pc:cxnChg>
        <pc:cxnChg chg="add mod">
          <ac:chgData name="Brûlé, Caroline" userId="f1e7452b-5e17-4c7e-866d-8906919e201c" providerId="ADAL" clId="{1C39CB19-5268-496A-A145-603A55D6271D}" dt="2025-02-12T17:40:21.075" v="7792" actId="14100"/>
          <ac:cxnSpMkLst>
            <pc:docMk/>
            <pc:sldMk cId="3540299349" sldId="376"/>
            <ac:cxnSpMk id="99" creationId="{1B3701FC-D31A-AD64-9F61-FF452FA60EEC}"/>
          </ac:cxnSpMkLst>
        </pc:cxnChg>
      </pc:sldChg>
      <pc:sldChg chg="addSp delSp modSp add mod">
        <pc:chgData name="Brûlé, Caroline" userId="f1e7452b-5e17-4c7e-866d-8906919e201c" providerId="ADAL" clId="{1C39CB19-5268-496A-A145-603A55D6271D}" dt="2025-02-12T17:51:27.795" v="8041" actId="14100"/>
        <pc:sldMkLst>
          <pc:docMk/>
          <pc:sldMk cId="2072758085" sldId="377"/>
        </pc:sldMkLst>
        <pc:spChg chg="add mod">
          <ac:chgData name="Brûlé, Caroline" userId="f1e7452b-5e17-4c7e-866d-8906919e201c" providerId="ADAL" clId="{1C39CB19-5268-496A-A145-603A55D6271D}" dt="2025-02-12T17:43:56.721" v="7805" actId="20577"/>
          <ac:spMkLst>
            <pc:docMk/>
            <pc:sldMk cId="2072758085" sldId="377"/>
            <ac:spMk id="5" creationId="{CC4AE19C-938E-B0E8-C6B0-8C6BF0D37482}"/>
          </ac:spMkLst>
        </pc:spChg>
        <pc:spChg chg="mod">
          <ac:chgData name="Brûlé, Caroline" userId="f1e7452b-5e17-4c7e-866d-8906919e201c" providerId="ADAL" clId="{1C39CB19-5268-496A-A145-603A55D6271D}" dt="2025-02-12T17:48:37.849" v="7984" actId="1076"/>
          <ac:spMkLst>
            <pc:docMk/>
            <pc:sldMk cId="2072758085" sldId="377"/>
            <ac:spMk id="7" creationId="{2B854E1C-7B53-43C8-B8A3-4B6AEE93AA99}"/>
          </ac:spMkLst>
        </pc:spChg>
        <pc:spChg chg="mod">
          <ac:chgData name="Brûlé, Caroline" userId="f1e7452b-5e17-4c7e-866d-8906919e201c" providerId="ADAL" clId="{1C39CB19-5268-496A-A145-603A55D6271D}" dt="2025-02-12T17:48:37.849" v="7984" actId="1076"/>
          <ac:spMkLst>
            <pc:docMk/>
            <pc:sldMk cId="2072758085" sldId="377"/>
            <ac:spMk id="8" creationId="{508F6280-8879-1698-B032-8FB0FC3A5283}"/>
          </ac:spMkLst>
        </pc:spChg>
        <pc:spChg chg="add mod">
          <ac:chgData name="Brûlé, Caroline" userId="f1e7452b-5e17-4c7e-866d-8906919e201c" providerId="ADAL" clId="{1C39CB19-5268-496A-A145-603A55D6271D}" dt="2025-02-12T17:51:27.795" v="8041" actId="14100"/>
          <ac:spMkLst>
            <pc:docMk/>
            <pc:sldMk cId="2072758085" sldId="377"/>
            <ac:spMk id="9" creationId="{C158FDCD-E828-8BA5-12C6-6CC9B028A4F3}"/>
          </ac:spMkLst>
        </pc:spChg>
        <pc:spChg chg="mod">
          <ac:chgData name="Brûlé, Caroline" userId="f1e7452b-5e17-4c7e-866d-8906919e201c" providerId="ADAL" clId="{1C39CB19-5268-496A-A145-603A55D6271D}" dt="2025-02-12T17:48:37.849" v="7984" actId="1076"/>
          <ac:spMkLst>
            <pc:docMk/>
            <pc:sldMk cId="2072758085" sldId="377"/>
            <ac:spMk id="10" creationId="{01976678-7C34-5A29-3610-1423DD3057EF}"/>
          </ac:spMkLst>
        </pc:spChg>
        <pc:spChg chg="mod">
          <ac:chgData name="Brûlé, Caroline" userId="f1e7452b-5e17-4c7e-866d-8906919e201c" providerId="ADAL" clId="{1C39CB19-5268-496A-A145-603A55D6271D}" dt="2025-02-12T17:48:37.849" v="7984" actId="1076"/>
          <ac:spMkLst>
            <pc:docMk/>
            <pc:sldMk cId="2072758085" sldId="377"/>
            <ac:spMk id="11" creationId="{51EC0485-7423-482B-C871-499A191D4EF2}"/>
          </ac:spMkLst>
        </pc:spChg>
        <pc:spChg chg="mod">
          <ac:chgData name="Brûlé, Caroline" userId="f1e7452b-5e17-4c7e-866d-8906919e201c" providerId="ADAL" clId="{1C39CB19-5268-496A-A145-603A55D6271D}" dt="2025-02-12T17:48:37.849" v="7984" actId="1076"/>
          <ac:spMkLst>
            <pc:docMk/>
            <pc:sldMk cId="2072758085" sldId="377"/>
            <ac:spMk id="12" creationId="{15C87C83-CA48-7D23-8BB7-D3188FFD7B4E}"/>
          </ac:spMkLst>
        </pc:spChg>
        <pc:spChg chg="add mod">
          <ac:chgData name="Brûlé, Caroline" userId="f1e7452b-5e17-4c7e-866d-8906919e201c" providerId="ADAL" clId="{1C39CB19-5268-496A-A145-603A55D6271D}" dt="2025-02-12T17:50:50.678" v="8027" actId="164"/>
          <ac:spMkLst>
            <pc:docMk/>
            <pc:sldMk cId="2072758085" sldId="377"/>
            <ac:spMk id="20" creationId="{7A7FAF40-8727-F2AB-ECA7-8358016FAAE4}"/>
          </ac:spMkLst>
        </pc:spChg>
        <pc:spChg chg="add mod">
          <ac:chgData name="Brûlé, Caroline" userId="f1e7452b-5e17-4c7e-866d-8906919e201c" providerId="ADAL" clId="{1C39CB19-5268-496A-A145-603A55D6271D}" dt="2025-02-12T17:50:50.678" v="8027" actId="164"/>
          <ac:spMkLst>
            <pc:docMk/>
            <pc:sldMk cId="2072758085" sldId="377"/>
            <ac:spMk id="21" creationId="{81534D62-FCBC-682B-1A0E-F4BB8EBD4998}"/>
          </ac:spMkLst>
        </pc:spChg>
        <pc:spChg chg="add mod">
          <ac:chgData name="Brûlé, Caroline" userId="f1e7452b-5e17-4c7e-866d-8906919e201c" providerId="ADAL" clId="{1C39CB19-5268-496A-A145-603A55D6271D}" dt="2025-02-12T17:50:50.678" v="8027" actId="164"/>
          <ac:spMkLst>
            <pc:docMk/>
            <pc:sldMk cId="2072758085" sldId="377"/>
            <ac:spMk id="22" creationId="{EA665138-5B6A-EA53-9D0F-4B4A75EFFA03}"/>
          </ac:spMkLst>
        </pc:spChg>
        <pc:spChg chg="add mod">
          <ac:chgData name="Brûlé, Caroline" userId="f1e7452b-5e17-4c7e-866d-8906919e201c" providerId="ADAL" clId="{1C39CB19-5268-496A-A145-603A55D6271D}" dt="2025-02-12T17:50:50.678" v="8027" actId="164"/>
          <ac:spMkLst>
            <pc:docMk/>
            <pc:sldMk cId="2072758085" sldId="377"/>
            <ac:spMk id="25" creationId="{631E8BF8-64A1-6CBD-7329-6E87AD1D3D37}"/>
          </ac:spMkLst>
        </pc:spChg>
        <pc:spChg chg="add mod">
          <ac:chgData name="Brûlé, Caroline" userId="f1e7452b-5e17-4c7e-866d-8906919e201c" providerId="ADAL" clId="{1C39CB19-5268-496A-A145-603A55D6271D}" dt="2025-02-12T17:50:50.678" v="8027" actId="164"/>
          <ac:spMkLst>
            <pc:docMk/>
            <pc:sldMk cId="2072758085" sldId="377"/>
            <ac:spMk id="26" creationId="{5C00AE78-E30E-85CE-9B7B-AE7D34326D59}"/>
          </ac:spMkLst>
        </pc:spChg>
        <pc:spChg chg="add mod">
          <ac:chgData name="Brûlé, Caroline" userId="f1e7452b-5e17-4c7e-866d-8906919e201c" providerId="ADAL" clId="{1C39CB19-5268-496A-A145-603A55D6271D}" dt="2025-02-12T17:51:03.326" v="8032" actId="20577"/>
          <ac:spMkLst>
            <pc:docMk/>
            <pc:sldMk cId="2072758085" sldId="377"/>
            <ac:spMk id="31" creationId="{435991C6-BB1F-71FD-DC88-06C2EE0AED20}"/>
          </ac:spMkLst>
        </pc:spChg>
        <pc:grpChg chg="add mod">
          <ac:chgData name="Brûlé, Caroline" userId="f1e7452b-5e17-4c7e-866d-8906919e201c" providerId="ADAL" clId="{1C39CB19-5268-496A-A145-603A55D6271D}" dt="2025-02-12T17:48:31.080" v="7983" actId="164"/>
          <ac:grpSpMkLst>
            <pc:docMk/>
            <pc:sldMk cId="2072758085" sldId="377"/>
            <ac:grpSpMk id="23" creationId="{DF3E085F-15F6-07B0-1F1A-79FAFFAB9F0F}"/>
          </ac:grpSpMkLst>
        </pc:grpChg>
        <pc:grpChg chg="add mod">
          <ac:chgData name="Brûlé, Caroline" userId="f1e7452b-5e17-4c7e-866d-8906919e201c" providerId="ADAL" clId="{1C39CB19-5268-496A-A145-603A55D6271D}" dt="2025-02-12T17:50:54.985" v="8028" actId="1076"/>
          <ac:grpSpMkLst>
            <pc:docMk/>
            <pc:sldMk cId="2072758085" sldId="377"/>
            <ac:grpSpMk id="30" creationId="{BE8AF8BA-6CC5-3C18-0FBE-57417BB6DB0F}"/>
          </ac:grpSpMkLst>
        </pc:grpChg>
        <pc:grpChg chg="mod">
          <ac:chgData name="Brûlé, Caroline" userId="f1e7452b-5e17-4c7e-866d-8906919e201c" providerId="ADAL" clId="{1C39CB19-5268-496A-A145-603A55D6271D}" dt="2025-02-12T17:48:31.080" v="7983" actId="164"/>
          <ac:grpSpMkLst>
            <pc:docMk/>
            <pc:sldMk cId="2072758085" sldId="377"/>
            <ac:grpSpMk id="80" creationId="{5E9E0F41-53D3-76E2-9706-8EBA47FDA904}"/>
          </ac:grpSpMkLst>
        </pc:grpChg>
        <pc:picChg chg="add mod">
          <ac:chgData name="Brûlé, Caroline" userId="f1e7452b-5e17-4c7e-866d-8906919e201c" providerId="ADAL" clId="{1C39CB19-5268-496A-A145-603A55D6271D}" dt="2025-02-12T17:48:31.080" v="7983" actId="164"/>
          <ac:picMkLst>
            <pc:docMk/>
            <pc:sldMk cId="2072758085" sldId="377"/>
            <ac:picMk id="13" creationId="{1BDB25C0-69C0-578F-7CF3-5314417D3E82}"/>
          </ac:picMkLst>
        </pc:picChg>
        <pc:picChg chg="add mod">
          <ac:chgData name="Brûlé, Caroline" userId="f1e7452b-5e17-4c7e-866d-8906919e201c" providerId="ADAL" clId="{1C39CB19-5268-496A-A145-603A55D6271D}" dt="2025-02-12T17:48:31.080" v="7983" actId="164"/>
          <ac:picMkLst>
            <pc:docMk/>
            <pc:sldMk cId="2072758085" sldId="377"/>
            <ac:picMk id="14" creationId="{DDE8B42C-F60C-63B7-6DA1-A43500026CDE}"/>
          </ac:picMkLst>
        </pc:picChg>
        <pc:picChg chg="add mod">
          <ac:chgData name="Brûlé, Caroline" userId="f1e7452b-5e17-4c7e-866d-8906919e201c" providerId="ADAL" clId="{1C39CB19-5268-496A-A145-603A55D6271D}" dt="2025-02-12T17:48:31.080" v="7983" actId="164"/>
          <ac:picMkLst>
            <pc:docMk/>
            <pc:sldMk cId="2072758085" sldId="377"/>
            <ac:picMk id="16" creationId="{956BB823-E8DD-6B77-D0AF-F1C2929A890A}"/>
          </ac:picMkLst>
        </pc:picChg>
        <pc:picChg chg="add mod">
          <ac:chgData name="Brûlé, Caroline" userId="f1e7452b-5e17-4c7e-866d-8906919e201c" providerId="ADAL" clId="{1C39CB19-5268-496A-A145-603A55D6271D}" dt="2025-02-12T17:48:31.080" v="7983" actId="164"/>
          <ac:picMkLst>
            <pc:docMk/>
            <pc:sldMk cId="2072758085" sldId="377"/>
            <ac:picMk id="17" creationId="{547BF97A-77E1-F22E-BB77-B04E30C304F6}"/>
          </ac:picMkLst>
        </pc:picChg>
        <pc:picChg chg="add mod">
          <ac:chgData name="Brûlé, Caroline" userId="f1e7452b-5e17-4c7e-866d-8906919e201c" providerId="ADAL" clId="{1C39CB19-5268-496A-A145-603A55D6271D}" dt="2025-02-12T17:50:50.678" v="8027" actId="164"/>
          <ac:picMkLst>
            <pc:docMk/>
            <pc:sldMk cId="2072758085" sldId="377"/>
            <ac:picMk id="24" creationId="{AAD5A8C8-CA3D-F27E-7C91-87A67672751C}"/>
          </ac:picMkLst>
        </pc:picChg>
        <pc:picChg chg="add mod">
          <ac:chgData name="Brûlé, Caroline" userId="f1e7452b-5e17-4c7e-866d-8906919e201c" providerId="ADAL" clId="{1C39CB19-5268-496A-A145-603A55D6271D}" dt="2025-02-12T17:50:50.678" v="8027" actId="164"/>
          <ac:picMkLst>
            <pc:docMk/>
            <pc:sldMk cId="2072758085" sldId="377"/>
            <ac:picMk id="27" creationId="{8336664B-9CC3-30C7-D751-E70E185F9E91}"/>
          </ac:picMkLst>
        </pc:picChg>
        <pc:picChg chg="add mod">
          <ac:chgData name="Brûlé, Caroline" userId="f1e7452b-5e17-4c7e-866d-8906919e201c" providerId="ADAL" clId="{1C39CB19-5268-496A-A145-603A55D6271D}" dt="2025-02-12T17:50:50.678" v="8027" actId="164"/>
          <ac:picMkLst>
            <pc:docMk/>
            <pc:sldMk cId="2072758085" sldId="377"/>
            <ac:picMk id="28" creationId="{C2BCD5F4-D4AE-E175-6D6D-2B478D371DA7}"/>
          </ac:picMkLst>
        </pc:picChg>
        <pc:picChg chg="add mod">
          <ac:chgData name="Brûlé, Caroline" userId="f1e7452b-5e17-4c7e-866d-8906919e201c" providerId="ADAL" clId="{1C39CB19-5268-496A-A145-603A55D6271D}" dt="2025-02-12T17:50:50.678" v="8027" actId="164"/>
          <ac:picMkLst>
            <pc:docMk/>
            <pc:sldMk cId="2072758085" sldId="377"/>
            <ac:picMk id="29" creationId="{3294DA7E-8CA6-8E5C-6CEE-40503D32A9A7}"/>
          </ac:picMkLst>
        </pc:picChg>
      </pc:sldChg>
    </pc:docChg>
  </pc:docChgLst>
  <pc:docChgLst>
    <pc:chgData name="Brûlé, Caroline" userId="f1e7452b-5e17-4c7e-866d-8906919e201c" providerId="ADAL" clId="{A939C68B-F6F4-44FF-AE07-E1D8836FEED7}"/>
    <pc:docChg chg="undo custSel addSld delSld modSld addSection modSection">
      <pc:chgData name="Brûlé, Caroline" userId="f1e7452b-5e17-4c7e-866d-8906919e201c" providerId="ADAL" clId="{A939C68B-F6F4-44FF-AE07-E1D8836FEED7}" dt="2025-03-31T14:04:07.747" v="21" actId="14100"/>
      <pc:docMkLst>
        <pc:docMk/>
      </pc:docMkLst>
      <pc:sldChg chg="addSp delSp modSp mod">
        <pc:chgData name="Brûlé, Caroline" userId="f1e7452b-5e17-4c7e-866d-8906919e201c" providerId="ADAL" clId="{A939C68B-F6F4-44FF-AE07-E1D8836FEED7}" dt="2025-03-26T18:50:33.211" v="12"/>
        <pc:sldMkLst>
          <pc:docMk/>
          <pc:sldMk cId="606791868" sldId="361"/>
        </pc:sldMkLst>
        <pc:spChg chg="mod">
          <ac:chgData name="Brûlé, Caroline" userId="f1e7452b-5e17-4c7e-866d-8906919e201c" providerId="ADAL" clId="{A939C68B-F6F4-44FF-AE07-E1D8836FEED7}" dt="2025-03-26T18:50:33.211" v="12"/>
          <ac:spMkLst>
            <pc:docMk/>
            <pc:sldMk cId="606791868" sldId="361"/>
            <ac:spMk id="6" creationId="{0D3B9E8D-CA9D-ADC7-8472-0B4FF5A25973}"/>
          </ac:spMkLst>
        </pc:spChg>
        <pc:spChg chg="add del">
          <ac:chgData name="Brûlé, Caroline" userId="f1e7452b-5e17-4c7e-866d-8906919e201c" providerId="ADAL" clId="{A939C68B-F6F4-44FF-AE07-E1D8836FEED7}" dt="2025-03-26T18:50:31.665" v="9" actId="478"/>
          <ac:spMkLst>
            <pc:docMk/>
            <pc:sldMk cId="606791868" sldId="361"/>
            <ac:spMk id="31" creationId="{73C8EF89-F644-F684-4B9A-2230DAB1258C}"/>
          </ac:spMkLst>
        </pc:spChg>
        <pc:grpChg chg="add del">
          <ac:chgData name="Brûlé, Caroline" userId="f1e7452b-5e17-4c7e-866d-8906919e201c" providerId="ADAL" clId="{A939C68B-F6F4-44FF-AE07-E1D8836FEED7}" dt="2025-03-26T18:50:32.089" v="10" actId="478"/>
          <ac:grpSpMkLst>
            <pc:docMk/>
            <pc:sldMk cId="606791868" sldId="361"/>
            <ac:grpSpMk id="10" creationId="{3EC9B4D2-22FA-CE2F-DFB2-86338042909F}"/>
          </ac:grpSpMkLst>
        </pc:grpChg>
      </pc:sldChg>
      <pc:sldChg chg="addSp delSp modSp new mod">
        <pc:chgData name="Brûlé, Caroline" userId="f1e7452b-5e17-4c7e-866d-8906919e201c" providerId="ADAL" clId="{A939C68B-F6F4-44FF-AE07-E1D8836FEED7}" dt="2025-03-31T14:04:07.747" v="21" actId="14100"/>
        <pc:sldMkLst>
          <pc:docMk/>
          <pc:sldMk cId="359129032" sldId="378"/>
        </pc:sldMkLst>
        <pc:spChg chg="del">
          <ac:chgData name="Brûlé, Caroline" userId="f1e7452b-5e17-4c7e-866d-8906919e201c" providerId="ADAL" clId="{A939C68B-F6F4-44FF-AE07-E1D8836FEED7}" dt="2025-03-31T14:01:30.462" v="17" actId="478"/>
          <ac:spMkLst>
            <pc:docMk/>
            <pc:sldMk cId="359129032" sldId="378"/>
            <ac:spMk id="2" creationId="{79176AEC-9558-465D-6AB0-5490FD784F70}"/>
          </ac:spMkLst>
        </pc:spChg>
        <pc:spChg chg="del">
          <ac:chgData name="Brûlé, Caroline" userId="f1e7452b-5e17-4c7e-866d-8906919e201c" providerId="ADAL" clId="{A939C68B-F6F4-44FF-AE07-E1D8836FEED7}" dt="2025-03-31T14:01:32.042" v="18" actId="478"/>
          <ac:spMkLst>
            <pc:docMk/>
            <pc:sldMk cId="359129032" sldId="378"/>
            <ac:spMk id="3" creationId="{D1720418-3557-3538-EFDF-E4B0AA92DE21}"/>
          </ac:spMkLst>
        </pc:spChg>
        <pc:spChg chg="mod">
          <ac:chgData name="Brûlé, Caroline" userId="f1e7452b-5e17-4c7e-866d-8906919e201c" providerId="ADAL" clId="{A939C68B-F6F4-44FF-AE07-E1D8836FEED7}" dt="2025-03-31T14:04:07.747" v="21" actId="14100"/>
          <ac:spMkLst>
            <pc:docMk/>
            <pc:sldMk cId="359129032" sldId="378"/>
            <ac:spMk id="7" creationId="{992BC972-5420-373B-E73E-08C27B5E0460}"/>
          </ac:spMkLst>
        </pc:spChg>
        <pc:spChg chg="mod">
          <ac:chgData name="Brûlé, Caroline" userId="f1e7452b-5e17-4c7e-866d-8906919e201c" providerId="ADAL" clId="{A939C68B-F6F4-44FF-AE07-E1D8836FEED7}" dt="2025-03-31T14:04:02.585" v="20"/>
          <ac:spMkLst>
            <pc:docMk/>
            <pc:sldMk cId="359129032" sldId="378"/>
            <ac:spMk id="10" creationId="{97E2E177-6D5D-A9B5-C2E1-B9BE7979CA06}"/>
          </ac:spMkLst>
        </pc:spChg>
        <pc:spChg chg="mod">
          <ac:chgData name="Brûlé, Caroline" userId="f1e7452b-5e17-4c7e-866d-8906919e201c" providerId="ADAL" clId="{A939C68B-F6F4-44FF-AE07-E1D8836FEED7}" dt="2025-03-31T14:03:39.653" v="19"/>
          <ac:spMkLst>
            <pc:docMk/>
            <pc:sldMk cId="359129032" sldId="378"/>
            <ac:spMk id="16" creationId="{6A9E1DFF-B6F4-8B0B-3C61-1C3179364B15}"/>
          </ac:spMkLst>
        </pc:spChg>
        <pc:spChg chg="mod">
          <ac:chgData name="Brûlé, Caroline" userId="f1e7452b-5e17-4c7e-866d-8906919e201c" providerId="ADAL" clId="{A939C68B-F6F4-44FF-AE07-E1D8836FEED7}" dt="2025-03-31T14:03:39.653" v="19"/>
          <ac:spMkLst>
            <pc:docMk/>
            <pc:sldMk cId="359129032" sldId="378"/>
            <ac:spMk id="31" creationId="{9D78A7D4-C67E-B534-347F-BC862DCCA92E}"/>
          </ac:spMkLst>
        </pc:spChg>
        <pc:spChg chg="mod">
          <ac:chgData name="Brûlé, Caroline" userId="f1e7452b-5e17-4c7e-866d-8906919e201c" providerId="ADAL" clId="{A939C68B-F6F4-44FF-AE07-E1D8836FEED7}" dt="2025-03-31T14:03:39.653" v="19"/>
          <ac:spMkLst>
            <pc:docMk/>
            <pc:sldMk cId="359129032" sldId="378"/>
            <ac:spMk id="34" creationId="{93FEF606-B1F3-C726-EE4A-00C57633910F}"/>
          </ac:spMkLst>
        </pc:spChg>
        <pc:spChg chg="mod">
          <ac:chgData name="Brûlé, Caroline" userId="f1e7452b-5e17-4c7e-866d-8906919e201c" providerId="ADAL" clId="{A939C68B-F6F4-44FF-AE07-E1D8836FEED7}" dt="2025-03-31T14:03:39.653" v="19"/>
          <ac:spMkLst>
            <pc:docMk/>
            <pc:sldMk cId="359129032" sldId="378"/>
            <ac:spMk id="36" creationId="{5EB820EF-4581-9918-7FF1-A7383C0ECED4}"/>
          </ac:spMkLst>
        </pc:spChg>
        <pc:spChg chg="mod">
          <ac:chgData name="Brûlé, Caroline" userId="f1e7452b-5e17-4c7e-866d-8906919e201c" providerId="ADAL" clId="{A939C68B-F6F4-44FF-AE07-E1D8836FEED7}" dt="2025-03-31T14:03:39.653" v="19"/>
          <ac:spMkLst>
            <pc:docMk/>
            <pc:sldMk cId="359129032" sldId="378"/>
            <ac:spMk id="48" creationId="{38A5D294-7CAE-6E36-B9BE-D06543CE7F83}"/>
          </ac:spMkLst>
        </pc:spChg>
        <pc:spChg chg="mod">
          <ac:chgData name="Brûlé, Caroline" userId="f1e7452b-5e17-4c7e-866d-8906919e201c" providerId="ADAL" clId="{A939C68B-F6F4-44FF-AE07-E1D8836FEED7}" dt="2025-03-31T14:03:39.653" v="19"/>
          <ac:spMkLst>
            <pc:docMk/>
            <pc:sldMk cId="359129032" sldId="378"/>
            <ac:spMk id="50" creationId="{F8243E85-3CDD-92F6-C9A3-C324E3BA8A1E}"/>
          </ac:spMkLst>
        </pc:spChg>
        <pc:spChg chg="add mod">
          <ac:chgData name="Brûlé, Caroline" userId="f1e7452b-5e17-4c7e-866d-8906919e201c" providerId="ADAL" clId="{A939C68B-F6F4-44FF-AE07-E1D8836FEED7}" dt="2025-03-31T14:03:39.653" v="19"/>
          <ac:spMkLst>
            <pc:docMk/>
            <pc:sldMk cId="359129032" sldId="378"/>
            <ac:spMk id="63" creationId="{61B12031-2F11-DEBE-A8BD-514ABA4F9F0E}"/>
          </ac:spMkLst>
        </pc:spChg>
        <pc:spChg chg="mod">
          <ac:chgData name="Brûlé, Caroline" userId="f1e7452b-5e17-4c7e-866d-8906919e201c" providerId="ADAL" clId="{A939C68B-F6F4-44FF-AE07-E1D8836FEED7}" dt="2025-03-31T14:03:39.653" v="19"/>
          <ac:spMkLst>
            <pc:docMk/>
            <pc:sldMk cId="359129032" sldId="378"/>
            <ac:spMk id="66" creationId="{A169AB0B-92E6-B41A-2DDE-16A1957891B3}"/>
          </ac:spMkLst>
        </pc:spChg>
        <pc:spChg chg="mod">
          <ac:chgData name="Brûlé, Caroline" userId="f1e7452b-5e17-4c7e-866d-8906919e201c" providerId="ADAL" clId="{A939C68B-F6F4-44FF-AE07-E1D8836FEED7}" dt="2025-03-31T14:03:39.653" v="19"/>
          <ac:spMkLst>
            <pc:docMk/>
            <pc:sldMk cId="359129032" sldId="378"/>
            <ac:spMk id="71" creationId="{5AE425C7-1908-410D-B958-D53D3EE8CCA3}"/>
          </ac:spMkLst>
        </pc:spChg>
        <pc:cxnChg chg="mod">
          <ac:chgData name="Brûlé, Caroline" userId="f1e7452b-5e17-4c7e-866d-8906919e201c" providerId="ADAL" clId="{A939C68B-F6F4-44FF-AE07-E1D8836FEED7}" dt="2025-03-31T14:04:07.747" v="21" actId="14100"/>
          <ac:cxnSpMkLst>
            <pc:docMk/>
            <pc:sldMk cId="359129032" sldId="378"/>
            <ac:cxnSpMk id="11" creationId="{B2B4982D-2461-457A-8A2C-B2EE918278A1}"/>
          </ac:cxnSpMkLst>
        </pc:cxnChg>
      </pc:sldChg>
      <pc:sldChg chg="modSp add del mod">
        <pc:chgData name="Brûlé, Caroline" userId="f1e7452b-5e17-4c7e-866d-8906919e201c" providerId="ADAL" clId="{A939C68B-F6F4-44FF-AE07-E1D8836FEED7}" dt="2025-03-26T18:50:35.937" v="15"/>
        <pc:sldMkLst>
          <pc:docMk/>
          <pc:sldMk cId="1197809884" sldId="378"/>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e l'en-tête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fr-CA"/>
          </a:p>
        </p:txBody>
      </p:sp>
      <p:sp>
        <p:nvSpPr>
          <p:cNvPr id="3" name="Espace réservé de la date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092DBC2-F16D-4837-B6E2-D5B895309196}" type="datetimeFigureOut">
              <a:rPr lang="fr-CA" smtClean="0"/>
              <a:t>2025-03-31</a:t>
            </a:fld>
            <a:endParaRPr lang="fr-CA"/>
          </a:p>
        </p:txBody>
      </p:sp>
      <p:sp>
        <p:nvSpPr>
          <p:cNvPr id="4" name="Espace réservé de l'image des diapositives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fr-CA"/>
          </a:p>
        </p:txBody>
      </p:sp>
      <p:sp>
        <p:nvSpPr>
          <p:cNvPr id="5" name="Espace réservé des notes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6" name="Espace réservé du pied de page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fr-CA"/>
          </a:p>
        </p:txBody>
      </p:sp>
      <p:sp>
        <p:nvSpPr>
          <p:cNvPr id="7" name="Espace réservé du numéro de diapositive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BABB742-1455-4165-BA21-F153407CA58C}" type="slidenum">
              <a:rPr lang="fr-CA" smtClean="0"/>
              <a:t>‹N°›</a:t>
            </a:fld>
            <a:endParaRPr lang="fr-CA"/>
          </a:p>
        </p:txBody>
      </p:sp>
    </p:spTree>
    <p:extLst>
      <p:ext uri="{BB962C8B-B14F-4D97-AF65-F5344CB8AC3E}">
        <p14:creationId xmlns:p14="http://schemas.microsoft.com/office/powerpoint/2010/main" val="100498284"/>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6.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3.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4.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17.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18.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r>
              <a:rPr lang="fr-CA" i="1" dirty="0"/>
              <a:t>Imaginez que vous avez besoin d’un bon café le matin. Vous mettez du café moulu et de l’eau dans votre machine. Vous appuyez sur un bouton, et en quelques instants, vous obtenez un café chaud, prêt à être bu.</a:t>
            </a:r>
            <a:endParaRPr lang="fr-CA" dirty="0"/>
          </a:p>
          <a:p>
            <a:r>
              <a:rPr lang="fr-CA" i="1" dirty="0"/>
              <a:t>Mon application fonctionne exactement sur ce principe :</a:t>
            </a:r>
            <a:br>
              <a:rPr lang="fr-CA" dirty="0"/>
            </a:br>
            <a:r>
              <a:rPr lang="fr-CA" dirty="0"/>
              <a:t>✅ </a:t>
            </a:r>
            <a:r>
              <a:rPr lang="fr-CA" i="1" dirty="0"/>
              <a:t>On lui fournit un fichier Excel rempli de données brutes (comme l’eau et le café moulu).</a:t>
            </a:r>
            <a:br>
              <a:rPr lang="fr-CA" dirty="0"/>
            </a:br>
            <a:r>
              <a:rPr lang="fr-CA" dirty="0"/>
              <a:t>✅ </a:t>
            </a:r>
            <a:r>
              <a:rPr lang="fr-CA" i="1" dirty="0"/>
              <a:t>Elle traite automatiquement ces données (comme la machine qui infuse le café).</a:t>
            </a:r>
            <a:br>
              <a:rPr lang="fr-CA" dirty="0"/>
            </a:br>
            <a:r>
              <a:rPr lang="fr-CA" dirty="0"/>
              <a:t>✅ </a:t>
            </a:r>
            <a:r>
              <a:rPr lang="fr-CA" i="1" dirty="0"/>
              <a:t>Et elle génère un rapport Word clair et structuré, prêt à être utilisé (comme une bonne tasse de café servie sans effort !).</a:t>
            </a:r>
            <a:endParaRPr lang="fr-CA" dirty="0"/>
          </a:p>
          <a:p>
            <a:r>
              <a:rPr lang="fr-CA" dirty="0"/>
              <a:t>🔹 </a:t>
            </a:r>
            <a:r>
              <a:rPr lang="fr-CA" b="1" dirty="0"/>
              <a:t>Pourquoi ?</a:t>
            </a:r>
            <a:br>
              <a:rPr lang="fr-CA" dirty="0"/>
            </a:br>
            <a:r>
              <a:rPr lang="fr-CA" i="1" dirty="0"/>
              <a:t>"Parce qu’au lieu de faire ces étapes manuellement, ce qui est long et sujet aux erreurs, l’application automatise tout, assurant un gain de temps et une meilleure fiabilité des résultats."</a:t>
            </a:r>
            <a:endParaRPr lang="fr-CA" dirty="0"/>
          </a:p>
          <a:p>
            <a:r>
              <a:rPr lang="fr-CA" dirty="0"/>
              <a:t>🎯 </a:t>
            </a:r>
            <a:r>
              <a:rPr lang="fr-CA" b="1" dirty="0"/>
              <a:t>"Aujourd’hui, je vais vous montrer comment </a:t>
            </a:r>
            <a:r>
              <a:rPr lang="fr-CA" b="1" dirty="0" err="1"/>
              <a:t>OERacle</a:t>
            </a:r>
            <a:r>
              <a:rPr lang="fr-CA" b="1" dirty="0"/>
              <a:t> v.1.0 transforme votre façon de travailler… et vous simplifie la vie autant qu’une bonne machine à café !"</a:t>
            </a:r>
            <a:endParaRPr lang="fr-CA" dirty="0"/>
          </a:p>
          <a:p>
            <a:endParaRPr lang="fr-CA" dirty="0"/>
          </a:p>
          <a:p>
            <a:r>
              <a:rPr lang="fr-CA" dirty="0"/>
              <a:t>"Avant d’aller plus loin, vous vous demandez peut-être pourquoi j’utilise aussi une analogie avec des blocs LEGO. Laissez-moi vous expliquer."</a:t>
            </a:r>
          </a:p>
        </p:txBody>
      </p:sp>
      <p:sp>
        <p:nvSpPr>
          <p:cNvPr id="4" name="Espace réservé du numéro de diapositive 3"/>
          <p:cNvSpPr>
            <a:spLocks noGrp="1"/>
          </p:cNvSpPr>
          <p:nvPr>
            <p:ph type="sldNum" sz="quarter" idx="5"/>
          </p:nvPr>
        </p:nvSpPr>
        <p:spPr/>
        <p:txBody>
          <a:bodyPr/>
          <a:lstStyle/>
          <a:p>
            <a:fld id="{CBABB742-1455-4165-BA21-F153407CA58C}" type="slidenum">
              <a:rPr lang="fr-CA" smtClean="0"/>
              <a:t>2</a:t>
            </a:fld>
            <a:endParaRPr lang="fr-CA"/>
          </a:p>
        </p:txBody>
      </p:sp>
    </p:spTree>
    <p:extLst>
      <p:ext uri="{BB962C8B-B14F-4D97-AF65-F5344CB8AC3E}">
        <p14:creationId xmlns:p14="http://schemas.microsoft.com/office/powerpoint/2010/main" val="2530747325"/>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4B2B252-912C-5EBC-9A81-DECAC16C55E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9CFDB0A-EA3D-23C3-E3B4-A6D0C2E41C4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75E1160E-AA23-EA48-FD85-E14DB8E8B577}"/>
              </a:ext>
            </a:extLst>
          </p:cNvPr>
          <p:cNvSpPr>
            <a:spLocks noGrp="1"/>
          </p:cNvSpPr>
          <p:nvPr>
            <p:ph type="body" idx="1"/>
          </p:nvPr>
        </p:nvSpPr>
        <p:spPr/>
        <p:txBody>
          <a:bodyPr/>
          <a:lstStyle/>
          <a:p>
            <a:r>
              <a:rPr lang="fr-CA" i="1" dirty="0"/>
              <a:t>"Imaginez deux téléphones :"</a:t>
            </a:r>
            <a:endParaRPr lang="fr-CA" dirty="0"/>
          </a:p>
          <a:p>
            <a:pPr>
              <a:buFont typeface="Arial" panose="020B0604020202020204" pitchFamily="34" charset="0"/>
              <a:buChar char="•"/>
            </a:pPr>
            <a:r>
              <a:rPr lang="fr-CA" i="1" dirty="0"/>
              <a:t>À gauche, un téléphone </a:t>
            </a:r>
            <a:r>
              <a:rPr lang="fr-CA" b="1" i="1" dirty="0"/>
              <a:t>modulaire</a:t>
            </a:r>
            <a:r>
              <a:rPr lang="fr-CA" i="1" dirty="0"/>
              <a:t>, où chaque composant (batterie, caméra, processeur) est interchangeable.</a:t>
            </a:r>
            <a:endParaRPr lang="fr-CA" dirty="0"/>
          </a:p>
          <a:p>
            <a:pPr>
              <a:buFont typeface="Arial" panose="020B0604020202020204" pitchFamily="34" charset="0"/>
              <a:buChar char="•"/>
            </a:pPr>
            <a:r>
              <a:rPr lang="fr-CA" i="1" dirty="0"/>
              <a:t>À droite, un téléphone </a:t>
            </a:r>
            <a:r>
              <a:rPr lang="fr-CA" b="1" i="1" dirty="0"/>
              <a:t>monolithique</a:t>
            </a:r>
            <a:r>
              <a:rPr lang="fr-CA" i="1" dirty="0"/>
              <a:t>, où tout est intégré dans un seul bloc.</a:t>
            </a:r>
            <a:endParaRPr lang="fr-CA" dirty="0"/>
          </a:p>
          <a:p>
            <a:r>
              <a:rPr lang="fr-CA" dirty="0"/>
              <a:t>💡 </a:t>
            </a:r>
            <a:r>
              <a:rPr lang="fr-CA" b="1" dirty="0"/>
              <a:t>Lien avec mon application</a:t>
            </a:r>
            <a:br>
              <a:rPr lang="fr-CA" dirty="0"/>
            </a:br>
            <a:r>
              <a:rPr lang="fr-CA" i="1" dirty="0"/>
              <a:t>"Mon application, c’est comme un téléphone modulaire : elle est construite en </a:t>
            </a:r>
            <a:r>
              <a:rPr lang="fr-CA" b="1" i="1" dirty="0"/>
              <a:t>modules indépendants</a:t>
            </a:r>
            <a:r>
              <a:rPr lang="fr-CA" i="1" dirty="0"/>
              <a:t>, comme des blocs LEGO. Chaque module a une fonction spécifique et peut être amélioré, remplacé ou réutilisé sans impacter l’ensemble du système."</a:t>
            </a:r>
            <a:endParaRPr lang="fr-CA" dirty="0"/>
          </a:p>
          <a:p>
            <a:r>
              <a:rPr lang="fr-CA" dirty="0"/>
              <a:t>🖼️ </a:t>
            </a:r>
            <a:r>
              <a:rPr lang="fr-CA" i="1" dirty="0"/>
              <a:t>(Montre l’image des blocs LEGO)</a:t>
            </a:r>
            <a:endParaRPr lang="fr-CA" dirty="0"/>
          </a:p>
          <a:p>
            <a:r>
              <a:rPr lang="fr-CA" i="1" dirty="0"/>
              <a:t>"Ces blocs LEGO représentent chaque module de l’application. Par exemple :"</a:t>
            </a:r>
            <a:endParaRPr lang="fr-CA" dirty="0"/>
          </a:p>
          <a:p>
            <a:pPr>
              <a:buFont typeface="Arial" panose="020B0604020202020204" pitchFamily="34" charset="0"/>
              <a:buChar char="•"/>
            </a:pPr>
            <a:r>
              <a:rPr lang="fr-CA" i="1" dirty="0"/>
              <a:t>Un bloc pour lire les données Excel 📊</a:t>
            </a:r>
            <a:endParaRPr lang="fr-CA" dirty="0"/>
          </a:p>
          <a:p>
            <a:pPr>
              <a:buFont typeface="Arial" panose="020B0604020202020204" pitchFamily="34" charset="0"/>
              <a:buChar char="•"/>
            </a:pPr>
            <a:r>
              <a:rPr lang="fr-CA" i="1" dirty="0"/>
              <a:t>Un bloc pour faire les calculs 🔢</a:t>
            </a:r>
            <a:endParaRPr lang="fr-CA" dirty="0"/>
          </a:p>
          <a:p>
            <a:pPr>
              <a:buFont typeface="Arial" panose="020B0604020202020204" pitchFamily="34" charset="0"/>
              <a:buChar char="•"/>
            </a:pPr>
            <a:r>
              <a:rPr lang="fr-CA" i="1" dirty="0"/>
              <a:t>Un bloc pour générer le rapport Word 📄</a:t>
            </a:r>
            <a:endParaRPr lang="fr-CA" dirty="0"/>
          </a:p>
          <a:p>
            <a:r>
              <a:rPr lang="fr-CA" i="1" dirty="0"/>
              <a:t>"L’avantage ? Si je veux améliorer une partie de l’application, je n’ai pas besoin de tout refaire ! Comme un téléphone modulaire, je peux </a:t>
            </a:r>
            <a:r>
              <a:rPr lang="fr-CA" b="1" i="1" dirty="0"/>
              <a:t>changer uniquement ce qui est nécessaire</a:t>
            </a:r>
            <a:r>
              <a:rPr lang="fr-CA" i="1" dirty="0"/>
              <a:t> sans tout casser."</a:t>
            </a:r>
            <a:endParaRPr lang="fr-CA" dirty="0"/>
          </a:p>
          <a:p>
            <a:r>
              <a:rPr lang="fr-CA" dirty="0"/>
              <a:t>🔹 </a:t>
            </a:r>
            <a:r>
              <a:rPr lang="fr-CA" b="1" dirty="0"/>
              <a:t>En résumé</a:t>
            </a:r>
            <a:br>
              <a:rPr lang="fr-CA" dirty="0"/>
            </a:br>
            <a:r>
              <a:rPr lang="fr-CA" i="1" dirty="0"/>
              <a:t>"En combinant ces deux analogies – la machine à café pour illustrer le </a:t>
            </a:r>
            <a:r>
              <a:rPr lang="fr-CA" b="1" i="1" dirty="0"/>
              <a:t>processus automatique</a:t>
            </a:r>
            <a:r>
              <a:rPr lang="fr-CA" i="1" dirty="0"/>
              <a:t> et les blocs LEGO pour montrer la </a:t>
            </a:r>
            <a:r>
              <a:rPr lang="fr-CA" b="1" i="1" dirty="0"/>
              <a:t>construction flexible</a:t>
            </a:r>
            <a:r>
              <a:rPr lang="fr-CA" i="1" dirty="0"/>
              <a:t> – vous avez une vision claire de ce qu’est mon application : un outil qui prend des données brutes, les transforme efficacement et s’adapte aux besoins sans tout reconstruire à chaque fois."</a:t>
            </a:r>
            <a:r>
              <a:rPr lang="fr-CA" dirty="0"/>
              <a:t> 🚀</a:t>
            </a:r>
          </a:p>
          <a:p>
            <a:endParaRPr lang="fr-CA" dirty="0"/>
          </a:p>
        </p:txBody>
      </p:sp>
      <p:sp>
        <p:nvSpPr>
          <p:cNvPr id="4" name="Espace réservé du numéro de diapositive 3">
            <a:extLst>
              <a:ext uri="{FF2B5EF4-FFF2-40B4-BE49-F238E27FC236}">
                <a16:creationId xmlns:a16="http://schemas.microsoft.com/office/drawing/2014/main" id="{446BF49E-DEBF-1EF4-08BC-AB872604777E}"/>
              </a:ext>
            </a:extLst>
          </p:cNvPr>
          <p:cNvSpPr>
            <a:spLocks noGrp="1"/>
          </p:cNvSpPr>
          <p:nvPr>
            <p:ph type="sldNum" sz="quarter" idx="5"/>
          </p:nvPr>
        </p:nvSpPr>
        <p:spPr/>
        <p:txBody>
          <a:bodyPr/>
          <a:lstStyle/>
          <a:p>
            <a:fld id="{CBABB742-1455-4165-BA21-F153407CA58C}" type="slidenum">
              <a:rPr lang="fr-CA" smtClean="0"/>
              <a:t>3</a:t>
            </a:fld>
            <a:endParaRPr lang="fr-CA"/>
          </a:p>
        </p:txBody>
      </p:sp>
    </p:spTree>
    <p:extLst>
      <p:ext uri="{BB962C8B-B14F-4D97-AF65-F5344CB8AC3E}">
        <p14:creationId xmlns:p14="http://schemas.microsoft.com/office/powerpoint/2010/main" val="3855613453"/>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8E6CC8-5C25-A63D-FD68-9BC434F493C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BC05B480-7BE4-F95E-A389-9851B4973D7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5AEB5C47-BD4E-A6D5-985C-9644A2705616}"/>
              </a:ext>
            </a:extLst>
          </p:cNvPr>
          <p:cNvSpPr>
            <a:spLocks noGrp="1"/>
          </p:cNvSpPr>
          <p:nvPr>
            <p:ph type="body" idx="1"/>
          </p:nvPr>
        </p:nvSpPr>
        <p:spPr/>
        <p:txBody>
          <a:bodyPr/>
          <a:lstStyle/>
          <a:p>
            <a:r>
              <a:rPr lang="fr-CA" dirty="0"/>
              <a:t>"Construire une application en modules, c’est un peu comme construire avec des LEGO ou utiliser un téléphone modulaire. Au lieu d’avoir un gros bloc rigide, on a des pièces indépendantes qu’on peut assembler, modifier ou remplacer au besoin. Cela nous permet d’avoir une application plus flexible, plus facile à maintenir et plus évolutive.« </a:t>
            </a:r>
          </a:p>
          <a:p>
            <a:r>
              <a:rPr lang="fr-CA" dirty="0"/>
              <a:t>"Dans l’application </a:t>
            </a:r>
            <a:r>
              <a:rPr lang="fr-CA" dirty="0" err="1"/>
              <a:t>OERacle</a:t>
            </a:r>
            <a:r>
              <a:rPr lang="fr-CA" dirty="0"/>
              <a:t>, chaque grande fonctionnalité est un module indépendant. Cela signifie que si je veux améliorer la partie qui génère les rapports, je peux le faire sans toucher aux calculs ou à l’importation des données. Cette modularité rend le développement plus efficace et facilite l’adaptation à de nouveaux besoins."</a:t>
            </a:r>
          </a:p>
        </p:txBody>
      </p:sp>
      <p:sp>
        <p:nvSpPr>
          <p:cNvPr id="4" name="Espace réservé du numéro de diapositive 3">
            <a:extLst>
              <a:ext uri="{FF2B5EF4-FFF2-40B4-BE49-F238E27FC236}">
                <a16:creationId xmlns:a16="http://schemas.microsoft.com/office/drawing/2014/main" id="{A212F2E0-EE97-2C03-B849-59FCD6524297}"/>
              </a:ext>
            </a:extLst>
          </p:cNvPr>
          <p:cNvSpPr>
            <a:spLocks noGrp="1"/>
          </p:cNvSpPr>
          <p:nvPr>
            <p:ph type="sldNum" sz="quarter" idx="5"/>
          </p:nvPr>
        </p:nvSpPr>
        <p:spPr/>
        <p:txBody>
          <a:bodyPr/>
          <a:lstStyle/>
          <a:p>
            <a:fld id="{CBABB742-1455-4165-BA21-F153407CA58C}" type="slidenum">
              <a:rPr lang="fr-CA" smtClean="0"/>
              <a:t>4</a:t>
            </a:fld>
            <a:endParaRPr lang="fr-CA"/>
          </a:p>
        </p:txBody>
      </p:sp>
    </p:spTree>
    <p:extLst>
      <p:ext uri="{BB962C8B-B14F-4D97-AF65-F5344CB8AC3E}">
        <p14:creationId xmlns:p14="http://schemas.microsoft.com/office/powerpoint/2010/main" val="859673786"/>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30B31D-84D4-8C84-0390-9EE200146FD9}"/>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A3A41D28-AAB8-4C17-1191-75CE914DE20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5810556-24FC-BFFF-F0A7-911DDBCC918A}"/>
              </a:ext>
            </a:extLst>
          </p:cNvPr>
          <p:cNvSpPr>
            <a:spLocks noGrp="1"/>
          </p:cNvSpPr>
          <p:nvPr>
            <p:ph type="body" idx="1"/>
          </p:nvPr>
        </p:nvSpPr>
        <p:spPr/>
        <p:txBody>
          <a:bodyPr/>
          <a:lstStyle/>
          <a:p>
            <a:r>
              <a:rPr lang="fr-CA" dirty="0"/>
              <a:t>voyons comment cela s’applique concrètement à une application </a:t>
            </a:r>
            <a:r>
              <a:rPr lang="fr-CA" dirty="0" err="1"/>
              <a:t>Shiny</a:t>
            </a:r>
            <a:r>
              <a:rPr lang="fr-CA" dirty="0"/>
              <a:t>.</a:t>
            </a:r>
            <a:br>
              <a:rPr lang="fr-CA" dirty="0"/>
            </a:br>
            <a:r>
              <a:rPr lang="fr-CA" dirty="0"/>
              <a:t>À gauche, on retrouve notre concept de blocs LEGO. Chaque module de l’application est comme une brique : certains servent à </a:t>
            </a:r>
            <a:r>
              <a:rPr lang="fr-CA" b="1" dirty="0"/>
              <a:t>transmettre une information</a:t>
            </a:r>
            <a:r>
              <a:rPr lang="fr-CA" dirty="0"/>
              <a:t> à d’autres modules, tandis que d’autres sont des blocs </a:t>
            </a:r>
            <a:r>
              <a:rPr lang="fr-CA" b="1" dirty="0"/>
              <a:t>indépendants</a:t>
            </a:r>
            <a:r>
              <a:rPr lang="fr-CA" dirty="0"/>
              <a:t> qui ne renvoient rien.</a:t>
            </a:r>
            <a:br>
              <a:rPr lang="fr-CA" dirty="0"/>
            </a:br>
            <a:r>
              <a:rPr lang="fr-CA" i="1" dirty="0"/>
              <a:t>Dans une application modulaire, nous avons deux types de modules :"</a:t>
            </a:r>
            <a:br>
              <a:rPr lang="fr-CA" dirty="0"/>
            </a:br>
            <a:r>
              <a:rPr lang="fr-CA" dirty="0"/>
              <a:t>✔️ </a:t>
            </a:r>
            <a:r>
              <a:rPr lang="fr-CA" b="1" dirty="0"/>
              <a:t>Modules avec des intrants et des sortants</a:t>
            </a:r>
            <a:r>
              <a:rPr lang="fr-CA" dirty="0"/>
              <a:t> (exemple : un calculateur)</a:t>
            </a:r>
            <a:br>
              <a:rPr lang="fr-CA" dirty="0"/>
            </a:br>
            <a:r>
              <a:rPr lang="fr-CA" dirty="0"/>
              <a:t>✔️ </a:t>
            </a:r>
            <a:r>
              <a:rPr lang="fr-CA" b="1" dirty="0"/>
              <a:t>Modules avec seulement des intrants</a:t>
            </a:r>
            <a:r>
              <a:rPr lang="fr-CA" dirty="0"/>
              <a:t> – ils exécutent une tâche sans renvoyer de résultats à d’autres modules (exemple : un enregistreur de données, un affichage statique)."*</a:t>
            </a:r>
            <a:br>
              <a:rPr lang="fr-CA" dirty="0"/>
            </a:br>
            <a:br>
              <a:rPr lang="fr-CA" dirty="0"/>
            </a:br>
            <a:r>
              <a:rPr lang="fr-CA" dirty="0"/>
              <a:t>Regardons maintenant l’analogie avec notre machine à café. Elle est composée de </a:t>
            </a:r>
            <a:r>
              <a:rPr lang="fr-CA" b="1" dirty="0"/>
              <a:t>plusieurs modules</a:t>
            </a:r>
            <a:r>
              <a:rPr lang="fr-CA" dirty="0"/>
              <a:t>, comme le moulin, le filtre et la verseuse. Certains reçoivent un ingrédient et produisent un résultat (ex : l’eau passe à travers le café moulu et donne du café ☕). D’autres modules sont des </a:t>
            </a:r>
            <a:r>
              <a:rPr lang="fr-CA" b="1" dirty="0"/>
              <a:t>culs-de-sac</a:t>
            </a:r>
            <a:r>
              <a:rPr lang="fr-CA" dirty="0"/>
              <a:t> : par exemple, une fois que le café est versé dans la carafe, il ne retourne pas dans la machine.</a:t>
            </a:r>
          </a:p>
          <a:p>
            <a:r>
              <a:rPr lang="fr-CA" dirty="0"/>
              <a:t>Dans l’application, on retrouve exactement cette logique : certains modules prennent des données, les traitent et envoient un résultat, tandis que d’autres effectuent une tâche sans retour. Cette structure permet de mieux organiser le code et de simplifier les évolutions futures.</a:t>
            </a:r>
          </a:p>
        </p:txBody>
      </p:sp>
      <p:sp>
        <p:nvSpPr>
          <p:cNvPr id="4" name="Espace réservé du numéro de diapositive 3">
            <a:extLst>
              <a:ext uri="{FF2B5EF4-FFF2-40B4-BE49-F238E27FC236}">
                <a16:creationId xmlns:a16="http://schemas.microsoft.com/office/drawing/2014/main" id="{B0CD410F-69FB-9AAA-11B7-289586EF38F3}"/>
              </a:ext>
            </a:extLst>
          </p:cNvPr>
          <p:cNvSpPr>
            <a:spLocks noGrp="1"/>
          </p:cNvSpPr>
          <p:nvPr>
            <p:ph type="sldNum" sz="quarter" idx="5"/>
          </p:nvPr>
        </p:nvSpPr>
        <p:spPr/>
        <p:txBody>
          <a:bodyPr/>
          <a:lstStyle/>
          <a:p>
            <a:fld id="{CBABB742-1455-4165-BA21-F153407CA58C}" type="slidenum">
              <a:rPr lang="fr-CA" smtClean="0"/>
              <a:t>5</a:t>
            </a:fld>
            <a:endParaRPr lang="fr-CA"/>
          </a:p>
        </p:txBody>
      </p:sp>
    </p:spTree>
    <p:extLst>
      <p:ext uri="{BB962C8B-B14F-4D97-AF65-F5344CB8AC3E}">
        <p14:creationId xmlns:p14="http://schemas.microsoft.com/office/powerpoint/2010/main" val="3514027014"/>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84CF4A-044E-D2ED-BE36-C01A0B63828C}"/>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492D89CE-8391-A604-A5C9-82BBCE1B2720}"/>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0B0E1D51-F1DE-EA0E-3B8C-4074A979A738}"/>
              </a:ext>
            </a:extLst>
          </p:cNvPr>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Maintenant, passons à la schématisation de l’application. Comme pour une construction modulaire, voici comment chaque pièce s’assemble pour former un système fonctionnel. </a:t>
            </a:r>
          </a:p>
          <a:p>
            <a:pPr marL="0" marR="0" lvl="0" indent="0" algn="l" defTabSz="914400" rtl="0" eaLnBrk="1" fontAlgn="auto" latinLnBrk="0" hangingPunct="1">
              <a:lnSpc>
                <a:spcPct val="100000"/>
              </a:lnSpc>
              <a:spcBef>
                <a:spcPts val="0"/>
              </a:spcBef>
              <a:spcAft>
                <a:spcPts val="0"/>
              </a:spcAft>
              <a:buClrTx/>
              <a:buSzTx/>
              <a:buFontTx/>
              <a:buNone/>
              <a:tabLst/>
              <a:defRPr/>
            </a:pPr>
            <a:r>
              <a:rPr lang="fr-CA" dirty="0"/>
              <a:t>Voici les différents modules. Chacun a un rôle spécifique, mais pour que l’application prenne tout son sens, il faut assembler ces modules entre eux.</a:t>
            </a:r>
          </a:p>
          <a:p>
            <a:endParaRPr lang="fr-CA" dirty="0"/>
          </a:p>
        </p:txBody>
      </p:sp>
      <p:sp>
        <p:nvSpPr>
          <p:cNvPr id="4" name="Espace réservé du numéro de diapositive 3">
            <a:extLst>
              <a:ext uri="{FF2B5EF4-FFF2-40B4-BE49-F238E27FC236}">
                <a16:creationId xmlns:a16="http://schemas.microsoft.com/office/drawing/2014/main" id="{3328DA01-8525-95C2-DD6A-B8251D5E3DC5}"/>
              </a:ext>
            </a:extLst>
          </p:cNvPr>
          <p:cNvSpPr>
            <a:spLocks noGrp="1"/>
          </p:cNvSpPr>
          <p:nvPr>
            <p:ph type="sldNum" sz="quarter" idx="5"/>
          </p:nvPr>
        </p:nvSpPr>
        <p:spPr/>
        <p:txBody>
          <a:bodyPr/>
          <a:lstStyle/>
          <a:p>
            <a:fld id="{CBABB742-1455-4165-BA21-F153407CA58C}" type="slidenum">
              <a:rPr lang="fr-CA" smtClean="0"/>
              <a:t>6</a:t>
            </a:fld>
            <a:endParaRPr lang="fr-CA"/>
          </a:p>
        </p:txBody>
      </p:sp>
    </p:spTree>
    <p:extLst>
      <p:ext uri="{BB962C8B-B14F-4D97-AF65-F5344CB8AC3E}">
        <p14:creationId xmlns:p14="http://schemas.microsoft.com/office/powerpoint/2010/main" val="1160309487"/>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BEBBF81-33D9-6367-9108-76556D866DDB}"/>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39443752-EA7F-46D2-9B82-DEE009F7DF84}"/>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8C8C88B-C17F-BED4-24EF-6D3759970DC4}"/>
              </a:ext>
            </a:extLst>
          </p:cNvPr>
          <p:cNvSpPr>
            <a:spLocks noGrp="1"/>
          </p:cNvSpPr>
          <p:nvPr>
            <p:ph type="body" idx="1"/>
          </p:nvPr>
        </p:nvSpPr>
        <p:spPr/>
        <p:txBody>
          <a:bodyPr/>
          <a:lstStyle/>
          <a:p>
            <a:r>
              <a:rPr lang="fr-CA" dirty="0"/>
              <a:t>Ici, on voit comment les modules commencent à interagir. Certains prennent en entrée des fichiers, d’autres effectuent des calculs, et certains produisent directement des résultats exploitables.</a:t>
            </a:r>
          </a:p>
        </p:txBody>
      </p:sp>
      <p:sp>
        <p:nvSpPr>
          <p:cNvPr id="4" name="Espace réservé du numéro de diapositive 3">
            <a:extLst>
              <a:ext uri="{FF2B5EF4-FFF2-40B4-BE49-F238E27FC236}">
                <a16:creationId xmlns:a16="http://schemas.microsoft.com/office/drawing/2014/main" id="{58D39787-BFE0-E596-2E51-8D2BF3227A7A}"/>
              </a:ext>
            </a:extLst>
          </p:cNvPr>
          <p:cNvSpPr>
            <a:spLocks noGrp="1"/>
          </p:cNvSpPr>
          <p:nvPr>
            <p:ph type="sldNum" sz="quarter" idx="5"/>
          </p:nvPr>
        </p:nvSpPr>
        <p:spPr/>
        <p:txBody>
          <a:bodyPr/>
          <a:lstStyle/>
          <a:p>
            <a:fld id="{CBABB742-1455-4165-BA21-F153407CA58C}" type="slidenum">
              <a:rPr lang="fr-CA" smtClean="0"/>
              <a:t>7</a:t>
            </a:fld>
            <a:endParaRPr lang="fr-CA"/>
          </a:p>
        </p:txBody>
      </p:sp>
    </p:spTree>
    <p:extLst>
      <p:ext uri="{BB962C8B-B14F-4D97-AF65-F5344CB8AC3E}">
        <p14:creationId xmlns:p14="http://schemas.microsoft.com/office/powerpoint/2010/main" val="1161549680"/>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7FAA9CA6-123A-9352-EAE5-69256CB43C1D}"/>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0101F706-FAE3-314B-D1DB-42948ADFD8B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29EB834-6436-4613-A0D6-B1CD5C4F718B}"/>
              </a:ext>
            </a:extLst>
          </p:cNvPr>
          <p:cNvSpPr>
            <a:spLocks noGrp="1"/>
          </p:cNvSpPr>
          <p:nvPr>
            <p:ph type="body" idx="1"/>
          </p:nvPr>
        </p:nvSpPr>
        <p:spPr/>
        <p:txBody>
          <a:bodyPr/>
          <a:lstStyle/>
          <a:p>
            <a:r>
              <a:rPr lang="fr-CA" dirty="0"/>
              <a:t>Une fois tous ces modules connectés, l’application fonctionne comme une chaîne de production bien organisée. On entre des données brutes, elles passent par différents traitements modulaires, et à la fin, on obtient un rapport structuré, prêt à être utilisé.</a:t>
            </a:r>
            <a:br>
              <a:rPr lang="fr-CA" dirty="0"/>
            </a:br>
            <a:br>
              <a:rPr lang="fr-CA" dirty="0"/>
            </a:br>
            <a:r>
              <a:rPr lang="fr-CA" dirty="0"/>
              <a:t>Démo</a:t>
            </a:r>
          </a:p>
        </p:txBody>
      </p:sp>
      <p:sp>
        <p:nvSpPr>
          <p:cNvPr id="4" name="Espace réservé du numéro de diapositive 3">
            <a:extLst>
              <a:ext uri="{FF2B5EF4-FFF2-40B4-BE49-F238E27FC236}">
                <a16:creationId xmlns:a16="http://schemas.microsoft.com/office/drawing/2014/main" id="{B25DD0A3-9BB0-5BC4-30D0-A5A2C771436B}"/>
              </a:ext>
            </a:extLst>
          </p:cNvPr>
          <p:cNvSpPr>
            <a:spLocks noGrp="1"/>
          </p:cNvSpPr>
          <p:nvPr>
            <p:ph type="sldNum" sz="quarter" idx="5"/>
          </p:nvPr>
        </p:nvSpPr>
        <p:spPr/>
        <p:txBody>
          <a:bodyPr/>
          <a:lstStyle/>
          <a:p>
            <a:fld id="{CBABB742-1455-4165-BA21-F153407CA58C}" type="slidenum">
              <a:rPr lang="fr-CA" smtClean="0"/>
              <a:t>8</a:t>
            </a:fld>
            <a:endParaRPr lang="fr-CA"/>
          </a:p>
        </p:txBody>
      </p:sp>
    </p:spTree>
    <p:extLst>
      <p:ext uri="{BB962C8B-B14F-4D97-AF65-F5344CB8AC3E}">
        <p14:creationId xmlns:p14="http://schemas.microsoft.com/office/powerpoint/2010/main" val="1578137512"/>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CBABB742-1455-4165-BA21-F153407CA58C}" type="slidenum">
              <a:rPr lang="fr-CA" smtClean="0"/>
              <a:t>13</a:t>
            </a:fld>
            <a:endParaRPr lang="fr-CA"/>
          </a:p>
        </p:txBody>
      </p:sp>
    </p:spTree>
    <p:extLst>
      <p:ext uri="{BB962C8B-B14F-4D97-AF65-F5344CB8AC3E}">
        <p14:creationId xmlns:p14="http://schemas.microsoft.com/office/powerpoint/2010/main" val="1796117033"/>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Espace réservé de l'image des diapositives 1"/>
          <p:cNvSpPr>
            <a:spLocks noGrp="1" noRot="1" noChangeAspect="1"/>
          </p:cNvSpPr>
          <p:nvPr>
            <p:ph type="sldImg"/>
          </p:nvPr>
        </p:nvSpPr>
        <p:spPr/>
      </p:sp>
      <p:sp>
        <p:nvSpPr>
          <p:cNvPr id="3" name="Espace réservé des notes 2"/>
          <p:cNvSpPr>
            <a:spLocks noGrp="1"/>
          </p:cNvSpPr>
          <p:nvPr>
            <p:ph type="body" idx="1"/>
          </p:nvPr>
        </p:nvSpPr>
        <p:spPr/>
        <p:txBody>
          <a:bodyPr/>
          <a:lstStyle/>
          <a:p>
            <a:endParaRPr lang="fr-CA" dirty="0"/>
          </a:p>
        </p:txBody>
      </p:sp>
      <p:sp>
        <p:nvSpPr>
          <p:cNvPr id="4" name="Espace réservé du numéro de diapositive 3"/>
          <p:cNvSpPr>
            <a:spLocks noGrp="1"/>
          </p:cNvSpPr>
          <p:nvPr>
            <p:ph type="sldNum" sz="quarter" idx="5"/>
          </p:nvPr>
        </p:nvSpPr>
        <p:spPr/>
        <p:txBody>
          <a:bodyPr/>
          <a:lstStyle/>
          <a:p>
            <a:fld id="{CBABB742-1455-4165-BA21-F153407CA58C}" type="slidenum">
              <a:rPr lang="fr-CA" smtClean="0"/>
              <a:t>14</a:t>
            </a:fld>
            <a:endParaRPr lang="fr-CA"/>
          </a:p>
        </p:txBody>
      </p:sp>
    </p:spTree>
    <p:extLst>
      <p:ext uri="{BB962C8B-B14F-4D97-AF65-F5344CB8AC3E}">
        <p14:creationId xmlns:p14="http://schemas.microsoft.com/office/powerpoint/2010/main" val="2871854443"/>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36F8F5E-D8BC-1CC9-6E32-DB2AA0E78CA1}"/>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75B35A3F-15A6-DE79-F531-003D77431328}"/>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3712A145-171A-7C13-264E-18264017D4E9}"/>
              </a:ext>
            </a:extLst>
          </p:cNvPr>
          <p:cNvSpPr>
            <a:spLocks noGrp="1"/>
          </p:cNvSpPr>
          <p:nvPr>
            <p:ph type="body" idx="1"/>
          </p:nvPr>
        </p:nvSpPr>
        <p:spPr/>
        <p:txBody>
          <a:bodyPr/>
          <a:lstStyle/>
          <a:p>
            <a:endParaRPr lang="fr-CA" dirty="0"/>
          </a:p>
        </p:txBody>
      </p:sp>
      <p:sp>
        <p:nvSpPr>
          <p:cNvPr id="4" name="Espace réservé du numéro de diapositive 3">
            <a:extLst>
              <a:ext uri="{FF2B5EF4-FFF2-40B4-BE49-F238E27FC236}">
                <a16:creationId xmlns:a16="http://schemas.microsoft.com/office/drawing/2014/main" id="{C15D9916-EF4C-B099-24FB-95AC3C8894BF}"/>
              </a:ext>
            </a:extLst>
          </p:cNvPr>
          <p:cNvSpPr>
            <a:spLocks noGrp="1"/>
          </p:cNvSpPr>
          <p:nvPr>
            <p:ph type="sldNum" sz="quarter" idx="5"/>
          </p:nvPr>
        </p:nvSpPr>
        <p:spPr/>
        <p:txBody>
          <a:bodyPr/>
          <a:lstStyle/>
          <a:p>
            <a:fld id="{CBABB742-1455-4165-BA21-F153407CA58C}" type="slidenum">
              <a:rPr lang="fr-CA" smtClean="0"/>
              <a:t>15</a:t>
            </a:fld>
            <a:endParaRPr lang="fr-CA"/>
          </a:p>
        </p:txBody>
      </p:sp>
    </p:spTree>
    <p:extLst>
      <p:ext uri="{BB962C8B-B14F-4D97-AF65-F5344CB8AC3E}">
        <p14:creationId xmlns:p14="http://schemas.microsoft.com/office/powerpoint/2010/main" val="1747737442"/>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946BC-E613-6634-FD7C-6EEA1D8A008F}"/>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F6D09A4E-8599-DCF2-6C73-5A466FAC5C36}"/>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6C26A9D4-DA6A-5750-4182-D8F4C62EBA20}"/>
              </a:ext>
            </a:extLst>
          </p:cNvPr>
          <p:cNvSpPr>
            <a:spLocks noGrp="1"/>
          </p:cNvSpPr>
          <p:nvPr>
            <p:ph type="body" idx="1"/>
          </p:nvPr>
        </p:nvSpPr>
        <p:spPr/>
        <p:txBody>
          <a:bodyPr/>
          <a:lstStyle/>
          <a:p>
            <a:endParaRPr lang="fr-CA" dirty="0"/>
          </a:p>
        </p:txBody>
      </p:sp>
      <p:sp>
        <p:nvSpPr>
          <p:cNvPr id="4" name="Espace réservé du numéro de diapositive 3">
            <a:extLst>
              <a:ext uri="{FF2B5EF4-FFF2-40B4-BE49-F238E27FC236}">
                <a16:creationId xmlns:a16="http://schemas.microsoft.com/office/drawing/2014/main" id="{2FA14E32-6188-DDBB-D955-8676DCF8637F}"/>
              </a:ext>
            </a:extLst>
          </p:cNvPr>
          <p:cNvSpPr>
            <a:spLocks noGrp="1"/>
          </p:cNvSpPr>
          <p:nvPr>
            <p:ph type="sldNum" sz="quarter" idx="5"/>
          </p:nvPr>
        </p:nvSpPr>
        <p:spPr/>
        <p:txBody>
          <a:bodyPr/>
          <a:lstStyle/>
          <a:p>
            <a:fld id="{CBABB742-1455-4165-BA21-F153407CA58C}" type="slidenum">
              <a:rPr lang="fr-CA" smtClean="0"/>
              <a:t>16</a:t>
            </a:fld>
            <a:endParaRPr lang="fr-CA"/>
          </a:p>
        </p:txBody>
      </p:sp>
    </p:spTree>
    <p:extLst>
      <p:ext uri="{BB962C8B-B14F-4D97-AF65-F5344CB8AC3E}">
        <p14:creationId xmlns:p14="http://schemas.microsoft.com/office/powerpoint/2010/main" val="3761688207"/>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95C152F-B3A6-A4F3-1737-99361979EBA4}"/>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64249817-62A6-078A-55EC-4FD58901A25D}"/>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C811477A-9BE1-71B0-CC65-333C2C1E89CC}"/>
              </a:ext>
            </a:extLst>
          </p:cNvPr>
          <p:cNvSpPr>
            <a:spLocks noGrp="1"/>
          </p:cNvSpPr>
          <p:nvPr>
            <p:ph type="body" idx="1"/>
          </p:nvPr>
        </p:nvSpPr>
        <p:spPr/>
        <p:txBody>
          <a:bodyPr/>
          <a:lstStyle/>
          <a:p>
            <a:endParaRPr lang="fr-CA" dirty="0"/>
          </a:p>
        </p:txBody>
      </p:sp>
      <p:sp>
        <p:nvSpPr>
          <p:cNvPr id="4" name="Espace réservé du numéro de diapositive 3">
            <a:extLst>
              <a:ext uri="{FF2B5EF4-FFF2-40B4-BE49-F238E27FC236}">
                <a16:creationId xmlns:a16="http://schemas.microsoft.com/office/drawing/2014/main" id="{40D01AA0-1CD5-3C44-5118-BE00BB390486}"/>
              </a:ext>
            </a:extLst>
          </p:cNvPr>
          <p:cNvSpPr>
            <a:spLocks noGrp="1"/>
          </p:cNvSpPr>
          <p:nvPr>
            <p:ph type="sldNum" sz="quarter" idx="5"/>
          </p:nvPr>
        </p:nvSpPr>
        <p:spPr/>
        <p:txBody>
          <a:bodyPr/>
          <a:lstStyle/>
          <a:p>
            <a:fld id="{CBABB742-1455-4165-BA21-F153407CA58C}" type="slidenum">
              <a:rPr lang="fr-CA" smtClean="0"/>
              <a:t>17</a:t>
            </a:fld>
            <a:endParaRPr lang="fr-CA"/>
          </a:p>
        </p:txBody>
      </p:sp>
    </p:spTree>
    <p:extLst>
      <p:ext uri="{BB962C8B-B14F-4D97-AF65-F5344CB8AC3E}">
        <p14:creationId xmlns:p14="http://schemas.microsoft.com/office/powerpoint/2010/main" val="4004855077"/>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9B8FC27-3329-EEA6-E9E2-06C6E07C0DD8}"/>
            </a:ext>
          </a:extLst>
        </p:cNvPr>
        <p:cNvGrpSpPr/>
        <p:nvPr/>
      </p:nvGrpSpPr>
      <p:grpSpPr>
        <a:xfrm>
          <a:off x="0" y="0"/>
          <a:ext cx="0" cy="0"/>
          <a:chOff x="0" y="0"/>
          <a:chExt cx="0" cy="0"/>
        </a:xfrm>
      </p:grpSpPr>
      <p:sp>
        <p:nvSpPr>
          <p:cNvPr id="2" name="Espace réservé de l'image des diapositives 1">
            <a:extLst>
              <a:ext uri="{FF2B5EF4-FFF2-40B4-BE49-F238E27FC236}">
                <a16:creationId xmlns:a16="http://schemas.microsoft.com/office/drawing/2014/main" id="{12E43A9D-3802-F152-CFC2-74EC44B1F30F}"/>
              </a:ext>
            </a:extLst>
          </p:cNvPr>
          <p:cNvSpPr>
            <a:spLocks noGrp="1" noRot="1" noChangeAspect="1"/>
          </p:cNvSpPr>
          <p:nvPr>
            <p:ph type="sldImg"/>
          </p:nvPr>
        </p:nvSpPr>
        <p:spPr/>
      </p:sp>
      <p:sp>
        <p:nvSpPr>
          <p:cNvPr id="3" name="Espace réservé des notes 2">
            <a:extLst>
              <a:ext uri="{FF2B5EF4-FFF2-40B4-BE49-F238E27FC236}">
                <a16:creationId xmlns:a16="http://schemas.microsoft.com/office/drawing/2014/main" id="{B49A2FE3-4076-06E9-CBF5-583DE90D2B90}"/>
              </a:ext>
            </a:extLst>
          </p:cNvPr>
          <p:cNvSpPr>
            <a:spLocks noGrp="1"/>
          </p:cNvSpPr>
          <p:nvPr>
            <p:ph type="body" idx="1"/>
          </p:nvPr>
        </p:nvSpPr>
        <p:spPr/>
        <p:txBody>
          <a:bodyPr/>
          <a:lstStyle/>
          <a:p>
            <a:endParaRPr lang="fr-CA" dirty="0"/>
          </a:p>
        </p:txBody>
      </p:sp>
      <p:sp>
        <p:nvSpPr>
          <p:cNvPr id="4" name="Espace réservé du numéro de diapositive 3">
            <a:extLst>
              <a:ext uri="{FF2B5EF4-FFF2-40B4-BE49-F238E27FC236}">
                <a16:creationId xmlns:a16="http://schemas.microsoft.com/office/drawing/2014/main" id="{A89BE99F-BD46-7E0D-1C1A-74D514A9DC46}"/>
              </a:ext>
            </a:extLst>
          </p:cNvPr>
          <p:cNvSpPr>
            <a:spLocks noGrp="1"/>
          </p:cNvSpPr>
          <p:nvPr>
            <p:ph type="sldNum" sz="quarter" idx="5"/>
          </p:nvPr>
        </p:nvSpPr>
        <p:spPr/>
        <p:txBody>
          <a:bodyPr/>
          <a:lstStyle/>
          <a:p>
            <a:fld id="{CBABB742-1455-4165-BA21-F153407CA58C}" type="slidenum">
              <a:rPr lang="fr-CA" smtClean="0"/>
              <a:t>18</a:t>
            </a:fld>
            <a:endParaRPr lang="fr-CA"/>
          </a:p>
        </p:txBody>
      </p:sp>
    </p:spTree>
    <p:extLst>
      <p:ext uri="{BB962C8B-B14F-4D97-AF65-F5344CB8AC3E}">
        <p14:creationId xmlns:p14="http://schemas.microsoft.com/office/powerpoint/2010/main" val="263546293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Diapositive de titr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F7446AA6-48A5-3F4C-16C3-9F3A2D62CEE0}"/>
              </a:ext>
            </a:extLst>
          </p:cNvPr>
          <p:cNvSpPr>
            <a:spLocks noGrp="1"/>
          </p:cNvSpPr>
          <p:nvPr>
            <p:ph type="ctrTitle"/>
          </p:nvPr>
        </p:nvSpPr>
        <p:spPr>
          <a:xfrm>
            <a:off x="1524000" y="1122363"/>
            <a:ext cx="9144000" cy="2387600"/>
          </a:xfrm>
        </p:spPr>
        <p:txBody>
          <a:bodyPr anchor="b"/>
          <a:lstStyle>
            <a:lvl1pPr algn="ctr">
              <a:defRPr sz="6000"/>
            </a:lvl1pPr>
          </a:lstStyle>
          <a:p>
            <a:r>
              <a:rPr lang="fr-FR"/>
              <a:t>Modifiez le style du titre</a:t>
            </a:r>
            <a:endParaRPr lang="fr-CA"/>
          </a:p>
        </p:txBody>
      </p:sp>
      <p:sp>
        <p:nvSpPr>
          <p:cNvPr id="3" name="Sous-titre 2">
            <a:extLst>
              <a:ext uri="{FF2B5EF4-FFF2-40B4-BE49-F238E27FC236}">
                <a16:creationId xmlns:a16="http://schemas.microsoft.com/office/drawing/2014/main" id="{B7468419-68D0-EB41-8722-51989E189648}"/>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fr-FR"/>
              <a:t>Modifiez le style des sous-titres du masque</a:t>
            </a:r>
            <a:endParaRPr lang="fr-CA"/>
          </a:p>
        </p:txBody>
      </p:sp>
      <p:sp>
        <p:nvSpPr>
          <p:cNvPr id="4" name="Espace réservé de la date 3">
            <a:extLst>
              <a:ext uri="{FF2B5EF4-FFF2-40B4-BE49-F238E27FC236}">
                <a16:creationId xmlns:a16="http://schemas.microsoft.com/office/drawing/2014/main" id="{D4A089B5-3CD1-5A63-FAA5-E587D00B6E2B}"/>
              </a:ext>
            </a:extLst>
          </p:cNvPr>
          <p:cNvSpPr>
            <a:spLocks noGrp="1"/>
          </p:cNvSpPr>
          <p:nvPr>
            <p:ph type="dt" sz="half" idx="10"/>
          </p:nvPr>
        </p:nvSpPr>
        <p:spPr/>
        <p:txBody>
          <a:bodyPr/>
          <a:lstStyle/>
          <a:p>
            <a:fld id="{1573527D-8046-4131-A669-2F4DF7BBC222}" type="datetimeFigureOut">
              <a:rPr lang="fr-CA" smtClean="0"/>
              <a:t>2025-03-31</a:t>
            </a:fld>
            <a:endParaRPr lang="fr-CA"/>
          </a:p>
        </p:txBody>
      </p:sp>
      <p:sp>
        <p:nvSpPr>
          <p:cNvPr id="5" name="Espace réservé du pied de page 4">
            <a:extLst>
              <a:ext uri="{FF2B5EF4-FFF2-40B4-BE49-F238E27FC236}">
                <a16:creationId xmlns:a16="http://schemas.microsoft.com/office/drawing/2014/main" id="{2CC5248D-A1D4-945D-7BF3-AE9B0742E8F5}"/>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20068043-8382-C31F-8D06-CC7656F0F982}"/>
              </a:ext>
            </a:extLst>
          </p:cNvPr>
          <p:cNvSpPr>
            <a:spLocks noGrp="1"/>
          </p:cNvSpPr>
          <p:nvPr>
            <p:ph type="sldNum" sz="quarter" idx="12"/>
          </p:nvPr>
        </p:nvSpPr>
        <p:spPr/>
        <p:txBody>
          <a:bodyPr/>
          <a:lstStyle/>
          <a:p>
            <a:fld id="{7D50D700-742D-4D6A-92DE-BFB3D3B6801D}" type="slidenum">
              <a:rPr lang="fr-CA" smtClean="0"/>
              <a:t>‹N°›</a:t>
            </a:fld>
            <a:endParaRPr lang="fr-CA"/>
          </a:p>
        </p:txBody>
      </p:sp>
    </p:spTree>
    <p:extLst>
      <p:ext uri="{BB962C8B-B14F-4D97-AF65-F5344CB8AC3E}">
        <p14:creationId xmlns:p14="http://schemas.microsoft.com/office/powerpoint/2010/main" val="745740378"/>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re et contenu">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716E7DB-2586-8E44-985B-BE47AA834C6E}"/>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20439696-D33F-2F22-2F5F-26AE072851E3}"/>
              </a:ext>
            </a:extLst>
          </p:cNvPr>
          <p:cNvSpPr>
            <a:spLocks noGrp="1"/>
          </p:cNvSpPr>
          <p:nvPr>
            <p:ph idx="1"/>
          </p:nvPr>
        </p:nvSpPr>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34EC1F5A-DCB6-4CB6-4E95-41748FD96E4D}"/>
              </a:ext>
            </a:extLst>
          </p:cNvPr>
          <p:cNvSpPr>
            <a:spLocks noGrp="1"/>
          </p:cNvSpPr>
          <p:nvPr>
            <p:ph type="dt" sz="half" idx="10"/>
          </p:nvPr>
        </p:nvSpPr>
        <p:spPr/>
        <p:txBody>
          <a:bodyPr/>
          <a:lstStyle/>
          <a:p>
            <a:fld id="{1573527D-8046-4131-A669-2F4DF7BBC222}" type="datetimeFigureOut">
              <a:rPr lang="fr-CA" smtClean="0"/>
              <a:t>2025-03-31</a:t>
            </a:fld>
            <a:endParaRPr lang="fr-CA"/>
          </a:p>
        </p:txBody>
      </p:sp>
      <p:sp>
        <p:nvSpPr>
          <p:cNvPr id="5" name="Espace réservé du pied de page 4">
            <a:extLst>
              <a:ext uri="{FF2B5EF4-FFF2-40B4-BE49-F238E27FC236}">
                <a16:creationId xmlns:a16="http://schemas.microsoft.com/office/drawing/2014/main" id="{DDCCF810-BEAD-AEFF-C453-1E7797B69AE8}"/>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E4F9AA91-9D7B-5AFC-8F4A-A462A8C2BF4A}"/>
              </a:ext>
            </a:extLst>
          </p:cNvPr>
          <p:cNvSpPr>
            <a:spLocks noGrp="1"/>
          </p:cNvSpPr>
          <p:nvPr>
            <p:ph type="sldNum" sz="quarter" idx="12"/>
          </p:nvPr>
        </p:nvSpPr>
        <p:spPr/>
        <p:txBody>
          <a:bodyPr/>
          <a:lstStyle/>
          <a:p>
            <a:fld id="{7D50D700-742D-4D6A-92DE-BFB3D3B6801D}" type="slidenum">
              <a:rPr lang="fr-CA" smtClean="0"/>
              <a:t>‹N°›</a:t>
            </a:fld>
            <a:endParaRPr lang="fr-CA"/>
          </a:p>
        </p:txBody>
      </p:sp>
    </p:spTree>
    <p:extLst>
      <p:ext uri="{BB962C8B-B14F-4D97-AF65-F5344CB8AC3E}">
        <p14:creationId xmlns:p14="http://schemas.microsoft.com/office/powerpoint/2010/main" val="1536121401"/>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Titre de secti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0FA837AE-00DD-62B5-7525-C5D0F7DF73D5}"/>
              </a:ext>
            </a:extLst>
          </p:cNvPr>
          <p:cNvSpPr>
            <a:spLocks noGrp="1"/>
          </p:cNvSpPr>
          <p:nvPr>
            <p:ph type="title"/>
          </p:nvPr>
        </p:nvSpPr>
        <p:spPr>
          <a:xfrm>
            <a:off x="831850" y="1709738"/>
            <a:ext cx="10515600" cy="2852737"/>
          </a:xfrm>
        </p:spPr>
        <p:txBody>
          <a:bodyPr anchor="b"/>
          <a:lstStyle>
            <a:lvl1pPr>
              <a:defRPr sz="6000"/>
            </a:lvl1pPr>
          </a:lstStyle>
          <a:p>
            <a:r>
              <a:rPr lang="fr-FR"/>
              <a:t>Modifiez le style du titre</a:t>
            </a:r>
            <a:endParaRPr lang="fr-CA"/>
          </a:p>
        </p:txBody>
      </p:sp>
      <p:sp>
        <p:nvSpPr>
          <p:cNvPr id="3" name="Espace réservé du texte 2">
            <a:extLst>
              <a:ext uri="{FF2B5EF4-FFF2-40B4-BE49-F238E27FC236}">
                <a16:creationId xmlns:a16="http://schemas.microsoft.com/office/drawing/2014/main" id="{5148B8CD-B446-6AB9-0ABD-FD0034E6384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lang="fr-FR"/>
              <a:t>Cliquez pour modifier les styles du texte du masque</a:t>
            </a:r>
          </a:p>
        </p:txBody>
      </p:sp>
      <p:sp>
        <p:nvSpPr>
          <p:cNvPr id="4" name="Espace réservé de la date 3">
            <a:extLst>
              <a:ext uri="{FF2B5EF4-FFF2-40B4-BE49-F238E27FC236}">
                <a16:creationId xmlns:a16="http://schemas.microsoft.com/office/drawing/2014/main" id="{6C7E9781-92CF-C1FC-795F-E4C7524F4C0F}"/>
              </a:ext>
            </a:extLst>
          </p:cNvPr>
          <p:cNvSpPr>
            <a:spLocks noGrp="1"/>
          </p:cNvSpPr>
          <p:nvPr>
            <p:ph type="dt" sz="half" idx="10"/>
          </p:nvPr>
        </p:nvSpPr>
        <p:spPr/>
        <p:txBody>
          <a:bodyPr/>
          <a:lstStyle/>
          <a:p>
            <a:fld id="{1573527D-8046-4131-A669-2F4DF7BBC222}" type="datetimeFigureOut">
              <a:rPr lang="fr-CA" smtClean="0"/>
              <a:t>2025-03-31</a:t>
            </a:fld>
            <a:endParaRPr lang="fr-CA"/>
          </a:p>
        </p:txBody>
      </p:sp>
      <p:sp>
        <p:nvSpPr>
          <p:cNvPr id="5" name="Espace réservé du pied de page 4">
            <a:extLst>
              <a:ext uri="{FF2B5EF4-FFF2-40B4-BE49-F238E27FC236}">
                <a16:creationId xmlns:a16="http://schemas.microsoft.com/office/drawing/2014/main" id="{7DE18E08-9E14-5C14-587A-A7A147C170B3}"/>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F1758CC4-5D94-9E2A-B09C-9EE0AEDF2472}"/>
              </a:ext>
            </a:extLst>
          </p:cNvPr>
          <p:cNvSpPr>
            <a:spLocks noGrp="1"/>
          </p:cNvSpPr>
          <p:nvPr>
            <p:ph type="sldNum" sz="quarter" idx="12"/>
          </p:nvPr>
        </p:nvSpPr>
        <p:spPr/>
        <p:txBody>
          <a:bodyPr/>
          <a:lstStyle/>
          <a:p>
            <a:fld id="{7D50D700-742D-4D6A-92DE-BFB3D3B6801D}" type="slidenum">
              <a:rPr lang="fr-CA" smtClean="0"/>
              <a:t>‹N°›</a:t>
            </a:fld>
            <a:endParaRPr lang="fr-CA"/>
          </a:p>
        </p:txBody>
      </p:sp>
    </p:spTree>
    <p:extLst>
      <p:ext uri="{BB962C8B-B14F-4D97-AF65-F5344CB8AC3E}">
        <p14:creationId xmlns:p14="http://schemas.microsoft.com/office/powerpoint/2010/main" val="206786135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Deux contenus">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7B56E39-D95D-A24F-B0D3-5210705E4427}"/>
              </a:ext>
            </a:extLst>
          </p:cNvPr>
          <p:cNvSpPr>
            <a:spLocks noGrp="1"/>
          </p:cNvSpPr>
          <p:nvPr>
            <p:ph type="title"/>
          </p:nvPr>
        </p:nvSpPr>
        <p:spPr/>
        <p:txBody>
          <a:bodyPr/>
          <a:lstStyle/>
          <a:p>
            <a:r>
              <a:rPr lang="fr-FR"/>
              <a:t>Modifiez le style du titre</a:t>
            </a:r>
            <a:endParaRPr lang="fr-CA"/>
          </a:p>
        </p:txBody>
      </p:sp>
      <p:sp>
        <p:nvSpPr>
          <p:cNvPr id="3" name="Espace réservé du contenu 2">
            <a:extLst>
              <a:ext uri="{FF2B5EF4-FFF2-40B4-BE49-F238E27FC236}">
                <a16:creationId xmlns:a16="http://schemas.microsoft.com/office/drawing/2014/main" id="{4BB6DAAA-E9B3-AA45-9A2B-C6545C66530E}"/>
              </a:ext>
            </a:extLst>
          </p:cNvPr>
          <p:cNvSpPr>
            <a:spLocks noGrp="1"/>
          </p:cNvSpPr>
          <p:nvPr>
            <p:ph sz="half" idx="1"/>
          </p:nvPr>
        </p:nvSpPr>
        <p:spPr>
          <a:xfrm>
            <a:off x="838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contenu 3">
            <a:extLst>
              <a:ext uri="{FF2B5EF4-FFF2-40B4-BE49-F238E27FC236}">
                <a16:creationId xmlns:a16="http://schemas.microsoft.com/office/drawing/2014/main" id="{B33DC667-E641-7190-566F-222444EC1C32}"/>
              </a:ext>
            </a:extLst>
          </p:cNvPr>
          <p:cNvSpPr>
            <a:spLocks noGrp="1"/>
          </p:cNvSpPr>
          <p:nvPr>
            <p:ph sz="half" idx="2"/>
          </p:nvPr>
        </p:nvSpPr>
        <p:spPr>
          <a:xfrm>
            <a:off x="6172200" y="1825625"/>
            <a:ext cx="5181600" cy="435133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e la date 4">
            <a:extLst>
              <a:ext uri="{FF2B5EF4-FFF2-40B4-BE49-F238E27FC236}">
                <a16:creationId xmlns:a16="http://schemas.microsoft.com/office/drawing/2014/main" id="{02B49F59-080E-A31A-3D1B-A5246DA7E4B0}"/>
              </a:ext>
            </a:extLst>
          </p:cNvPr>
          <p:cNvSpPr>
            <a:spLocks noGrp="1"/>
          </p:cNvSpPr>
          <p:nvPr>
            <p:ph type="dt" sz="half" idx="10"/>
          </p:nvPr>
        </p:nvSpPr>
        <p:spPr/>
        <p:txBody>
          <a:bodyPr/>
          <a:lstStyle/>
          <a:p>
            <a:fld id="{1573527D-8046-4131-A669-2F4DF7BBC222}" type="datetimeFigureOut">
              <a:rPr lang="fr-CA" smtClean="0"/>
              <a:t>2025-03-31</a:t>
            </a:fld>
            <a:endParaRPr lang="fr-CA"/>
          </a:p>
        </p:txBody>
      </p:sp>
      <p:sp>
        <p:nvSpPr>
          <p:cNvPr id="6" name="Espace réservé du pied de page 5">
            <a:extLst>
              <a:ext uri="{FF2B5EF4-FFF2-40B4-BE49-F238E27FC236}">
                <a16:creationId xmlns:a16="http://schemas.microsoft.com/office/drawing/2014/main" id="{368E9DC2-C1CA-1BF1-9233-C36DFE17E9A1}"/>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4B214532-74B1-3CE3-E7E0-BAFBD99C38CC}"/>
              </a:ext>
            </a:extLst>
          </p:cNvPr>
          <p:cNvSpPr>
            <a:spLocks noGrp="1"/>
          </p:cNvSpPr>
          <p:nvPr>
            <p:ph type="sldNum" sz="quarter" idx="12"/>
          </p:nvPr>
        </p:nvSpPr>
        <p:spPr/>
        <p:txBody>
          <a:bodyPr/>
          <a:lstStyle/>
          <a:p>
            <a:fld id="{7D50D700-742D-4D6A-92DE-BFB3D3B6801D}" type="slidenum">
              <a:rPr lang="fr-CA" smtClean="0"/>
              <a:t>‹N°›</a:t>
            </a:fld>
            <a:endParaRPr lang="fr-CA"/>
          </a:p>
        </p:txBody>
      </p:sp>
    </p:spTree>
    <p:extLst>
      <p:ext uri="{BB962C8B-B14F-4D97-AF65-F5344CB8AC3E}">
        <p14:creationId xmlns:p14="http://schemas.microsoft.com/office/powerpoint/2010/main" val="119257815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aison">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E923B6D0-5DAC-B9AC-D2BC-6A4FF50B316D}"/>
              </a:ext>
            </a:extLst>
          </p:cNvPr>
          <p:cNvSpPr>
            <a:spLocks noGrp="1"/>
          </p:cNvSpPr>
          <p:nvPr>
            <p:ph type="title"/>
          </p:nvPr>
        </p:nvSpPr>
        <p:spPr>
          <a:xfrm>
            <a:off x="839788" y="365125"/>
            <a:ext cx="10515600" cy="1325563"/>
          </a:xfrm>
        </p:spPr>
        <p:txBody>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4BF33479-E0DA-76C0-22C8-E1F00A140DFE}"/>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4" name="Espace réservé du contenu 3">
            <a:extLst>
              <a:ext uri="{FF2B5EF4-FFF2-40B4-BE49-F238E27FC236}">
                <a16:creationId xmlns:a16="http://schemas.microsoft.com/office/drawing/2014/main" id="{A6625904-3F9A-5CE1-F1F2-8B10C937101A}"/>
              </a:ext>
            </a:extLst>
          </p:cNvPr>
          <p:cNvSpPr>
            <a:spLocks noGrp="1"/>
          </p:cNvSpPr>
          <p:nvPr>
            <p:ph sz="half" idx="2"/>
          </p:nvPr>
        </p:nvSpPr>
        <p:spPr>
          <a:xfrm>
            <a:off x="839788" y="2505075"/>
            <a:ext cx="5157787"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5" name="Espace réservé du texte 4">
            <a:extLst>
              <a:ext uri="{FF2B5EF4-FFF2-40B4-BE49-F238E27FC236}">
                <a16:creationId xmlns:a16="http://schemas.microsoft.com/office/drawing/2014/main" id="{79A1E377-725A-D741-2095-6FDE326DF327}"/>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fr-FR"/>
              <a:t>Cliquez pour modifier les styles du texte du masque</a:t>
            </a:r>
          </a:p>
        </p:txBody>
      </p:sp>
      <p:sp>
        <p:nvSpPr>
          <p:cNvPr id="6" name="Espace réservé du contenu 5">
            <a:extLst>
              <a:ext uri="{FF2B5EF4-FFF2-40B4-BE49-F238E27FC236}">
                <a16:creationId xmlns:a16="http://schemas.microsoft.com/office/drawing/2014/main" id="{09179684-6746-5A90-1B82-7FD4721EB3FD}"/>
              </a:ext>
            </a:extLst>
          </p:cNvPr>
          <p:cNvSpPr>
            <a:spLocks noGrp="1"/>
          </p:cNvSpPr>
          <p:nvPr>
            <p:ph sz="quarter" idx="4"/>
          </p:nvPr>
        </p:nvSpPr>
        <p:spPr>
          <a:xfrm>
            <a:off x="6172200" y="2505075"/>
            <a:ext cx="5183188" cy="3684588"/>
          </a:xfrm>
        </p:spPr>
        <p:txBody>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7" name="Espace réservé de la date 6">
            <a:extLst>
              <a:ext uri="{FF2B5EF4-FFF2-40B4-BE49-F238E27FC236}">
                <a16:creationId xmlns:a16="http://schemas.microsoft.com/office/drawing/2014/main" id="{C263C907-B233-17FF-9D74-95E4BE933DD3}"/>
              </a:ext>
            </a:extLst>
          </p:cNvPr>
          <p:cNvSpPr>
            <a:spLocks noGrp="1"/>
          </p:cNvSpPr>
          <p:nvPr>
            <p:ph type="dt" sz="half" idx="10"/>
          </p:nvPr>
        </p:nvSpPr>
        <p:spPr/>
        <p:txBody>
          <a:bodyPr/>
          <a:lstStyle/>
          <a:p>
            <a:fld id="{1573527D-8046-4131-A669-2F4DF7BBC222}" type="datetimeFigureOut">
              <a:rPr lang="fr-CA" smtClean="0"/>
              <a:t>2025-03-31</a:t>
            </a:fld>
            <a:endParaRPr lang="fr-CA"/>
          </a:p>
        </p:txBody>
      </p:sp>
      <p:sp>
        <p:nvSpPr>
          <p:cNvPr id="8" name="Espace réservé du pied de page 7">
            <a:extLst>
              <a:ext uri="{FF2B5EF4-FFF2-40B4-BE49-F238E27FC236}">
                <a16:creationId xmlns:a16="http://schemas.microsoft.com/office/drawing/2014/main" id="{027CBF04-BE7A-F04E-9B38-2D098D6EE9B7}"/>
              </a:ext>
            </a:extLst>
          </p:cNvPr>
          <p:cNvSpPr>
            <a:spLocks noGrp="1"/>
          </p:cNvSpPr>
          <p:nvPr>
            <p:ph type="ftr" sz="quarter" idx="11"/>
          </p:nvPr>
        </p:nvSpPr>
        <p:spPr/>
        <p:txBody>
          <a:bodyPr/>
          <a:lstStyle/>
          <a:p>
            <a:endParaRPr lang="fr-CA"/>
          </a:p>
        </p:txBody>
      </p:sp>
      <p:sp>
        <p:nvSpPr>
          <p:cNvPr id="9" name="Espace réservé du numéro de diapositive 8">
            <a:extLst>
              <a:ext uri="{FF2B5EF4-FFF2-40B4-BE49-F238E27FC236}">
                <a16:creationId xmlns:a16="http://schemas.microsoft.com/office/drawing/2014/main" id="{BAE235B7-A5D4-9F9F-F7F8-115E2B7BFBCC}"/>
              </a:ext>
            </a:extLst>
          </p:cNvPr>
          <p:cNvSpPr>
            <a:spLocks noGrp="1"/>
          </p:cNvSpPr>
          <p:nvPr>
            <p:ph type="sldNum" sz="quarter" idx="12"/>
          </p:nvPr>
        </p:nvSpPr>
        <p:spPr/>
        <p:txBody>
          <a:bodyPr/>
          <a:lstStyle/>
          <a:p>
            <a:fld id="{7D50D700-742D-4D6A-92DE-BFB3D3B6801D}" type="slidenum">
              <a:rPr lang="fr-CA" smtClean="0"/>
              <a:t>‹N°›</a:t>
            </a:fld>
            <a:endParaRPr lang="fr-CA"/>
          </a:p>
        </p:txBody>
      </p:sp>
    </p:spTree>
    <p:extLst>
      <p:ext uri="{BB962C8B-B14F-4D97-AF65-F5344CB8AC3E}">
        <p14:creationId xmlns:p14="http://schemas.microsoft.com/office/powerpoint/2010/main" val="40506799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re seu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9073640C-68A7-3F94-E4E6-CE05B6391A78}"/>
              </a:ext>
            </a:extLst>
          </p:cNvPr>
          <p:cNvSpPr>
            <a:spLocks noGrp="1"/>
          </p:cNvSpPr>
          <p:nvPr>
            <p:ph type="title"/>
          </p:nvPr>
        </p:nvSpPr>
        <p:spPr/>
        <p:txBody>
          <a:bodyPr/>
          <a:lstStyle/>
          <a:p>
            <a:r>
              <a:rPr lang="fr-FR"/>
              <a:t>Modifiez le style du titre</a:t>
            </a:r>
            <a:endParaRPr lang="fr-CA"/>
          </a:p>
        </p:txBody>
      </p:sp>
      <p:sp>
        <p:nvSpPr>
          <p:cNvPr id="3" name="Espace réservé de la date 2">
            <a:extLst>
              <a:ext uri="{FF2B5EF4-FFF2-40B4-BE49-F238E27FC236}">
                <a16:creationId xmlns:a16="http://schemas.microsoft.com/office/drawing/2014/main" id="{3BEC29CB-15BB-5DB5-862B-F580B8B750AB}"/>
              </a:ext>
            </a:extLst>
          </p:cNvPr>
          <p:cNvSpPr>
            <a:spLocks noGrp="1"/>
          </p:cNvSpPr>
          <p:nvPr>
            <p:ph type="dt" sz="half" idx="10"/>
          </p:nvPr>
        </p:nvSpPr>
        <p:spPr/>
        <p:txBody>
          <a:bodyPr/>
          <a:lstStyle/>
          <a:p>
            <a:fld id="{1573527D-8046-4131-A669-2F4DF7BBC222}" type="datetimeFigureOut">
              <a:rPr lang="fr-CA" smtClean="0"/>
              <a:t>2025-03-31</a:t>
            </a:fld>
            <a:endParaRPr lang="fr-CA"/>
          </a:p>
        </p:txBody>
      </p:sp>
      <p:sp>
        <p:nvSpPr>
          <p:cNvPr id="4" name="Espace réservé du pied de page 3">
            <a:extLst>
              <a:ext uri="{FF2B5EF4-FFF2-40B4-BE49-F238E27FC236}">
                <a16:creationId xmlns:a16="http://schemas.microsoft.com/office/drawing/2014/main" id="{FAB85A65-9FCF-A21D-3295-CB09ACF6E139}"/>
              </a:ext>
            </a:extLst>
          </p:cNvPr>
          <p:cNvSpPr>
            <a:spLocks noGrp="1"/>
          </p:cNvSpPr>
          <p:nvPr>
            <p:ph type="ftr" sz="quarter" idx="11"/>
          </p:nvPr>
        </p:nvSpPr>
        <p:spPr/>
        <p:txBody>
          <a:bodyPr/>
          <a:lstStyle/>
          <a:p>
            <a:endParaRPr lang="fr-CA"/>
          </a:p>
        </p:txBody>
      </p:sp>
      <p:sp>
        <p:nvSpPr>
          <p:cNvPr id="5" name="Espace réservé du numéro de diapositive 4">
            <a:extLst>
              <a:ext uri="{FF2B5EF4-FFF2-40B4-BE49-F238E27FC236}">
                <a16:creationId xmlns:a16="http://schemas.microsoft.com/office/drawing/2014/main" id="{4E5DC3FA-12C0-1085-7AFE-5F4DF1340147}"/>
              </a:ext>
            </a:extLst>
          </p:cNvPr>
          <p:cNvSpPr>
            <a:spLocks noGrp="1"/>
          </p:cNvSpPr>
          <p:nvPr>
            <p:ph type="sldNum" sz="quarter" idx="12"/>
          </p:nvPr>
        </p:nvSpPr>
        <p:spPr/>
        <p:txBody>
          <a:bodyPr/>
          <a:lstStyle/>
          <a:p>
            <a:fld id="{7D50D700-742D-4D6A-92DE-BFB3D3B6801D}" type="slidenum">
              <a:rPr lang="fr-CA" smtClean="0"/>
              <a:t>‹N°›</a:t>
            </a:fld>
            <a:endParaRPr lang="fr-CA"/>
          </a:p>
        </p:txBody>
      </p:sp>
    </p:spTree>
    <p:extLst>
      <p:ext uri="{BB962C8B-B14F-4D97-AF65-F5344CB8AC3E}">
        <p14:creationId xmlns:p14="http://schemas.microsoft.com/office/powerpoint/2010/main" val="382674633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Vide">
    <p:spTree>
      <p:nvGrpSpPr>
        <p:cNvPr id="1" name=""/>
        <p:cNvGrpSpPr/>
        <p:nvPr/>
      </p:nvGrpSpPr>
      <p:grpSpPr>
        <a:xfrm>
          <a:off x="0" y="0"/>
          <a:ext cx="0" cy="0"/>
          <a:chOff x="0" y="0"/>
          <a:chExt cx="0" cy="0"/>
        </a:xfrm>
      </p:grpSpPr>
      <p:sp>
        <p:nvSpPr>
          <p:cNvPr id="2" name="Espace réservé de la date 1">
            <a:extLst>
              <a:ext uri="{FF2B5EF4-FFF2-40B4-BE49-F238E27FC236}">
                <a16:creationId xmlns:a16="http://schemas.microsoft.com/office/drawing/2014/main" id="{45E94062-E796-397E-5687-304789E4D5D7}"/>
              </a:ext>
            </a:extLst>
          </p:cNvPr>
          <p:cNvSpPr>
            <a:spLocks noGrp="1"/>
          </p:cNvSpPr>
          <p:nvPr>
            <p:ph type="dt" sz="half" idx="10"/>
          </p:nvPr>
        </p:nvSpPr>
        <p:spPr/>
        <p:txBody>
          <a:bodyPr/>
          <a:lstStyle/>
          <a:p>
            <a:fld id="{1573527D-8046-4131-A669-2F4DF7BBC222}" type="datetimeFigureOut">
              <a:rPr lang="fr-CA" smtClean="0"/>
              <a:t>2025-03-31</a:t>
            </a:fld>
            <a:endParaRPr lang="fr-CA"/>
          </a:p>
        </p:txBody>
      </p:sp>
      <p:sp>
        <p:nvSpPr>
          <p:cNvPr id="3" name="Espace réservé du pied de page 2">
            <a:extLst>
              <a:ext uri="{FF2B5EF4-FFF2-40B4-BE49-F238E27FC236}">
                <a16:creationId xmlns:a16="http://schemas.microsoft.com/office/drawing/2014/main" id="{67E15B66-C86F-D7BE-7C2D-5368FEC13CC3}"/>
              </a:ext>
            </a:extLst>
          </p:cNvPr>
          <p:cNvSpPr>
            <a:spLocks noGrp="1"/>
          </p:cNvSpPr>
          <p:nvPr>
            <p:ph type="ftr" sz="quarter" idx="11"/>
          </p:nvPr>
        </p:nvSpPr>
        <p:spPr/>
        <p:txBody>
          <a:bodyPr/>
          <a:lstStyle/>
          <a:p>
            <a:endParaRPr lang="fr-CA"/>
          </a:p>
        </p:txBody>
      </p:sp>
      <p:sp>
        <p:nvSpPr>
          <p:cNvPr id="4" name="Espace réservé du numéro de diapositive 3">
            <a:extLst>
              <a:ext uri="{FF2B5EF4-FFF2-40B4-BE49-F238E27FC236}">
                <a16:creationId xmlns:a16="http://schemas.microsoft.com/office/drawing/2014/main" id="{01523079-2B1F-4160-2A94-7CE61197AC06}"/>
              </a:ext>
            </a:extLst>
          </p:cNvPr>
          <p:cNvSpPr>
            <a:spLocks noGrp="1"/>
          </p:cNvSpPr>
          <p:nvPr>
            <p:ph type="sldNum" sz="quarter" idx="12"/>
          </p:nvPr>
        </p:nvSpPr>
        <p:spPr/>
        <p:txBody>
          <a:bodyPr/>
          <a:lstStyle/>
          <a:p>
            <a:fld id="{7D50D700-742D-4D6A-92DE-BFB3D3B6801D}" type="slidenum">
              <a:rPr lang="fr-CA" smtClean="0"/>
              <a:t>‹N°›</a:t>
            </a:fld>
            <a:endParaRPr lang="fr-CA"/>
          </a:p>
        </p:txBody>
      </p:sp>
    </p:spTree>
    <p:extLst>
      <p:ext uri="{BB962C8B-B14F-4D97-AF65-F5344CB8AC3E}">
        <p14:creationId xmlns:p14="http://schemas.microsoft.com/office/powerpoint/2010/main" val="5263900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u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628BA483-E184-392B-664A-6AD8A53FD3A6}"/>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du contenu 2">
            <a:extLst>
              <a:ext uri="{FF2B5EF4-FFF2-40B4-BE49-F238E27FC236}">
                <a16:creationId xmlns:a16="http://schemas.microsoft.com/office/drawing/2014/main" id="{B292CED2-614D-E086-DAC8-3382EAD8CD8F}"/>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u texte 3">
            <a:extLst>
              <a:ext uri="{FF2B5EF4-FFF2-40B4-BE49-F238E27FC236}">
                <a16:creationId xmlns:a16="http://schemas.microsoft.com/office/drawing/2014/main" id="{C01462CB-12E3-B2F2-9CBC-35EF507D7DD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E9E7246F-F07A-6D94-C80B-57A5EAB347B6}"/>
              </a:ext>
            </a:extLst>
          </p:cNvPr>
          <p:cNvSpPr>
            <a:spLocks noGrp="1"/>
          </p:cNvSpPr>
          <p:nvPr>
            <p:ph type="dt" sz="half" idx="10"/>
          </p:nvPr>
        </p:nvSpPr>
        <p:spPr/>
        <p:txBody>
          <a:bodyPr/>
          <a:lstStyle/>
          <a:p>
            <a:fld id="{1573527D-8046-4131-A669-2F4DF7BBC222}" type="datetimeFigureOut">
              <a:rPr lang="fr-CA" smtClean="0"/>
              <a:t>2025-03-31</a:t>
            </a:fld>
            <a:endParaRPr lang="fr-CA"/>
          </a:p>
        </p:txBody>
      </p:sp>
      <p:sp>
        <p:nvSpPr>
          <p:cNvPr id="6" name="Espace réservé du pied de page 5">
            <a:extLst>
              <a:ext uri="{FF2B5EF4-FFF2-40B4-BE49-F238E27FC236}">
                <a16:creationId xmlns:a16="http://schemas.microsoft.com/office/drawing/2014/main" id="{EAA5B040-4A6A-CEB3-F863-1D7BE549A38F}"/>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63601C4A-BEAD-9A29-B3A2-B2461EB03CF1}"/>
              </a:ext>
            </a:extLst>
          </p:cNvPr>
          <p:cNvSpPr>
            <a:spLocks noGrp="1"/>
          </p:cNvSpPr>
          <p:nvPr>
            <p:ph type="sldNum" sz="quarter" idx="12"/>
          </p:nvPr>
        </p:nvSpPr>
        <p:spPr/>
        <p:txBody>
          <a:bodyPr/>
          <a:lstStyle/>
          <a:p>
            <a:fld id="{7D50D700-742D-4D6A-92DE-BFB3D3B6801D}" type="slidenum">
              <a:rPr lang="fr-CA" smtClean="0"/>
              <a:t>‹N°›</a:t>
            </a:fld>
            <a:endParaRPr lang="fr-CA"/>
          </a:p>
        </p:txBody>
      </p:sp>
    </p:spTree>
    <p:extLst>
      <p:ext uri="{BB962C8B-B14F-4D97-AF65-F5344CB8AC3E}">
        <p14:creationId xmlns:p14="http://schemas.microsoft.com/office/powerpoint/2010/main" val="123129048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Image avec légende">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414D0CEE-C9ED-BB6A-30B3-9125E9416C00}"/>
              </a:ext>
            </a:extLst>
          </p:cNvPr>
          <p:cNvSpPr>
            <a:spLocks noGrp="1"/>
          </p:cNvSpPr>
          <p:nvPr>
            <p:ph type="title"/>
          </p:nvPr>
        </p:nvSpPr>
        <p:spPr>
          <a:xfrm>
            <a:off x="839788" y="457200"/>
            <a:ext cx="3932237" cy="1600200"/>
          </a:xfrm>
        </p:spPr>
        <p:txBody>
          <a:bodyPr anchor="b"/>
          <a:lstStyle>
            <a:lvl1pPr>
              <a:defRPr sz="3200"/>
            </a:lvl1pPr>
          </a:lstStyle>
          <a:p>
            <a:r>
              <a:rPr lang="fr-FR"/>
              <a:t>Modifiez le style du titre</a:t>
            </a:r>
            <a:endParaRPr lang="fr-CA"/>
          </a:p>
        </p:txBody>
      </p:sp>
      <p:sp>
        <p:nvSpPr>
          <p:cNvPr id="3" name="Espace réservé pour une image  2">
            <a:extLst>
              <a:ext uri="{FF2B5EF4-FFF2-40B4-BE49-F238E27FC236}">
                <a16:creationId xmlns:a16="http://schemas.microsoft.com/office/drawing/2014/main" id="{95D18C50-D010-F25C-3003-82245409FE18}"/>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fr-CA"/>
          </a:p>
        </p:txBody>
      </p:sp>
      <p:sp>
        <p:nvSpPr>
          <p:cNvPr id="4" name="Espace réservé du texte 3">
            <a:extLst>
              <a:ext uri="{FF2B5EF4-FFF2-40B4-BE49-F238E27FC236}">
                <a16:creationId xmlns:a16="http://schemas.microsoft.com/office/drawing/2014/main" id="{A017B38B-1D2A-E412-AA4E-15C9A0AA7A5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fr-FR"/>
              <a:t>Cliquez pour modifier les styles du texte du masque</a:t>
            </a:r>
          </a:p>
        </p:txBody>
      </p:sp>
      <p:sp>
        <p:nvSpPr>
          <p:cNvPr id="5" name="Espace réservé de la date 4">
            <a:extLst>
              <a:ext uri="{FF2B5EF4-FFF2-40B4-BE49-F238E27FC236}">
                <a16:creationId xmlns:a16="http://schemas.microsoft.com/office/drawing/2014/main" id="{6D2B8E0D-DE15-BDED-C72E-8F4591042D0F}"/>
              </a:ext>
            </a:extLst>
          </p:cNvPr>
          <p:cNvSpPr>
            <a:spLocks noGrp="1"/>
          </p:cNvSpPr>
          <p:nvPr>
            <p:ph type="dt" sz="half" idx="10"/>
          </p:nvPr>
        </p:nvSpPr>
        <p:spPr/>
        <p:txBody>
          <a:bodyPr/>
          <a:lstStyle/>
          <a:p>
            <a:fld id="{1573527D-8046-4131-A669-2F4DF7BBC222}" type="datetimeFigureOut">
              <a:rPr lang="fr-CA" smtClean="0"/>
              <a:t>2025-03-31</a:t>
            </a:fld>
            <a:endParaRPr lang="fr-CA"/>
          </a:p>
        </p:txBody>
      </p:sp>
      <p:sp>
        <p:nvSpPr>
          <p:cNvPr id="6" name="Espace réservé du pied de page 5">
            <a:extLst>
              <a:ext uri="{FF2B5EF4-FFF2-40B4-BE49-F238E27FC236}">
                <a16:creationId xmlns:a16="http://schemas.microsoft.com/office/drawing/2014/main" id="{63C62A78-2144-201F-3B17-7C47A532F924}"/>
              </a:ext>
            </a:extLst>
          </p:cNvPr>
          <p:cNvSpPr>
            <a:spLocks noGrp="1"/>
          </p:cNvSpPr>
          <p:nvPr>
            <p:ph type="ftr" sz="quarter" idx="11"/>
          </p:nvPr>
        </p:nvSpPr>
        <p:spPr/>
        <p:txBody>
          <a:bodyPr/>
          <a:lstStyle/>
          <a:p>
            <a:endParaRPr lang="fr-CA"/>
          </a:p>
        </p:txBody>
      </p:sp>
      <p:sp>
        <p:nvSpPr>
          <p:cNvPr id="7" name="Espace réservé du numéro de diapositive 6">
            <a:extLst>
              <a:ext uri="{FF2B5EF4-FFF2-40B4-BE49-F238E27FC236}">
                <a16:creationId xmlns:a16="http://schemas.microsoft.com/office/drawing/2014/main" id="{AC472797-84B5-1BA4-D47E-63778C8F1A5D}"/>
              </a:ext>
            </a:extLst>
          </p:cNvPr>
          <p:cNvSpPr>
            <a:spLocks noGrp="1"/>
          </p:cNvSpPr>
          <p:nvPr>
            <p:ph type="sldNum" sz="quarter" idx="12"/>
          </p:nvPr>
        </p:nvSpPr>
        <p:spPr/>
        <p:txBody>
          <a:bodyPr/>
          <a:lstStyle/>
          <a:p>
            <a:fld id="{7D50D700-742D-4D6A-92DE-BFB3D3B6801D}" type="slidenum">
              <a:rPr lang="fr-CA" smtClean="0"/>
              <a:t>‹N°›</a:t>
            </a:fld>
            <a:endParaRPr lang="fr-CA"/>
          </a:p>
        </p:txBody>
      </p:sp>
    </p:spTree>
    <p:extLst>
      <p:ext uri="{BB962C8B-B14F-4D97-AF65-F5344CB8AC3E}">
        <p14:creationId xmlns:p14="http://schemas.microsoft.com/office/powerpoint/2010/main" val="241756834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re et texte vertical">
    <p:spTree>
      <p:nvGrpSpPr>
        <p:cNvPr id="1" name=""/>
        <p:cNvGrpSpPr/>
        <p:nvPr/>
      </p:nvGrpSpPr>
      <p:grpSpPr>
        <a:xfrm>
          <a:off x="0" y="0"/>
          <a:ext cx="0" cy="0"/>
          <a:chOff x="0" y="0"/>
          <a:chExt cx="0" cy="0"/>
        </a:xfrm>
      </p:grpSpPr>
      <p:sp>
        <p:nvSpPr>
          <p:cNvPr id="2" name="Titre 1">
            <a:extLst>
              <a:ext uri="{FF2B5EF4-FFF2-40B4-BE49-F238E27FC236}">
                <a16:creationId xmlns:a16="http://schemas.microsoft.com/office/drawing/2014/main" id="{88200B54-8DC3-5AF0-6698-A67906B8C679}"/>
              </a:ext>
            </a:extLst>
          </p:cNvPr>
          <p:cNvSpPr>
            <a:spLocks noGrp="1"/>
          </p:cNvSpPr>
          <p:nvPr>
            <p:ph type="title"/>
          </p:nvPr>
        </p:nvSpPr>
        <p:spPr/>
        <p:txBody>
          <a:bodyPr/>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9A9510FE-09BC-94BC-6D1A-12E046A01485}"/>
              </a:ext>
            </a:extLst>
          </p:cNvPr>
          <p:cNvSpPr>
            <a:spLocks noGrp="1"/>
          </p:cNvSpPr>
          <p:nvPr>
            <p:ph type="body" orient="vert" idx="1"/>
          </p:nvPr>
        </p:nvSpPr>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791F8838-5E9A-D191-5205-5DD5C9783D7A}"/>
              </a:ext>
            </a:extLst>
          </p:cNvPr>
          <p:cNvSpPr>
            <a:spLocks noGrp="1"/>
          </p:cNvSpPr>
          <p:nvPr>
            <p:ph type="dt" sz="half" idx="10"/>
          </p:nvPr>
        </p:nvSpPr>
        <p:spPr/>
        <p:txBody>
          <a:bodyPr/>
          <a:lstStyle/>
          <a:p>
            <a:fld id="{1573527D-8046-4131-A669-2F4DF7BBC222}" type="datetimeFigureOut">
              <a:rPr lang="fr-CA" smtClean="0"/>
              <a:t>2025-03-31</a:t>
            </a:fld>
            <a:endParaRPr lang="fr-CA"/>
          </a:p>
        </p:txBody>
      </p:sp>
      <p:sp>
        <p:nvSpPr>
          <p:cNvPr id="5" name="Espace réservé du pied de page 4">
            <a:extLst>
              <a:ext uri="{FF2B5EF4-FFF2-40B4-BE49-F238E27FC236}">
                <a16:creationId xmlns:a16="http://schemas.microsoft.com/office/drawing/2014/main" id="{3DC181E6-8614-E0BC-1BBB-A983D4309162}"/>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6238F640-7D49-34D1-A542-03BB994953E8}"/>
              </a:ext>
            </a:extLst>
          </p:cNvPr>
          <p:cNvSpPr>
            <a:spLocks noGrp="1"/>
          </p:cNvSpPr>
          <p:nvPr>
            <p:ph type="sldNum" sz="quarter" idx="12"/>
          </p:nvPr>
        </p:nvSpPr>
        <p:spPr/>
        <p:txBody>
          <a:bodyPr/>
          <a:lstStyle/>
          <a:p>
            <a:fld id="{7D50D700-742D-4D6A-92DE-BFB3D3B6801D}" type="slidenum">
              <a:rPr lang="fr-CA" smtClean="0"/>
              <a:t>‹N°›</a:t>
            </a:fld>
            <a:endParaRPr lang="fr-CA"/>
          </a:p>
        </p:txBody>
      </p:sp>
    </p:spTree>
    <p:extLst>
      <p:ext uri="{BB962C8B-B14F-4D97-AF65-F5344CB8AC3E}">
        <p14:creationId xmlns:p14="http://schemas.microsoft.com/office/powerpoint/2010/main" val="213864412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Titre vertical et texte">
    <p:spTree>
      <p:nvGrpSpPr>
        <p:cNvPr id="1" name=""/>
        <p:cNvGrpSpPr/>
        <p:nvPr/>
      </p:nvGrpSpPr>
      <p:grpSpPr>
        <a:xfrm>
          <a:off x="0" y="0"/>
          <a:ext cx="0" cy="0"/>
          <a:chOff x="0" y="0"/>
          <a:chExt cx="0" cy="0"/>
        </a:xfrm>
      </p:grpSpPr>
      <p:sp>
        <p:nvSpPr>
          <p:cNvPr id="2" name="Titre vertical 1">
            <a:extLst>
              <a:ext uri="{FF2B5EF4-FFF2-40B4-BE49-F238E27FC236}">
                <a16:creationId xmlns:a16="http://schemas.microsoft.com/office/drawing/2014/main" id="{361EC39B-B5B4-DD9B-FBF8-09F9B92643EE}"/>
              </a:ext>
            </a:extLst>
          </p:cNvPr>
          <p:cNvSpPr>
            <a:spLocks noGrp="1"/>
          </p:cNvSpPr>
          <p:nvPr>
            <p:ph type="title" orient="vert"/>
          </p:nvPr>
        </p:nvSpPr>
        <p:spPr>
          <a:xfrm>
            <a:off x="8724900" y="365125"/>
            <a:ext cx="2628900" cy="5811838"/>
          </a:xfrm>
        </p:spPr>
        <p:txBody>
          <a:bodyPr vert="eaVert"/>
          <a:lstStyle/>
          <a:p>
            <a:r>
              <a:rPr lang="fr-FR"/>
              <a:t>Modifiez le style du titre</a:t>
            </a:r>
            <a:endParaRPr lang="fr-CA"/>
          </a:p>
        </p:txBody>
      </p:sp>
      <p:sp>
        <p:nvSpPr>
          <p:cNvPr id="3" name="Espace réservé du texte vertical 2">
            <a:extLst>
              <a:ext uri="{FF2B5EF4-FFF2-40B4-BE49-F238E27FC236}">
                <a16:creationId xmlns:a16="http://schemas.microsoft.com/office/drawing/2014/main" id="{CF054709-8671-F1FD-D989-0F0AF2BF7414}"/>
              </a:ext>
            </a:extLst>
          </p:cNvPr>
          <p:cNvSpPr>
            <a:spLocks noGrp="1"/>
          </p:cNvSpPr>
          <p:nvPr>
            <p:ph type="body" orient="vert" idx="1"/>
          </p:nvPr>
        </p:nvSpPr>
        <p:spPr>
          <a:xfrm>
            <a:off x="838200" y="365125"/>
            <a:ext cx="7734300" cy="5811838"/>
          </a:xfrm>
        </p:spPr>
        <p:txBody>
          <a:bodyPr vert="eaVert"/>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996BB1DB-9506-233E-4C4B-187B166BB022}"/>
              </a:ext>
            </a:extLst>
          </p:cNvPr>
          <p:cNvSpPr>
            <a:spLocks noGrp="1"/>
          </p:cNvSpPr>
          <p:nvPr>
            <p:ph type="dt" sz="half" idx="10"/>
          </p:nvPr>
        </p:nvSpPr>
        <p:spPr/>
        <p:txBody>
          <a:bodyPr/>
          <a:lstStyle/>
          <a:p>
            <a:fld id="{1573527D-8046-4131-A669-2F4DF7BBC222}" type="datetimeFigureOut">
              <a:rPr lang="fr-CA" smtClean="0"/>
              <a:t>2025-03-31</a:t>
            </a:fld>
            <a:endParaRPr lang="fr-CA"/>
          </a:p>
        </p:txBody>
      </p:sp>
      <p:sp>
        <p:nvSpPr>
          <p:cNvPr id="5" name="Espace réservé du pied de page 4">
            <a:extLst>
              <a:ext uri="{FF2B5EF4-FFF2-40B4-BE49-F238E27FC236}">
                <a16:creationId xmlns:a16="http://schemas.microsoft.com/office/drawing/2014/main" id="{27E1B565-69F1-3446-6F56-9FC7DDBB4F20}"/>
              </a:ext>
            </a:extLst>
          </p:cNvPr>
          <p:cNvSpPr>
            <a:spLocks noGrp="1"/>
          </p:cNvSpPr>
          <p:nvPr>
            <p:ph type="ftr" sz="quarter" idx="11"/>
          </p:nvPr>
        </p:nvSpPr>
        <p:spPr/>
        <p:txBody>
          <a:bodyPr/>
          <a:lstStyle/>
          <a:p>
            <a:endParaRPr lang="fr-CA"/>
          </a:p>
        </p:txBody>
      </p:sp>
      <p:sp>
        <p:nvSpPr>
          <p:cNvPr id="6" name="Espace réservé du numéro de diapositive 5">
            <a:extLst>
              <a:ext uri="{FF2B5EF4-FFF2-40B4-BE49-F238E27FC236}">
                <a16:creationId xmlns:a16="http://schemas.microsoft.com/office/drawing/2014/main" id="{FBC2F7B9-614B-E30A-54E6-29E9D02D5049}"/>
              </a:ext>
            </a:extLst>
          </p:cNvPr>
          <p:cNvSpPr>
            <a:spLocks noGrp="1"/>
          </p:cNvSpPr>
          <p:nvPr>
            <p:ph type="sldNum" sz="quarter" idx="12"/>
          </p:nvPr>
        </p:nvSpPr>
        <p:spPr/>
        <p:txBody>
          <a:bodyPr/>
          <a:lstStyle/>
          <a:p>
            <a:fld id="{7D50D700-742D-4D6A-92DE-BFB3D3B6801D}" type="slidenum">
              <a:rPr lang="fr-CA" smtClean="0"/>
              <a:t>‹N°›</a:t>
            </a:fld>
            <a:endParaRPr lang="fr-CA"/>
          </a:p>
        </p:txBody>
      </p:sp>
    </p:spTree>
    <p:extLst>
      <p:ext uri="{BB962C8B-B14F-4D97-AF65-F5344CB8AC3E}">
        <p14:creationId xmlns:p14="http://schemas.microsoft.com/office/powerpoint/2010/main" val="2528682783"/>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cSld name="DEFAULT">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89343744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Espace réservé du titre 1">
            <a:extLst>
              <a:ext uri="{FF2B5EF4-FFF2-40B4-BE49-F238E27FC236}">
                <a16:creationId xmlns:a16="http://schemas.microsoft.com/office/drawing/2014/main" id="{7ED5E47F-D05A-4A8C-F476-745764F6533F}"/>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fr-FR"/>
              <a:t>Modifiez le style du titre</a:t>
            </a:r>
            <a:endParaRPr lang="fr-CA"/>
          </a:p>
        </p:txBody>
      </p:sp>
      <p:sp>
        <p:nvSpPr>
          <p:cNvPr id="3" name="Espace réservé du texte 2">
            <a:extLst>
              <a:ext uri="{FF2B5EF4-FFF2-40B4-BE49-F238E27FC236}">
                <a16:creationId xmlns:a16="http://schemas.microsoft.com/office/drawing/2014/main" id="{B36326CC-175E-68F8-433B-3241406B7980}"/>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fr-FR"/>
              <a:t>Cliquez pour modifier les styles du texte du masque</a:t>
            </a:r>
          </a:p>
          <a:p>
            <a:pPr lvl="1"/>
            <a:r>
              <a:rPr lang="fr-FR"/>
              <a:t>Deuxième niveau</a:t>
            </a:r>
          </a:p>
          <a:p>
            <a:pPr lvl="2"/>
            <a:r>
              <a:rPr lang="fr-FR"/>
              <a:t>Troisième niveau</a:t>
            </a:r>
          </a:p>
          <a:p>
            <a:pPr lvl="3"/>
            <a:r>
              <a:rPr lang="fr-FR"/>
              <a:t>Quatrième niveau</a:t>
            </a:r>
          </a:p>
          <a:p>
            <a:pPr lvl="4"/>
            <a:r>
              <a:rPr lang="fr-FR"/>
              <a:t>Cinquième niveau</a:t>
            </a:r>
            <a:endParaRPr lang="fr-CA"/>
          </a:p>
        </p:txBody>
      </p:sp>
      <p:sp>
        <p:nvSpPr>
          <p:cNvPr id="4" name="Espace réservé de la date 3">
            <a:extLst>
              <a:ext uri="{FF2B5EF4-FFF2-40B4-BE49-F238E27FC236}">
                <a16:creationId xmlns:a16="http://schemas.microsoft.com/office/drawing/2014/main" id="{B7D10E54-E8E7-9879-11AA-DE92A3D1F9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1573527D-8046-4131-A669-2F4DF7BBC222}" type="datetimeFigureOut">
              <a:rPr lang="fr-CA" smtClean="0"/>
              <a:t>2025-03-31</a:t>
            </a:fld>
            <a:endParaRPr lang="fr-CA"/>
          </a:p>
        </p:txBody>
      </p:sp>
      <p:sp>
        <p:nvSpPr>
          <p:cNvPr id="5" name="Espace réservé du pied de page 4">
            <a:extLst>
              <a:ext uri="{FF2B5EF4-FFF2-40B4-BE49-F238E27FC236}">
                <a16:creationId xmlns:a16="http://schemas.microsoft.com/office/drawing/2014/main" id="{496FC1B1-7D30-2BD3-BE11-2B2C892A7ED6}"/>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lang="fr-CA"/>
          </a:p>
        </p:txBody>
      </p:sp>
      <p:sp>
        <p:nvSpPr>
          <p:cNvPr id="6" name="Espace réservé du numéro de diapositive 5">
            <a:extLst>
              <a:ext uri="{FF2B5EF4-FFF2-40B4-BE49-F238E27FC236}">
                <a16:creationId xmlns:a16="http://schemas.microsoft.com/office/drawing/2014/main" id="{60D11F9A-75C2-55F9-7820-613DF55DD859}"/>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7D50D700-742D-4D6A-92DE-BFB3D3B6801D}" type="slidenum">
              <a:rPr lang="fr-CA" smtClean="0"/>
              <a:t>‹N°›</a:t>
            </a:fld>
            <a:endParaRPr lang="fr-CA"/>
          </a:p>
        </p:txBody>
      </p:sp>
    </p:spTree>
    <p:extLst>
      <p:ext uri="{BB962C8B-B14F-4D97-AF65-F5344CB8AC3E}">
        <p14:creationId xmlns:p14="http://schemas.microsoft.com/office/powerpoint/2010/main" val="2395835187"/>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fr-FR"/>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0.svg"/><Relationship Id="rId3" Type="http://schemas.openxmlformats.org/officeDocument/2006/relationships/image" Target="../media/image2.png"/><Relationship Id="rId7" Type="http://schemas.openxmlformats.org/officeDocument/2006/relationships/image" Target="../media/image5.svg"/><Relationship Id="rId12"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1.xml"/><Relationship Id="rId6" Type="http://schemas.openxmlformats.org/officeDocument/2006/relationships/image" Target="../media/image4.png"/><Relationship Id="rId11" Type="http://schemas.microsoft.com/office/2007/relationships/hdphoto" Target="../media/hdphoto2.wdp"/><Relationship Id="rId5" Type="http://schemas.openxmlformats.org/officeDocument/2006/relationships/image" Target="../media/image3.png"/><Relationship Id="rId10" Type="http://schemas.openxmlformats.org/officeDocument/2006/relationships/image" Target="../media/image8.png"/><Relationship Id="rId4" Type="http://schemas.microsoft.com/office/2007/relationships/hdphoto" Target="../media/hdphoto1.wdp"/><Relationship Id="rId9" Type="http://schemas.openxmlformats.org/officeDocument/2006/relationships/image" Target="../media/image7.svg"/></Relationships>
</file>

<file path=ppt/slides/_rels/slide2.xml.rels><?xml version="1.0" encoding="UTF-8" standalone="yes"?>
<Relationships xmlns="http://schemas.openxmlformats.org/package/2006/relationships"><Relationship Id="rId3" Type="http://schemas.openxmlformats.org/officeDocument/2006/relationships/image" Target="../media/image11.png"/><Relationship Id="rId2" Type="http://schemas.openxmlformats.org/officeDocument/2006/relationships/notesSlide" Target="../notesSlides/notesSlide1.xml"/><Relationship Id="rId1" Type="http://schemas.openxmlformats.org/officeDocument/2006/relationships/slideLayout" Target="../slideLayouts/slideLayout12.xml"/><Relationship Id="rId5" Type="http://schemas.openxmlformats.org/officeDocument/2006/relationships/image" Target="../media/image12.png"/><Relationship Id="rId4" Type="http://schemas.openxmlformats.org/officeDocument/2006/relationships/image" Target="../media/image1.png"/></Relationships>
</file>

<file path=ppt/slides/_rels/slide3.xml.rels><?xml version="1.0" encoding="UTF-8" standalone="yes"?>
<Relationships xmlns="http://schemas.openxmlformats.org/package/2006/relationships"><Relationship Id="rId3" Type="http://schemas.openxmlformats.org/officeDocument/2006/relationships/image" Target="../media/image13.jpeg"/><Relationship Id="rId2" Type="http://schemas.openxmlformats.org/officeDocument/2006/relationships/notesSlide" Target="../notesSlides/notesSlide2.xml"/><Relationship Id="rId1" Type="http://schemas.openxmlformats.org/officeDocument/2006/relationships/slideLayout" Target="../slideLayouts/slideLayout5.xml"/><Relationship Id="rId4" Type="http://schemas.openxmlformats.org/officeDocument/2006/relationships/image" Target="../media/image14.png"/></Relationships>
</file>

<file path=ppt/slides/_rels/slide4.xml.rels><?xml version="1.0" encoding="UTF-8" standalone="yes"?>
<Relationships xmlns="http://schemas.openxmlformats.org/package/2006/relationships"><Relationship Id="rId3" Type="http://schemas.openxmlformats.org/officeDocument/2006/relationships/image" Target="../media/image14.png"/><Relationship Id="rId2" Type="http://schemas.openxmlformats.org/officeDocument/2006/relationships/notesSlide" Target="../notesSlides/notesSlide3.xml"/><Relationship Id="rId1" Type="http://schemas.openxmlformats.org/officeDocument/2006/relationships/slideLayout" Target="../slideLayouts/slideLayout5.xml"/><Relationship Id="rId4" Type="http://schemas.openxmlformats.org/officeDocument/2006/relationships/image" Target="../media/image15.png"/></Relationships>
</file>

<file path=ppt/slides/_rels/slide5.xml.rels><?xml version="1.0" encoding="UTF-8" standalone="yes"?>
<Relationships xmlns="http://schemas.openxmlformats.org/package/2006/relationships"><Relationship Id="rId3" Type="http://schemas.openxmlformats.org/officeDocument/2006/relationships/image" Target="../media/image15.png"/><Relationship Id="rId7" Type="http://schemas.openxmlformats.org/officeDocument/2006/relationships/image" Target="../media/image18.png"/><Relationship Id="rId2" Type="http://schemas.openxmlformats.org/officeDocument/2006/relationships/notesSlide" Target="../notesSlides/notesSlide4.xml"/><Relationship Id="rId1" Type="http://schemas.openxmlformats.org/officeDocument/2006/relationships/slideLayout" Target="../slideLayouts/slideLayout5.xml"/><Relationship Id="rId6" Type="http://schemas.openxmlformats.org/officeDocument/2006/relationships/image" Target="../media/image17.png"/><Relationship Id="rId5" Type="http://schemas.openxmlformats.org/officeDocument/2006/relationships/image" Target="../media/image16.png"/><Relationship Id="rId4" Type="http://schemas.openxmlformats.org/officeDocument/2006/relationships/image" Target="../media/image11.png"/></Relationships>
</file>

<file path=ppt/slides/_rels/slide6.xml.rels><?xml version="1.0" encoding="UTF-8" standalone="yes"?>
<Relationships xmlns="http://schemas.openxmlformats.org/package/2006/relationships"><Relationship Id="rId8" Type="http://schemas.openxmlformats.org/officeDocument/2006/relationships/image" Target="../media/image22.png"/><Relationship Id="rId3" Type="http://schemas.openxmlformats.org/officeDocument/2006/relationships/image" Target="../media/image19.png"/><Relationship Id="rId7" Type="http://schemas.openxmlformats.org/officeDocument/2006/relationships/image" Target="../media/image17.png"/><Relationship Id="rId2" Type="http://schemas.openxmlformats.org/officeDocument/2006/relationships/notesSlide" Target="../notesSlides/notesSlide5.xml"/><Relationship Id="rId1" Type="http://schemas.openxmlformats.org/officeDocument/2006/relationships/slideLayout" Target="../slideLayouts/slideLayout12.xml"/><Relationship Id="rId6" Type="http://schemas.openxmlformats.org/officeDocument/2006/relationships/image" Target="../media/image16.png"/><Relationship Id="rId5" Type="http://schemas.openxmlformats.org/officeDocument/2006/relationships/image" Target="../media/image21.png"/><Relationship Id="rId4" Type="http://schemas.openxmlformats.org/officeDocument/2006/relationships/image" Target="../media/image20.png"/><Relationship Id="rId9" Type="http://schemas.openxmlformats.org/officeDocument/2006/relationships/image" Target="../media/image23.png"/></Relationships>
</file>

<file path=ppt/slides/_rels/slide7.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2.png"/><Relationship Id="rId18" Type="http://schemas.openxmlformats.org/officeDocument/2006/relationships/image" Target="../media/image26.png"/><Relationship Id="rId3" Type="http://schemas.openxmlformats.org/officeDocument/2006/relationships/image" Target="../media/image1.png"/><Relationship Id="rId21" Type="http://schemas.openxmlformats.org/officeDocument/2006/relationships/image" Target="../media/image21.png"/><Relationship Id="rId7" Type="http://schemas.openxmlformats.org/officeDocument/2006/relationships/image" Target="../media/image7.svg"/><Relationship Id="rId12" Type="http://schemas.openxmlformats.org/officeDocument/2006/relationships/image" Target="../media/image3.png"/><Relationship Id="rId17" Type="http://schemas.openxmlformats.org/officeDocument/2006/relationships/image" Target="../media/image12.png"/><Relationship Id="rId25" Type="http://schemas.openxmlformats.org/officeDocument/2006/relationships/image" Target="../media/image23.png"/><Relationship Id="rId2" Type="http://schemas.openxmlformats.org/officeDocument/2006/relationships/notesSlide" Target="../notesSlides/notesSlide6.xml"/><Relationship Id="rId16" Type="http://schemas.openxmlformats.org/officeDocument/2006/relationships/image" Target="../media/image25.svg"/><Relationship Id="rId20" Type="http://schemas.openxmlformats.org/officeDocument/2006/relationships/image" Target="../media/image20.png"/><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0.svg"/><Relationship Id="rId24" Type="http://schemas.openxmlformats.org/officeDocument/2006/relationships/image" Target="../media/image22.png"/><Relationship Id="rId5" Type="http://schemas.openxmlformats.org/officeDocument/2006/relationships/image" Target="../media/image5.svg"/><Relationship Id="rId15" Type="http://schemas.openxmlformats.org/officeDocument/2006/relationships/image" Target="../media/image24.png"/><Relationship Id="rId23" Type="http://schemas.openxmlformats.org/officeDocument/2006/relationships/image" Target="../media/image17.png"/><Relationship Id="rId10" Type="http://schemas.openxmlformats.org/officeDocument/2006/relationships/image" Target="../media/image9.png"/><Relationship Id="rId19" Type="http://schemas.openxmlformats.org/officeDocument/2006/relationships/image" Target="../media/image19.png"/><Relationship Id="rId4" Type="http://schemas.openxmlformats.org/officeDocument/2006/relationships/image" Target="../media/image4.png"/><Relationship Id="rId9" Type="http://schemas.microsoft.com/office/2007/relationships/hdphoto" Target="../media/hdphoto2.wdp"/><Relationship Id="rId14" Type="http://schemas.microsoft.com/office/2007/relationships/hdphoto" Target="../media/hdphoto1.wdp"/><Relationship Id="rId22" Type="http://schemas.openxmlformats.org/officeDocument/2006/relationships/image" Target="../media/image16.png"/></Relationships>
</file>

<file path=ppt/slides/_rels/slide8.xml.rels><?xml version="1.0" encoding="UTF-8" standalone="yes"?>
<Relationships xmlns="http://schemas.openxmlformats.org/package/2006/relationships"><Relationship Id="rId8" Type="http://schemas.openxmlformats.org/officeDocument/2006/relationships/image" Target="../media/image8.png"/><Relationship Id="rId13" Type="http://schemas.openxmlformats.org/officeDocument/2006/relationships/image" Target="../media/image2.png"/><Relationship Id="rId18" Type="http://schemas.openxmlformats.org/officeDocument/2006/relationships/image" Target="../media/image26.png"/><Relationship Id="rId3" Type="http://schemas.openxmlformats.org/officeDocument/2006/relationships/image" Target="../media/image1.png"/><Relationship Id="rId7" Type="http://schemas.openxmlformats.org/officeDocument/2006/relationships/image" Target="../media/image7.svg"/><Relationship Id="rId12" Type="http://schemas.openxmlformats.org/officeDocument/2006/relationships/image" Target="../media/image3.png"/><Relationship Id="rId17" Type="http://schemas.openxmlformats.org/officeDocument/2006/relationships/image" Target="../media/image12.png"/><Relationship Id="rId2" Type="http://schemas.openxmlformats.org/officeDocument/2006/relationships/notesSlide" Target="../notesSlides/notesSlide7.xml"/><Relationship Id="rId16" Type="http://schemas.openxmlformats.org/officeDocument/2006/relationships/image" Target="../media/image25.svg"/><Relationship Id="rId1" Type="http://schemas.openxmlformats.org/officeDocument/2006/relationships/slideLayout" Target="../slideLayouts/slideLayout12.xml"/><Relationship Id="rId6" Type="http://schemas.openxmlformats.org/officeDocument/2006/relationships/image" Target="../media/image6.png"/><Relationship Id="rId11" Type="http://schemas.openxmlformats.org/officeDocument/2006/relationships/image" Target="../media/image10.svg"/><Relationship Id="rId5" Type="http://schemas.openxmlformats.org/officeDocument/2006/relationships/image" Target="../media/image5.svg"/><Relationship Id="rId15" Type="http://schemas.openxmlformats.org/officeDocument/2006/relationships/image" Target="../media/image24.png"/><Relationship Id="rId10" Type="http://schemas.openxmlformats.org/officeDocument/2006/relationships/image" Target="../media/image9.png"/><Relationship Id="rId4" Type="http://schemas.openxmlformats.org/officeDocument/2006/relationships/image" Target="../media/image4.png"/><Relationship Id="rId9" Type="http://schemas.microsoft.com/office/2007/relationships/hdphoto" Target="../media/hdphoto2.wdp"/><Relationship Id="rId14" Type="http://schemas.microsoft.com/office/2007/relationships/hdphoto" Target="../media/hdphoto1.wdp"/></Relationships>
</file>

<file path=ppt/slides/_rels/slide9.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12.xml"/></Relationships>
</file>

<file path=ppt/slides/_rels/slide10.xml.rels><?xml version="1.0" encoding="UTF-8" standalone="yes"?>
<Relationships xmlns="http://schemas.openxmlformats.org/package/2006/relationships"><Relationship Id="rId3" Type="http://schemas.openxmlformats.org/officeDocument/2006/relationships/image" Target="../media/image28.png"/><Relationship Id="rId7" Type="http://schemas.openxmlformats.org/officeDocument/2006/relationships/image" Target="../media/image32.png"/><Relationship Id="rId2" Type="http://schemas.openxmlformats.org/officeDocument/2006/relationships/image" Target="../media/image27.png"/><Relationship Id="rId1" Type="http://schemas.openxmlformats.org/officeDocument/2006/relationships/slideLayout" Target="../slideLayouts/slideLayout12.xml"/><Relationship Id="rId6" Type="http://schemas.openxmlformats.org/officeDocument/2006/relationships/image" Target="../media/image31.png"/><Relationship Id="rId5" Type="http://schemas.openxmlformats.org/officeDocument/2006/relationships/image" Target="../media/image30.png"/><Relationship Id="rId4" Type="http://schemas.openxmlformats.org/officeDocument/2006/relationships/image" Target="../media/image29.png"/></Relationships>
</file>

<file path=ppt/slides/_rels/slide11.xml.rels><?xml version="1.0" encoding="UTF-8" standalone="yes"?>
<Relationships xmlns="http://schemas.openxmlformats.org/package/2006/relationships"><Relationship Id="rId3" Type="http://schemas.openxmlformats.org/officeDocument/2006/relationships/image" Target="../media/image29.png"/><Relationship Id="rId2" Type="http://schemas.openxmlformats.org/officeDocument/2006/relationships/image" Target="../media/image28.png"/><Relationship Id="rId1" Type="http://schemas.openxmlformats.org/officeDocument/2006/relationships/slideLayout" Target="../slideLayouts/slideLayout12.xml"/><Relationship Id="rId5" Type="http://schemas.openxmlformats.org/officeDocument/2006/relationships/image" Target="../media/image31.png"/><Relationship Id="rId4" Type="http://schemas.openxmlformats.org/officeDocument/2006/relationships/image" Target="../media/image30.png"/></Relationships>
</file>

<file path=ppt/slides/_rels/slide12.xml.rels><?xml version="1.0" encoding="UTF-8" standalone="yes"?>
<Relationships xmlns="http://schemas.openxmlformats.org/package/2006/relationships"><Relationship Id="rId8" Type="http://schemas.openxmlformats.org/officeDocument/2006/relationships/image" Target="../media/image6.png"/><Relationship Id="rId13" Type="http://schemas.openxmlformats.org/officeDocument/2006/relationships/image" Target="../media/image10.svg"/><Relationship Id="rId3" Type="http://schemas.openxmlformats.org/officeDocument/2006/relationships/image" Target="../media/image2.png"/><Relationship Id="rId7" Type="http://schemas.openxmlformats.org/officeDocument/2006/relationships/image" Target="../media/image5.svg"/><Relationship Id="rId12" Type="http://schemas.openxmlformats.org/officeDocument/2006/relationships/image" Target="../media/image9.png"/><Relationship Id="rId2" Type="http://schemas.openxmlformats.org/officeDocument/2006/relationships/image" Target="../media/image1.png"/><Relationship Id="rId1" Type="http://schemas.openxmlformats.org/officeDocument/2006/relationships/slideLayout" Target="../slideLayouts/slideLayout2.xml"/><Relationship Id="rId6" Type="http://schemas.openxmlformats.org/officeDocument/2006/relationships/image" Target="../media/image4.png"/><Relationship Id="rId11" Type="http://schemas.microsoft.com/office/2007/relationships/hdphoto" Target="../media/hdphoto2.wdp"/><Relationship Id="rId5" Type="http://schemas.openxmlformats.org/officeDocument/2006/relationships/image" Target="../media/image3.png"/><Relationship Id="rId10" Type="http://schemas.openxmlformats.org/officeDocument/2006/relationships/image" Target="../media/image8.png"/><Relationship Id="rId4" Type="http://schemas.microsoft.com/office/2007/relationships/hdphoto" Target="../media/hdphoto1.wdp"/><Relationship Id="rId9" Type="http://schemas.openxmlformats.org/officeDocument/2006/relationships/image" Target="../media/image7.svg"/></Relationships>
</file>

<file path=ppt/slides/_rels/slide13.xml.rels><?xml version="1.0" encoding="UTF-8" standalone="yes"?>
<Relationships xmlns="http://schemas.openxmlformats.org/package/2006/relationships"><Relationship Id="rId8" Type="http://schemas.openxmlformats.org/officeDocument/2006/relationships/image" Target="../media/image34.svg"/><Relationship Id="rId3" Type="http://schemas.openxmlformats.org/officeDocument/2006/relationships/image" Target="../media/image24.png"/><Relationship Id="rId7" Type="http://schemas.openxmlformats.org/officeDocument/2006/relationships/image" Target="../media/image33.png"/><Relationship Id="rId2" Type="http://schemas.openxmlformats.org/officeDocument/2006/relationships/notesSlide" Target="../notesSlides/notesSlide8.xml"/><Relationship Id="rId1" Type="http://schemas.openxmlformats.org/officeDocument/2006/relationships/slideLayout" Target="../slideLayouts/slideLayout2.xml"/><Relationship Id="rId6" Type="http://schemas.microsoft.com/office/2007/relationships/hdphoto" Target="../media/hdphoto1.wdp"/><Relationship Id="rId5" Type="http://schemas.openxmlformats.org/officeDocument/2006/relationships/image" Target="../media/image2.png"/><Relationship Id="rId4" Type="http://schemas.openxmlformats.org/officeDocument/2006/relationships/image" Target="../media/image25.svg"/></Relationships>
</file>

<file path=ppt/slides/_rels/slide14.xml.rels><?xml version="1.0" encoding="UTF-8" standalone="yes"?>
<Relationships xmlns="http://schemas.openxmlformats.org/package/2006/relationships"><Relationship Id="rId8" Type="http://schemas.openxmlformats.org/officeDocument/2006/relationships/image" Target="../media/image24.png"/><Relationship Id="rId3" Type="http://schemas.openxmlformats.org/officeDocument/2006/relationships/image" Target="../media/image4.png"/><Relationship Id="rId7" Type="http://schemas.openxmlformats.org/officeDocument/2006/relationships/image" Target="../media/image3.png"/><Relationship Id="rId2" Type="http://schemas.openxmlformats.org/officeDocument/2006/relationships/notesSlide" Target="../notesSlides/notesSlide9.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8.png"/><Relationship Id="rId4" Type="http://schemas.openxmlformats.org/officeDocument/2006/relationships/image" Target="../media/image5.svg"/><Relationship Id="rId9" Type="http://schemas.openxmlformats.org/officeDocument/2006/relationships/image" Target="../media/image25.svg"/></Relationships>
</file>

<file path=ppt/slides/_rels/slide15.xml.rels><?xml version="1.0" encoding="UTF-8" standalone="yes"?>
<Relationships xmlns="http://schemas.openxmlformats.org/package/2006/relationships"><Relationship Id="rId8" Type="http://schemas.microsoft.com/office/2007/relationships/hdphoto" Target="../media/hdphoto2.wdp"/><Relationship Id="rId3" Type="http://schemas.openxmlformats.org/officeDocument/2006/relationships/image" Target="../media/image4.png"/><Relationship Id="rId7" Type="http://schemas.openxmlformats.org/officeDocument/2006/relationships/image" Target="../media/image8.png"/><Relationship Id="rId2" Type="http://schemas.openxmlformats.org/officeDocument/2006/relationships/notesSlide" Target="../notesSlides/notesSlide10.xml"/><Relationship Id="rId1" Type="http://schemas.openxmlformats.org/officeDocument/2006/relationships/slideLayout" Target="../slideLayouts/slideLayout2.xml"/><Relationship Id="rId6" Type="http://schemas.openxmlformats.org/officeDocument/2006/relationships/image" Target="../media/image25.svg"/><Relationship Id="rId5" Type="http://schemas.openxmlformats.org/officeDocument/2006/relationships/image" Target="../media/image24.png"/><Relationship Id="rId4" Type="http://schemas.openxmlformats.org/officeDocument/2006/relationships/image" Target="../media/image5.svg"/></Relationships>
</file>

<file path=ppt/slides/_rels/slide16.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notesSlide" Target="../notesSlides/notesSlide11.xml"/><Relationship Id="rId1" Type="http://schemas.openxmlformats.org/officeDocument/2006/relationships/slideLayout" Target="../slideLayouts/slideLayout2.xml"/><Relationship Id="rId6" Type="http://schemas.openxmlformats.org/officeDocument/2006/relationships/image" Target="../media/image25.svg"/><Relationship Id="rId5" Type="http://schemas.openxmlformats.org/officeDocument/2006/relationships/image" Target="../media/image24.png"/><Relationship Id="rId4" Type="http://schemas.microsoft.com/office/2007/relationships/hdphoto" Target="../media/hdphoto2.wdp"/></Relationships>
</file>

<file path=ppt/slides/_rels/slide17.xml.rels><?xml version="1.0" encoding="UTF-8" standalone="yes"?>
<Relationships xmlns="http://schemas.openxmlformats.org/package/2006/relationships"><Relationship Id="rId8" Type="http://schemas.openxmlformats.org/officeDocument/2006/relationships/image" Target="../media/image10.svg"/><Relationship Id="rId3" Type="http://schemas.openxmlformats.org/officeDocument/2006/relationships/image" Target="../media/image24.png"/><Relationship Id="rId7" Type="http://schemas.openxmlformats.org/officeDocument/2006/relationships/image" Target="../media/image9.png"/><Relationship Id="rId2" Type="http://schemas.openxmlformats.org/officeDocument/2006/relationships/notesSlide" Target="../notesSlides/notesSlide12.xml"/><Relationship Id="rId1" Type="http://schemas.openxmlformats.org/officeDocument/2006/relationships/slideLayout" Target="../slideLayouts/slideLayout2.xml"/><Relationship Id="rId6" Type="http://schemas.microsoft.com/office/2007/relationships/hdphoto" Target="../media/hdphoto2.wdp"/><Relationship Id="rId5" Type="http://schemas.openxmlformats.org/officeDocument/2006/relationships/image" Target="../media/image8.png"/><Relationship Id="rId10" Type="http://schemas.openxmlformats.org/officeDocument/2006/relationships/image" Target="../media/image7.svg"/><Relationship Id="rId4" Type="http://schemas.openxmlformats.org/officeDocument/2006/relationships/image" Target="../media/image25.svg"/><Relationship Id="rId9" Type="http://schemas.openxmlformats.org/officeDocument/2006/relationships/image" Target="../media/image6.png"/></Relationships>
</file>

<file path=ppt/slides/_rels/slide18.xml.rels><?xml version="1.0" encoding="UTF-8" standalone="yes"?>
<Relationships xmlns="http://schemas.openxmlformats.org/package/2006/relationships"><Relationship Id="rId8" Type="http://schemas.openxmlformats.org/officeDocument/2006/relationships/image" Target="../media/image25.svg"/><Relationship Id="rId3" Type="http://schemas.openxmlformats.org/officeDocument/2006/relationships/image" Target="../media/image2.png"/><Relationship Id="rId7" Type="http://schemas.openxmlformats.org/officeDocument/2006/relationships/image" Target="../media/image24.png"/><Relationship Id="rId2" Type="http://schemas.openxmlformats.org/officeDocument/2006/relationships/notesSlide" Target="../notesSlides/notesSlide13.xml"/><Relationship Id="rId1" Type="http://schemas.openxmlformats.org/officeDocument/2006/relationships/slideLayout" Target="../slideLayouts/slideLayout2.xml"/><Relationship Id="rId6" Type="http://schemas.openxmlformats.org/officeDocument/2006/relationships/image" Target="../media/image5.svg"/><Relationship Id="rId5" Type="http://schemas.openxmlformats.org/officeDocument/2006/relationships/image" Target="../media/image4.png"/><Relationship Id="rId10" Type="http://schemas.microsoft.com/office/2007/relationships/hdphoto" Target="../media/hdphoto2.wdp"/><Relationship Id="rId4" Type="http://schemas.microsoft.com/office/2007/relationships/hdphoto" Target="../media/hdphoto1.wdp"/><Relationship Id="rId9" Type="http://schemas.openxmlformats.org/officeDocument/2006/relationships/image" Target="../media/image8.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Rectangle 3">
            <a:extLst>
              <a:ext uri="{FF2B5EF4-FFF2-40B4-BE49-F238E27FC236}">
                <a16:creationId xmlns:a16="http://schemas.microsoft.com/office/drawing/2014/main" id="{8FBAF9C2-9649-E459-3F60-8F9332B4C97A}"/>
              </a:ext>
            </a:extLst>
          </p:cNvPr>
          <p:cNvSpPr/>
          <p:nvPr/>
        </p:nvSpPr>
        <p:spPr>
          <a:xfrm>
            <a:off x="2825561" y="462736"/>
            <a:ext cx="831725" cy="1134119"/>
          </a:xfrm>
          <a:prstGeom prst="rect">
            <a:avLst/>
          </a:prstGeom>
          <a:solidFill>
            <a:schemeClr val="accent6">
              <a:lumMod val="20000"/>
              <a:lumOff val="80000"/>
            </a:schemeClr>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5" name="ZoneTexte 4">
            <a:extLst>
              <a:ext uri="{FF2B5EF4-FFF2-40B4-BE49-F238E27FC236}">
                <a16:creationId xmlns:a16="http://schemas.microsoft.com/office/drawing/2014/main" id="{CD144DB6-9291-4F83-CE4C-5B3F0EAF24DC}"/>
              </a:ext>
            </a:extLst>
          </p:cNvPr>
          <p:cNvSpPr txBox="1"/>
          <p:nvPr/>
        </p:nvSpPr>
        <p:spPr>
          <a:xfrm>
            <a:off x="2455884" y="96317"/>
            <a:ext cx="2143125" cy="369332"/>
          </a:xfrm>
          <a:prstGeom prst="rect">
            <a:avLst/>
          </a:prstGeom>
          <a:noFill/>
        </p:spPr>
        <p:txBody>
          <a:bodyPr wrap="square" rtlCol="0">
            <a:spAutoFit/>
          </a:bodyPr>
          <a:lstStyle/>
          <a:p>
            <a:r>
              <a:rPr lang="fr-CA" dirty="0" err="1"/>
              <a:t>mod_upload</a:t>
            </a:r>
            <a:endParaRPr lang="fr-CA" dirty="0"/>
          </a:p>
        </p:txBody>
      </p:sp>
      <p:grpSp>
        <p:nvGrpSpPr>
          <p:cNvPr id="6" name="Groupe 5">
            <a:extLst>
              <a:ext uri="{FF2B5EF4-FFF2-40B4-BE49-F238E27FC236}">
                <a16:creationId xmlns:a16="http://schemas.microsoft.com/office/drawing/2014/main" id="{3E176D3D-A66C-2493-D2B1-733AAE64EA6E}"/>
              </a:ext>
            </a:extLst>
          </p:cNvPr>
          <p:cNvGrpSpPr/>
          <p:nvPr/>
        </p:nvGrpSpPr>
        <p:grpSpPr>
          <a:xfrm>
            <a:off x="299550" y="929294"/>
            <a:ext cx="1297136" cy="570092"/>
            <a:chOff x="4083907" y="1248464"/>
            <a:chExt cx="1297136" cy="570092"/>
          </a:xfrm>
        </p:grpSpPr>
        <p:sp>
          <p:nvSpPr>
            <p:cNvPr id="7" name="Rectangle: Rounded Corners 292">
              <a:extLst>
                <a:ext uri="{FF2B5EF4-FFF2-40B4-BE49-F238E27FC236}">
                  <a16:creationId xmlns:a16="http://schemas.microsoft.com/office/drawing/2014/main" id="{992BC972-5420-373B-E73E-08C27B5E0460}"/>
                </a:ext>
              </a:extLst>
            </p:cNvPr>
            <p:cNvSpPr/>
            <p:nvPr/>
          </p:nvSpPr>
          <p:spPr>
            <a:xfrm>
              <a:off x="4083907" y="1248464"/>
              <a:ext cx="1297136" cy="570091"/>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nvGrpSpPr>
            <p:cNvPr id="8" name="Groupe 7">
              <a:extLst>
                <a:ext uri="{FF2B5EF4-FFF2-40B4-BE49-F238E27FC236}">
                  <a16:creationId xmlns:a16="http://schemas.microsoft.com/office/drawing/2014/main" id="{0C2821A5-7898-E37E-BFBB-623875FC9066}"/>
                </a:ext>
              </a:extLst>
            </p:cNvPr>
            <p:cNvGrpSpPr/>
            <p:nvPr/>
          </p:nvGrpSpPr>
          <p:grpSpPr>
            <a:xfrm>
              <a:off x="4152592" y="1264558"/>
              <a:ext cx="1228451" cy="553998"/>
              <a:chOff x="742629" y="4849342"/>
              <a:chExt cx="1197780" cy="553998"/>
            </a:xfrm>
          </p:grpSpPr>
          <p:pic>
            <p:nvPicPr>
              <p:cNvPr id="9" name="Image 8">
                <a:extLst>
                  <a:ext uri="{FF2B5EF4-FFF2-40B4-BE49-F238E27FC236}">
                    <a16:creationId xmlns:a16="http://schemas.microsoft.com/office/drawing/2014/main" id="{89AEF511-CF30-1B03-9CD3-93671DDD9214}"/>
                  </a:ext>
                </a:extLst>
              </p:cNvPr>
              <p:cNvPicPr>
                <a:picLocks noChangeAspect="1"/>
              </p:cNvPicPr>
              <p:nvPr/>
            </p:nvPicPr>
            <p:blipFill>
              <a:blip r:embed="rId2"/>
              <a:srcRect l="32281" t="21446" r="38245" b="22906"/>
              <a:stretch/>
            </p:blipFill>
            <p:spPr>
              <a:xfrm>
                <a:off x="742629" y="4884432"/>
                <a:ext cx="287206" cy="304309"/>
              </a:xfrm>
              <a:prstGeom prst="rect">
                <a:avLst/>
              </a:prstGeom>
            </p:spPr>
          </p:pic>
          <p:sp>
            <p:nvSpPr>
              <p:cNvPr id="10" name="TextBox 132">
                <a:extLst>
                  <a:ext uri="{FF2B5EF4-FFF2-40B4-BE49-F238E27FC236}">
                    <a16:creationId xmlns:a16="http://schemas.microsoft.com/office/drawing/2014/main" id="{97E2E177-6D5D-A9B5-C2E1-B9BE7979CA06}"/>
                  </a:ext>
                </a:extLst>
              </p:cNvPr>
              <p:cNvSpPr txBox="1"/>
              <p:nvPr/>
            </p:nvSpPr>
            <p:spPr>
              <a:xfrm>
                <a:off x="990025" y="4849342"/>
                <a:ext cx="950384" cy="553998"/>
              </a:xfrm>
              <a:prstGeom prst="rect">
                <a:avLst/>
              </a:prstGeom>
              <a:noFill/>
            </p:spPr>
            <p:txBody>
              <a:bodyPr wrap="square" rtlCol="0">
                <a:spAutoFit/>
              </a:bodyPr>
              <a:lstStyle/>
              <a:p>
                <a:r>
                  <a:rPr lang="pt-BR" sz="1000" dirty="0"/>
                  <a:t>Extract IFA_R04_AquaPop.xlsx</a:t>
                </a:r>
                <a:endParaRPr lang="fr-CA" sz="1000" dirty="0"/>
              </a:p>
            </p:txBody>
          </p:sp>
        </p:grpSp>
      </p:grpSp>
      <p:cxnSp>
        <p:nvCxnSpPr>
          <p:cNvPr id="11" name="Straight Arrow Connector 268">
            <a:extLst>
              <a:ext uri="{FF2B5EF4-FFF2-40B4-BE49-F238E27FC236}">
                <a16:creationId xmlns:a16="http://schemas.microsoft.com/office/drawing/2014/main" id="{B2B4982D-2461-457A-8A2C-B2EE918278A1}"/>
              </a:ext>
            </a:extLst>
          </p:cNvPr>
          <p:cNvCxnSpPr>
            <a:cxnSpLocks/>
            <a:stCxn id="7" idx="3"/>
            <a:endCxn id="13" idx="1"/>
          </p:cNvCxnSpPr>
          <p:nvPr/>
        </p:nvCxnSpPr>
        <p:spPr>
          <a:xfrm flipV="1">
            <a:off x="1596686" y="1108161"/>
            <a:ext cx="266035" cy="10617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2" name="Groupe 11">
            <a:extLst>
              <a:ext uri="{FF2B5EF4-FFF2-40B4-BE49-F238E27FC236}">
                <a16:creationId xmlns:a16="http://schemas.microsoft.com/office/drawing/2014/main" id="{FB53D49E-237B-09C3-E6C1-0AD38F3E51EA}"/>
              </a:ext>
            </a:extLst>
          </p:cNvPr>
          <p:cNvGrpSpPr/>
          <p:nvPr/>
        </p:nvGrpSpPr>
        <p:grpSpPr>
          <a:xfrm>
            <a:off x="1862721" y="983922"/>
            <a:ext cx="1049605" cy="255554"/>
            <a:chOff x="1803099" y="1837329"/>
            <a:chExt cx="1049605" cy="255554"/>
          </a:xfrm>
        </p:grpSpPr>
        <p:sp>
          <p:nvSpPr>
            <p:cNvPr id="13" name="Rectangle: Rounded Corners 292">
              <a:extLst>
                <a:ext uri="{FF2B5EF4-FFF2-40B4-BE49-F238E27FC236}">
                  <a16:creationId xmlns:a16="http://schemas.microsoft.com/office/drawing/2014/main" id="{178D71CA-DDCF-909E-3C75-311136EAA806}"/>
                </a:ext>
              </a:extLst>
            </p:cNvPr>
            <p:cNvSpPr/>
            <p:nvPr/>
          </p:nvSpPr>
          <p:spPr>
            <a:xfrm>
              <a:off x="1803099" y="1837329"/>
              <a:ext cx="930742" cy="248477"/>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nvGrpSpPr>
            <p:cNvPr id="14" name="Groupe 13">
              <a:extLst>
                <a:ext uri="{FF2B5EF4-FFF2-40B4-BE49-F238E27FC236}">
                  <a16:creationId xmlns:a16="http://schemas.microsoft.com/office/drawing/2014/main" id="{7058669E-8213-3BBE-1183-42B10BC16420}"/>
                </a:ext>
              </a:extLst>
            </p:cNvPr>
            <p:cNvGrpSpPr/>
            <p:nvPr/>
          </p:nvGrpSpPr>
          <p:grpSpPr>
            <a:xfrm>
              <a:off x="1848930" y="1846662"/>
              <a:ext cx="1003774" cy="246221"/>
              <a:chOff x="511896" y="3180317"/>
              <a:chExt cx="1003774" cy="246221"/>
            </a:xfrm>
          </p:grpSpPr>
          <p:pic>
            <p:nvPicPr>
              <p:cNvPr id="15" name="Image 14">
                <a:extLst>
                  <a:ext uri="{FF2B5EF4-FFF2-40B4-BE49-F238E27FC236}">
                    <a16:creationId xmlns:a16="http://schemas.microsoft.com/office/drawing/2014/main" id="{595E978F-9D45-29C8-679C-530933D61FFB}"/>
                  </a:ext>
                </a:extLst>
              </p:cNvPr>
              <p:cNvPicPr>
                <a:picLocks noChangeAspect="1"/>
              </p:cNvPicPr>
              <p:nvPr/>
            </p:nvPicPr>
            <p:blipFill>
              <a:blip r:embed="rId3">
                <a:duotone>
                  <a:prstClr val="black"/>
                  <a:schemeClr val="tx2">
                    <a:tint val="45000"/>
                    <a:satMod val="400000"/>
                  </a:schemeClr>
                </a:duotone>
                <a:extLst>
                  <a:ext uri="{BEBA8EAE-BF5A-486C-A8C5-ECC9F3942E4B}">
                    <a14:imgProps xmlns:a14="http://schemas.microsoft.com/office/drawing/2010/main">
                      <a14:imgLayer r:embed="rId4">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511896" y="3187684"/>
                <a:ext cx="207992" cy="207992"/>
              </a:xfrm>
              <a:prstGeom prst="rect">
                <a:avLst/>
              </a:prstGeom>
            </p:spPr>
          </p:pic>
          <p:sp>
            <p:nvSpPr>
              <p:cNvPr id="16" name="TextBox 132">
                <a:extLst>
                  <a:ext uri="{FF2B5EF4-FFF2-40B4-BE49-F238E27FC236}">
                    <a16:creationId xmlns:a16="http://schemas.microsoft.com/office/drawing/2014/main" id="{6A9E1DFF-B6F4-8B0B-3C61-1C3179364B15}"/>
                  </a:ext>
                </a:extLst>
              </p:cNvPr>
              <p:cNvSpPr txBox="1"/>
              <p:nvPr/>
            </p:nvSpPr>
            <p:spPr>
              <a:xfrm>
                <a:off x="609210" y="3180317"/>
                <a:ext cx="906460" cy="246221"/>
              </a:xfrm>
              <a:prstGeom prst="rect">
                <a:avLst/>
              </a:prstGeom>
              <a:noFill/>
            </p:spPr>
            <p:txBody>
              <a:bodyPr wrap="square" rtlCol="0">
                <a:spAutoFit/>
              </a:bodyPr>
              <a:lstStyle/>
              <a:p>
                <a:r>
                  <a:rPr lang="fr-CA" sz="1000" dirty="0" err="1"/>
                  <a:t>upload</a:t>
                </a:r>
                <a:endParaRPr lang="fr-CA" sz="1000" dirty="0"/>
              </a:p>
            </p:txBody>
          </p:sp>
        </p:grpSp>
      </p:grpSp>
      <p:cxnSp>
        <p:nvCxnSpPr>
          <p:cNvPr id="17" name="Straight Arrow Connector 268">
            <a:extLst>
              <a:ext uri="{FF2B5EF4-FFF2-40B4-BE49-F238E27FC236}">
                <a16:creationId xmlns:a16="http://schemas.microsoft.com/office/drawing/2014/main" id="{981F8D62-0451-7D89-98C1-D954F7D7A4A3}"/>
              </a:ext>
            </a:extLst>
          </p:cNvPr>
          <p:cNvCxnSpPr>
            <a:cxnSpLocks/>
            <a:stCxn id="13" idx="3"/>
            <a:endCxn id="66" idx="1"/>
          </p:cNvCxnSpPr>
          <p:nvPr/>
        </p:nvCxnSpPr>
        <p:spPr>
          <a:xfrm flipV="1">
            <a:off x="2793463" y="1104432"/>
            <a:ext cx="1449876" cy="372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8" name="Groupe 17">
            <a:extLst>
              <a:ext uri="{FF2B5EF4-FFF2-40B4-BE49-F238E27FC236}">
                <a16:creationId xmlns:a16="http://schemas.microsoft.com/office/drawing/2014/main" id="{096930ED-B89D-0533-094F-7C688DA9EDEA}"/>
              </a:ext>
            </a:extLst>
          </p:cNvPr>
          <p:cNvGrpSpPr/>
          <p:nvPr/>
        </p:nvGrpSpPr>
        <p:grpSpPr>
          <a:xfrm>
            <a:off x="291868" y="5028151"/>
            <a:ext cx="603036" cy="228537"/>
            <a:chOff x="226205" y="6218606"/>
            <a:chExt cx="603036" cy="228537"/>
          </a:xfrm>
        </p:grpSpPr>
        <p:sp>
          <p:nvSpPr>
            <p:cNvPr id="19" name="Rectangle: Rounded Corners 292">
              <a:extLst>
                <a:ext uri="{FF2B5EF4-FFF2-40B4-BE49-F238E27FC236}">
                  <a16:creationId xmlns:a16="http://schemas.microsoft.com/office/drawing/2014/main" id="{E4F98614-DF47-B280-1273-D6407816E3EA}"/>
                </a:ext>
              </a:extLst>
            </p:cNvPr>
            <p:cNvSpPr/>
            <p:nvPr/>
          </p:nvSpPr>
          <p:spPr>
            <a:xfrm>
              <a:off x="226205" y="6218606"/>
              <a:ext cx="591376" cy="228537"/>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20" name="TextBox 132">
              <a:extLst>
                <a:ext uri="{FF2B5EF4-FFF2-40B4-BE49-F238E27FC236}">
                  <a16:creationId xmlns:a16="http://schemas.microsoft.com/office/drawing/2014/main" id="{9EB78ADA-48C4-799B-BAA9-84ADD0BA8CE9}"/>
                </a:ext>
              </a:extLst>
            </p:cNvPr>
            <p:cNvSpPr txBox="1"/>
            <p:nvPr/>
          </p:nvSpPr>
          <p:spPr>
            <a:xfrm>
              <a:off x="237865" y="6248235"/>
              <a:ext cx="591376" cy="169277"/>
            </a:xfrm>
            <a:prstGeom prst="rect">
              <a:avLst/>
            </a:prstGeom>
            <a:noFill/>
          </p:spPr>
          <p:txBody>
            <a:bodyPr wrap="square" rtlCol="0">
              <a:spAutoFit/>
            </a:bodyPr>
            <a:lstStyle/>
            <a:p>
              <a:r>
                <a:rPr lang="fr-CA" sz="500" dirty="0"/>
                <a:t>Visible dans UI</a:t>
              </a:r>
            </a:p>
          </p:txBody>
        </p:sp>
      </p:grpSp>
      <p:grpSp>
        <p:nvGrpSpPr>
          <p:cNvPr id="21" name="Groupe 20">
            <a:extLst>
              <a:ext uri="{FF2B5EF4-FFF2-40B4-BE49-F238E27FC236}">
                <a16:creationId xmlns:a16="http://schemas.microsoft.com/office/drawing/2014/main" id="{BDC72966-DD25-2C6D-B033-F0BF6CFB43B1}"/>
              </a:ext>
            </a:extLst>
          </p:cNvPr>
          <p:cNvGrpSpPr/>
          <p:nvPr/>
        </p:nvGrpSpPr>
        <p:grpSpPr>
          <a:xfrm>
            <a:off x="299550" y="4777402"/>
            <a:ext cx="561706" cy="183484"/>
            <a:chOff x="543862" y="1395992"/>
            <a:chExt cx="561706" cy="183484"/>
          </a:xfrm>
        </p:grpSpPr>
        <p:pic>
          <p:nvPicPr>
            <p:cNvPr id="22" name="Picture 131">
              <a:extLst>
                <a:ext uri="{FF2B5EF4-FFF2-40B4-BE49-F238E27FC236}">
                  <a16:creationId xmlns:a16="http://schemas.microsoft.com/office/drawing/2014/main" id="{86AA5532-2C16-5270-FFD7-FF2074B2EC47}"/>
                </a:ext>
              </a:extLst>
            </p:cNvPr>
            <p:cNvPicPr>
              <a:picLocks noChangeAspect="1"/>
            </p:cNvPicPr>
            <p:nvPr/>
          </p:nvPicPr>
          <p:blipFill>
            <a:blip r:embed="rId5"/>
            <a:stretch>
              <a:fillRect/>
            </a:stretch>
          </p:blipFill>
          <p:spPr>
            <a:xfrm>
              <a:off x="543862" y="1404777"/>
              <a:ext cx="174699" cy="174699"/>
            </a:xfrm>
            <a:prstGeom prst="rect">
              <a:avLst/>
            </a:prstGeom>
          </p:spPr>
        </p:pic>
        <p:sp>
          <p:nvSpPr>
            <p:cNvPr id="23" name="TextBox 132">
              <a:extLst>
                <a:ext uri="{FF2B5EF4-FFF2-40B4-BE49-F238E27FC236}">
                  <a16:creationId xmlns:a16="http://schemas.microsoft.com/office/drawing/2014/main" id="{6CB2530A-BBFD-1ABE-D70C-741DE52AFDD3}"/>
                </a:ext>
              </a:extLst>
            </p:cNvPr>
            <p:cNvSpPr txBox="1"/>
            <p:nvPr/>
          </p:nvSpPr>
          <p:spPr>
            <a:xfrm>
              <a:off x="669827" y="1395992"/>
              <a:ext cx="435741" cy="169277"/>
            </a:xfrm>
            <a:prstGeom prst="rect">
              <a:avLst/>
            </a:prstGeom>
            <a:noFill/>
          </p:spPr>
          <p:txBody>
            <a:bodyPr wrap="square" rtlCol="0">
              <a:spAutoFit/>
            </a:bodyPr>
            <a:lstStyle/>
            <a:p>
              <a:r>
                <a:rPr lang="fr-CA" sz="500" dirty="0"/>
                <a:t>Fonction</a:t>
              </a:r>
            </a:p>
          </p:txBody>
        </p:sp>
      </p:grpSp>
      <p:grpSp>
        <p:nvGrpSpPr>
          <p:cNvPr id="24" name="Groupe 23">
            <a:extLst>
              <a:ext uri="{FF2B5EF4-FFF2-40B4-BE49-F238E27FC236}">
                <a16:creationId xmlns:a16="http://schemas.microsoft.com/office/drawing/2014/main" id="{33DCD1F1-9715-C0AA-63BE-4E3E388C9BAC}"/>
              </a:ext>
            </a:extLst>
          </p:cNvPr>
          <p:cNvGrpSpPr/>
          <p:nvPr/>
        </p:nvGrpSpPr>
        <p:grpSpPr>
          <a:xfrm>
            <a:off x="2830163" y="891176"/>
            <a:ext cx="881759" cy="246221"/>
            <a:chOff x="543862" y="1395992"/>
            <a:chExt cx="881759" cy="246221"/>
          </a:xfrm>
        </p:grpSpPr>
        <p:pic>
          <p:nvPicPr>
            <p:cNvPr id="25" name="Picture 131">
              <a:extLst>
                <a:ext uri="{FF2B5EF4-FFF2-40B4-BE49-F238E27FC236}">
                  <a16:creationId xmlns:a16="http://schemas.microsoft.com/office/drawing/2014/main" id="{5D6CE71E-CE86-5F5E-B5B8-073C38AB1CCD}"/>
                </a:ext>
              </a:extLst>
            </p:cNvPr>
            <p:cNvPicPr>
              <a:picLocks noChangeAspect="1"/>
            </p:cNvPicPr>
            <p:nvPr/>
          </p:nvPicPr>
          <p:blipFill>
            <a:blip r:embed="rId5"/>
            <a:stretch>
              <a:fillRect/>
            </a:stretch>
          </p:blipFill>
          <p:spPr>
            <a:xfrm>
              <a:off x="543862" y="1404777"/>
              <a:ext cx="174699" cy="174699"/>
            </a:xfrm>
            <a:prstGeom prst="rect">
              <a:avLst/>
            </a:prstGeom>
          </p:spPr>
        </p:pic>
        <p:sp>
          <p:nvSpPr>
            <p:cNvPr id="26" name="TextBox 132">
              <a:extLst>
                <a:ext uri="{FF2B5EF4-FFF2-40B4-BE49-F238E27FC236}">
                  <a16:creationId xmlns:a16="http://schemas.microsoft.com/office/drawing/2014/main" id="{8D02EAF1-2EC5-C6B2-E4DA-BF6E0FC3FA01}"/>
                </a:ext>
              </a:extLst>
            </p:cNvPr>
            <p:cNvSpPr txBox="1"/>
            <p:nvPr/>
          </p:nvSpPr>
          <p:spPr>
            <a:xfrm>
              <a:off x="669827" y="1395992"/>
              <a:ext cx="755794" cy="246221"/>
            </a:xfrm>
            <a:prstGeom prst="rect">
              <a:avLst/>
            </a:prstGeom>
            <a:noFill/>
          </p:spPr>
          <p:txBody>
            <a:bodyPr wrap="square" rtlCol="0">
              <a:spAutoFit/>
            </a:bodyPr>
            <a:lstStyle/>
            <a:p>
              <a:r>
                <a:rPr lang="fr-CA" sz="1000" dirty="0" err="1"/>
                <a:t>load_data</a:t>
              </a:r>
              <a:endParaRPr lang="fr-CA" sz="1000" dirty="0"/>
            </a:p>
          </p:txBody>
        </p:sp>
      </p:grpSp>
      <p:grpSp>
        <p:nvGrpSpPr>
          <p:cNvPr id="27" name="Groupe 26">
            <a:extLst>
              <a:ext uri="{FF2B5EF4-FFF2-40B4-BE49-F238E27FC236}">
                <a16:creationId xmlns:a16="http://schemas.microsoft.com/office/drawing/2014/main" id="{70987272-66A6-FFB3-AC38-C9EEA14B6BE4}"/>
              </a:ext>
            </a:extLst>
          </p:cNvPr>
          <p:cNvGrpSpPr/>
          <p:nvPr/>
        </p:nvGrpSpPr>
        <p:grpSpPr>
          <a:xfrm>
            <a:off x="299550" y="4313988"/>
            <a:ext cx="1297136" cy="393322"/>
            <a:chOff x="4083907" y="1248465"/>
            <a:chExt cx="1297136" cy="393322"/>
          </a:xfrm>
        </p:grpSpPr>
        <p:sp>
          <p:nvSpPr>
            <p:cNvPr id="28" name="Rectangle: Rounded Corners 292">
              <a:extLst>
                <a:ext uri="{FF2B5EF4-FFF2-40B4-BE49-F238E27FC236}">
                  <a16:creationId xmlns:a16="http://schemas.microsoft.com/office/drawing/2014/main" id="{9814DE58-7277-141C-35E9-1539A7132E02}"/>
                </a:ext>
              </a:extLst>
            </p:cNvPr>
            <p:cNvSpPr/>
            <p:nvPr/>
          </p:nvSpPr>
          <p:spPr>
            <a:xfrm>
              <a:off x="4083907" y="1248465"/>
              <a:ext cx="1297136" cy="393322"/>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29" name="Groupe 28">
              <a:extLst>
                <a:ext uri="{FF2B5EF4-FFF2-40B4-BE49-F238E27FC236}">
                  <a16:creationId xmlns:a16="http://schemas.microsoft.com/office/drawing/2014/main" id="{70450F0C-A1D1-A64E-9F45-C6BD3117F8A8}"/>
                </a:ext>
              </a:extLst>
            </p:cNvPr>
            <p:cNvGrpSpPr/>
            <p:nvPr/>
          </p:nvGrpSpPr>
          <p:grpSpPr>
            <a:xfrm>
              <a:off x="4152592" y="1299648"/>
              <a:ext cx="1228451" cy="304309"/>
              <a:chOff x="742629" y="4884432"/>
              <a:chExt cx="1197780" cy="304309"/>
            </a:xfrm>
          </p:grpSpPr>
          <p:pic>
            <p:nvPicPr>
              <p:cNvPr id="30" name="Image 29">
                <a:extLst>
                  <a:ext uri="{FF2B5EF4-FFF2-40B4-BE49-F238E27FC236}">
                    <a16:creationId xmlns:a16="http://schemas.microsoft.com/office/drawing/2014/main" id="{3EBC5E10-7CDF-A51D-F08D-2E497E267016}"/>
                  </a:ext>
                </a:extLst>
              </p:cNvPr>
              <p:cNvPicPr>
                <a:picLocks noChangeAspect="1"/>
              </p:cNvPicPr>
              <p:nvPr/>
            </p:nvPicPr>
            <p:blipFill>
              <a:blip r:embed="rId2"/>
              <a:srcRect l="32281" t="21446" r="38245" b="22906"/>
              <a:stretch/>
            </p:blipFill>
            <p:spPr>
              <a:xfrm>
                <a:off x="742629" y="4884432"/>
                <a:ext cx="287206" cy="304309"/>
              </a:xfrm>
              <a:prstGeom prst="rect">
                <a:avLst/>
              </a:prstGeom>
            </p:spPr>
          </p:pic>
          <p:sp>
            <p:nvSpPr>
              <p:cNvPr id="31" name="TextBox 132">
                <a:extLst>
                  <a:ext uri="{FF2B5EF4-FFF2-40B4-BE49-F238E27FC236}">
                    <a16:creationId xmlns:a16="http://schemas.microsoft.com/office/drawing/2014/main" id="{9D78A7D4-C67E-B534-347F-BC862DCCA92E}"/>
                  </a:ext>
                </a:extLst>
              </p:cNvPr>
              <p:cNvSpPr txBox="1"/>
              <p:nvPr/>
            </p:nvSpPr>
            <p:spPr>
              <a:xfrm>
                <a:off x="990025" y="4957266"/>
                <a:ext cx="950384" cy="169277"/>
              </a:xfrm>
              <a:prstGeom prst="rect">
                <a:avLst/>
              </a:prstGeom>
              <a:noFill/>
            </p:spPr>
            <p:txBody>
              <a:bodyPr wrap="square" rtlCol="0">
                <a:spAutoFit/>
              </a:bodyPr>
              <a:lstStyle/>
              <a:p>
                <a:r>
                  <a:rPr lang="fr-CA" sz="500" dirty="0"/>
                  <a:t>Feuille Excel</a:t>
                </a:r>
              </a:p>
            </p:txBody>
          </p:sp>
        </p:grpSp>
      </p:grpSp>
      <p:grpSp>
        <p:nvGrpSpPr>
          <p:cNvPr id="32" name="Groupe 31">
            <a:extLst>
              <a:ext uri="{FF2B5EF4-FFF2-40B4-BE49-F238E27FC236}">
                <a16:creationId xmlns:a16="http://schemas.microsoft.com/office/drawing/2014/main" id="{DBA76C74-4D0B-FF60-8FD6-5552668AA8D2}"/>
              </a:ext>
            </a:extLst>
          </p:cNvPr>
          <p:cNvGrpSpPr/>
          <p:nvPr/>
        </p:nvGrpSpPr>
        <p:grpSpPr>
          <a:xfrm>
            <a:off x="299550" y="4019437"/>
            <a:ext cx="717882" cy="248477"/>
            <a:chOff x="6278184" y="1088562"/>
            <a:chExt cx="717882" cy="248477"/>
          </a:xfrm>
        </p:grpSpPr>
        <p:grpSp>
          <p:nvGrpSpPr>
            <p:cNvPr id="33" name="Groupe 32">
              <a:extLst>
                <a:ext uri="{FF2B5EF4-FFF2-40B4-BE49-F238E27FC236}">
                  <a16:creationId xmlns:a16="http://schemas.microsoft.com/office/drawing/2014/main" id="{A34BC66E-D0C6-E573-0A93-A3835AB68F26}"/>
                </a:ext>
              </a:extLst>
            </p:cNvPr>
            <p:cNvGrpSpPr/>
            <p:nvPr/>
          </p:nvGrpSpPr>
          <p:grpSpPr>
            <a:xfrm>
              <a:off x="6368311" y="1124949"/>
              <a:ext cx="627754" cy="174699"/>
              <a:chOff x="828603" y="2660370"/>
              <a:chExt cx="627754" cy="174699"/>
            </a:xfrm>
          </p:grpSpPr>
          <p:pic>
            <p:nvPicPr>
              <p:cNvPr id="35" name="Graphique 34" descr="Base de données avec un remplissage uni">
                <a:extLst>
                  <a:ext uri="{FF2B5EF4-FFF2-40B4-BE49-F238E27FC236}">
                    <a16:creationId xmlns:a16="http://schemas.microsoft.com/office/drawing/2014/main" id="{49F19108-514C-31BE-33C2-B50445CB7D1B}"/>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8603" y="2660370"/>
                <a:ext cx="174699" cy="174699"/>
              </a:xfrm>
              <a:prstGeom prst="rect">
                <a:avLst/>
              </a:prstGeom>
            </p:spPr>
          </p:pic>
          <p:sp>
            <p:nvSpPr>
              <p:cNvPr id="36" name="TextBox 132">
                <a:extLst>
                  <a:ext uri="{FF2B5EF4-FFF2-40B4-BE49-F238E27FC236}">
                    <a16:creationId xmlns:a16="http://schemas.microsoft.com/office/drawing/2014/main" id="{5EB820EF-4581-9918-7FF1-A7383C0ECED4}"/>
                  </a:ext>
                </a:extLst>
              </p:cNvPr>
              <p:cNvSpPr txBox="1"/>
              <p:nvPr/>
            </p:nvSpPr>
            <p:spPr>
              <a:xfrm>
                <a:off x="941007" y="2665689"/>
                <a:ext cx="515350" cy="169277"/>
              </a:xfrm>
              <a:prstGeom prst="rect">
                <a:avLst/>
              </a:prstGeom>
              <a:noFill/>
            </p:spPr>
            <p:txBody>
              <a:bodyPr wrap="square" rtlCol="0">
                <a:spAutoFit/>
              </a:bodyPr>
              <a:lstStyle/>
              <a:p>
                <a:r>
                  <a:rPr lang="fr-CA" sz="500" dirty="0" err="1"/>
                  <a:t>Dataframe</a:t>
                </a:r>
                <a:endParaRPr lang="fr-CA" sz="500" dirty="0"/>
              </a:p>
            </p:txBody>
          </p:sp>
        </p:grpSp>
        <p:sp>
          <p:nvSpPr>
            <p:cNvPr id="34" name="Rectangle: Rounded Corners 292">
              <a:extLst>
                <a:ext uri="{FF2B5EF4-FFF2-40B4-BE49-F238E27FC236}">
                  <a16:creationId xmlns:a16="http://schemas.microsoft.com/office/drawing/2014/main" id="{93FEF606-B1F3-C726-EE4A-00C57633910F}"/>
                </a:ext>
              </a:extLst>
            </p:cNvPr>
            <p:cNvSpPr/>
            <p:nvPr/>
          </p:nvSpPr>
          <p:spPr>
            <a:xfrm>
              <a:off x="6278184" y="1088562"/>
              <a:ext cx="717882" cy="248477"/>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sp>
        <p:nvSpPr>
          <p:cNvPr id="37" name="Rectangle 36">
            <a:extLst>
              <a:ext uri="{FF2B5EF4-FFF2-40B4-BE49-F238E27FC236}">
                <a16:creationId xmlns:a16="http://schemas.microsoft.com/office/drawing/2014/main" id="{5E21E689-1613-1DB8-7EFA-26A5C5108828}"/>
              </a:ext>
            </a:extLst>
          </p:cNvPr>
          <p:cNvSpPr/>
          <p:nvPr/>
        </p:nvSpPr>
        <p:spPr>
          <a:xfrm>
            <a:off x="2610024" y="2959014"/>
            <a:ext cx="3004217" cy="2790825"/>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a:p>
        </p:txBody>
      </p:sp>
      <p:sp>
        <p:nvSpPr>
          <p:cNvPr id="38" name="ZoneTexte 37">
            <a:extLst>
              <a:ext uri="{FF2B5EF4-FFF2-40B4-BE49-F238E27FC236}">
                <a16:creationId xmlns:a16="http://schemas.microsoft.com/office/drawing/2014/main" id="{981305BE-15EE-1699-506C-9DA1C38E9EF3}"/>
              </a:ext>
            </a:extLst>
          </p:cNvPr>
          <p:cNvSpPr txBox="1"/>
          <p:nvPr/>
        </p:nvSpPr>
        <p:spPr>
          <a:xfrm>
            <a:off x="2548711" y="2604056"/>
            <a:ext cx="2601686" cy="369332"/>
          </a:xfrm>
          <a:prstGeom prst="rect">
            <a:avLst/>
          </a:prstGeom>
          <a:noFill/>
        </p:spPr>
        <p:txBody>
          <a:bodyPr wrap="square" rtlCol="0">
            <a:spAutoFit/>
          </a:bodyPr>
          <a:lstStyle/>
          <a:p>
            <a:r>
              <a:rPr lang="fr-CA" dirty="0" err="1"/>
              <a:t>mod_visualisationbrute</a:t>
            </a:r>
            <a:endParaRPr lang="fr-CA" dirty="0"/>
          </a:p>
        </p:txBody>
      </p:sp>
      <p:grpSp>
        <p:nvGrpSpPr>
          <p:cNvPr id="39" name="Groupe 38">
            <a:extLst>
              <a:ext uri="{FF2B5EF4-FFF2-40B4-BE49-F238E27FC236}">
                <a16:creationId xmlns:a16="http://schemas.microsoft.com/office/drawing/2014/main" id="{A83B0AF6-C1B8-7C5A-9C65-F869C868C044}"/>
              </a:ext>
            </a:extLst>
          </p:cNvPr>
          <p:cNvGrpSpPr/>
          <p:nvPr/>
        </p:nvGrpSpPr>
        <p:grpSpPr>
          <a:xfrm>
            <a:off x="3849554" y="3725415"/>
            <a:ext cx="805607" cy="286149"/>
            <a:chOff x="4560188" y="3016037"/>
            <a:chExt cx="805607" cy="286149"/>
          </a:xfrm>
        </p:grpSpPr>
        <p:sp>
          <p:nvSpPr>
            <p:cNvPr id="40" name="Rectangle: Rounded Corners 292">
              <a:extLst>
                <a:ext uri="{FF2B5EF4-FFF2-40B4-BE49-F238E27FC236}">
                  <a16:creationId xmlns:a16="http://schemas.microsoft.com/office/drawing/2014/main" id="{8B4E053F-3239-108E-9294-F39433D15DC6}"/>
                </a:ext>
              </a:extLst>
            </p:cNvPr>
            <p:cNvSpPr/>
            <p:nvPr/>
          </p:nvSpPr>
          <p:spPr>
            <a:xfrm>
              <a:off x="4560188" y="3016037"/>
              <a:ext cx="760814"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41" name="Groupe 40">
              <a:extLst>
                <a:ext uri="{FF2B5EF4-FFF2-40B4-BE49-F238E27FC236}">
                  <a16:creationId xmlns:a16="http://schemas.microsoft.com/office/drawing/2014/main" id="{E3A00D36-90B9-1B0E-AB25-6ED9CFCC87AB}"/>
                </a:ext>
              </a:extLst>
            </p:cNvPr>
            <p:cNvGrpSpPr/>
            <p:nvPr/>
          </p:nvGrpSpPr>
          <p:grpSpPr>
            <a:xfrm>
              <a:off x="4643184" y="3021918"/>
              <a:ext cx="722611" cy="280268"/>
              <a:chOff x="684754" y="2369830"/>
              <a:chExt cx="722611" cy="280268"/>
            </a:xfrm>
          </p:grpSpPr>
          <p:pic>
            <p:nvPicPr>
              <p:cNvPr id="42" name="Graphique 41" descr="Tableau avec un remplissage uni">
                <a:extLst>
                  <a:ext uri="{FF2B5EF4-FFF2-40B4-BE49-F238E27FC236}">
                    <a16:creationId xmlns:a16="http://schemas.microsoft.com/office/drawing/2014/main" id="{A407F061-8FE2-C36B-7A02-51CB9B023768}"/>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4754" y="2369830"/>
                <a:ext cx="280268" cy="280268"/>
              </a:xfrm>
              <a:prstGeom prst="rect">
                <a:avLst/>
              </a:prstGeom>
            </p:spPr>
          </p:pic>
          <p:sp>
            <p:nvSpPr>
              <p:cNvPr id="43" name="TextBox 132">
                <a:extLst>
                  <a:ext uri="{FF2B5EF4-FFF2-40B4-BE49-F238E27FC236}">
                    <a16:creationId xmlns:a16="http://schemas.microsoft.com/office/drawing/2014/main" id="{C2A2C03B-7DC8-FD64-2EB2-ED5AEFD1BEC7}"/>
                  </a:ext>
                </a:extLst>
              </p:cNvPr>
              <p:cNvSpPr txBox="1"/>
              <p:nvPr/>
            </p:nvSpPr>
            <p:spPr>
              <a:xfrm>
                <a:off x="886233" y="2416748"/>
                <a:ext cx="521132" cy="169277"/>
              </a:xfrm>
              <a:prstGeom prst="rect">
                <a:avLst/>
              </a:prstGeom>
              <a:noFill/>
            </p:spPr>
            <p:txBody>
              <a:bodyPr wrap="square" rtlCol="0">
                <a:spAutoFit/>
              </a:bodyPr>
              <a:lstStyle/>
              <a:p>
                <a:r>
                  <a:rPr lang="fr-CA" sz="500" dirty="0" err="1"/>
                  <a:t>brut_table</a:t>
                </a:r>
                <a:endParaRPr lang="fr-CA" sz="500" dirty="0"/>
              </a:p>
            </p:txBody>
          </p:sp>
        </p:grpSp>
      </p:grpSp>
      <p:grpSp>
        <p:nvGrpSpPr>
          <p:cNvPr id="44" name="Groupe 43">
            <a:extLst>
              <a:ext uri="{FF2B5EF4-FFF2-40B4-BE49-F238E27FC236}">
                <a16:creationId xmlns:a16="http://schemas.microsoft.com/office/drawing/2014/main" id="{B1D3BD84-2162-CA07-8004-8C6AFB648667}"/>
              </a:ext>
            </a:extLst>
          </p:cNvPr>
          <p:cNvGrpSpPr/>
          <p:nvPr/>
        </p:nvGrpSpPr>
        <p:grpSpPr>
          <a:xfrm>
            <a:off x="3890177" y="4343553"/>
            <a:ext cx="976092" cy="286149"/>
            <a:chOff x="4560187" y="3016037"/>
            <a:chExt cx="976092" cy="286149"/>
          </a:xfrm>
        </p:grpSpPr>
        <p:sp>
          <p:nvSpPr>
            <p:cNvPr id="45" name="Rectangle: Rounded Corners 292">
              <a:extLst>
                <a:ext uri="{FF2B5EF4-FFF2-40B4-BE49-F238E27FC236}">
                  <a16:creationId xmlns:a16="http://schemas.microsoft.com/office/drawing/2014/main" id="{C3BE203B-DF94-2B12-0066-251D9DDB86EB}"/>
                </a:ext>
              </a:extLst>
            </p:cNvPr>
            <p:cNvSpPr/>
            <p:nvPr/>
          </p:nvSpPr>
          <p:spPr>
            <a:xfrm>
              <a:off x="4560187" y="3016037"/>
              <a:ext cx="899251"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46" name="Groupe 45">
              <a:extLst>
                <a:ext uri="{FF2B5EF4-FFF2-40B4-BE49-F238E27FC236}">
                  <a16:creationId xmlns:a16="http://schemas.microsoft.com/office/drawing/2014/main" id="{37958DC8-4C33-D490-0805-7BC4800BD69B}"/>
                </a:ext>
              </a:extLst>
            </p:cNvPr>
            <p:cNvGrpSpPr/>
            <p:nvPr/>
          </p:nvGrpSpPr>
          <p:grpSpPr>
            <a:xfrm>
              <a:off x="4643184" y="3021918"/>
              <a:ext cx="893095" cy="280268"/>
              <a:chOff x="684754" y="2369830"/>
              <a:chExt cx="893095" cy="280268"/>
            </a:xfrm>
          </p:grpSpPr>
          <p:pic>
            <p:nvPicPr>
              <p:cNvPr id="47" name="Graphique 46" descr="Tableau avec un remplissage uni">
                <a:extLst>
                  <a:ext uri="{FF2B5EF4-FFF2-40B4-BE49-F238E27FC236}">
                    <a16:creationId xmlns:a16="http://schemas.microsoft.com/office/drawing/2014/main" id="{65B57EAF-4226-063D-4B9C-0F757B356DF6}"/>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4754" y="2369830"/>
                <a:ext cx="280268" cy="280268"/>
              </a:xfrm>
              <a:prstGeom prst="rect">
                <a:avLst/>
              </a:prstGeom>
            </p:spPr>
          </p:pic>
          <p:sp>
            <p:nvSpPr>
              <p:cNvPr id="48" name="TextBox 132">
                <a:extLst>
                  <a:ext uri="{FF2B5EF4-FFF2-40B4-BE49-F238E27FC236}">
                    <a16:creationId xmlns:a16="http://schemas.microsoft.com/office/drawing/2014/main" id="{38A5D294-7CAE-6E36-B9BE-D06543CE7F83}"/>
                  </a:ext>
                </a:extLst>
              </p:cNvPr>
              <p:cNvSpPr txBox="1"/>
              <p:nvPr/>
            </p:nvSpPr>
            <p:spPr>
              <a:xfrm>
                <a:off x="886233" y="2416748"/>
                <a:ext cx="691616" cy="169277"/>
              </a:xfrm>
              <a:prstGeom prst="rect">
                <a:avLst/>
              </a:prstGeom>
              <a:noFill/>
            </p:spPr>
            <p:txBody>
              <a:bodyPr wrap="square" rtlCol="0">
                <a:spAutoFit/>
              </a:bodyPr>
              <a:lstStyle/>
              <a:p>
                <a:r>
                  <a:rPr lang="fr-CA" sz="500" dirty="0" err="1"/>
                  <a:t>comment_table</a:t>
                </a:r>
                <a:endParaRPr lang="fr-CA" sz="500" dirty="0"/>
              </a:p>
            </p:txBody>
          </p:sp>
        </p:grpSp>
      </p:grpSp>
      <p:grpSp>
        <p:nvGrpSpPr>
          <p:cNvPr id="49" name="Groupe 48">
            <a:extLst>
              <a:ext uri="{FF2B5EF4-FFF2-40B4-BE49-F238E27FC236}">
                <a16:creationId xmlns:a16="http://schemas.microsoft.com/office/drawing/2014/main" id="{66AE868B-E227-A235-2EA7-FFBE9BC7434A}"/>
              </a:ext>
            </a:extLst>
          </p:cNvPr>
          <p:cNvGrpSpPr/>
          <p:nvPr/>
        </p:nvGrpSpPr>
        <p:grpSpPr>
          <a:xfrm>
            <a:off x="4191941" y="3132303"/>
            <a:ext cx="1254024" cy="284371"/>
            <a:chOff x="701420" y="3429000"/>
            <a:chExt cx="1254024" cy="284371"/>
          </a:xfrm>
        </p:grpSpPr>
        <p:sp>
          <p:nvSpPr>
            <p:cNvPr id="50" name="Rectangle: Rounded Corners 292">
              <a:extLst>
                <a:ext uri="{FF2B5EF4-FFF2-40B4-BE49-F238E27FC236}">
                  <a16:creationId xmlns:a16="http://schemas.microsoft.com/office/drawing/2014/main" id="{F8243E85-3CDD-92F6-C9A3-C324E3BA8A1E}"/>
                </a:ext>
              </a:extLst>
            </p:cNvPr>
            <p:cNvSpPr/>
            <p:nvPr/>
          </p:nvSpPr>
          <p:spPr>
            <a:xfrm>
              <a:off x="701420" y="3429000"/>
              <a:ext cx="1248373"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51" name="Groupe 50">
              <a:extLst>
                <a:ext uri="{FF2B5EF4-FFF2-40B4-BE49-F238E27FC236}">
                  <a16:creationId xmlns:a16="http://schemas.microsoft.com/office/drawing/2014/main" id="{2555FED1-0AA7-97BA-6197-1563C7090B10}"/>
                </a:ext>
              </a:extLst>
            </p:cNvPr>
            <p:cNvGrpSpPr/>
            <p:nvPr/>
          </p:nvGrpSpPr>
          <p:grpSpPr>
            <a:xfrm>
              <a:off x="761837" y="3436287"/>
              <a:ext cx="1193607" cy="254204"/>
              <a:chOff x="814800" y="3911539"/>
              <a:chExt cx="1193607" cy="254204"/>
            </a:xfrm>
          </p:grpSpPr>
          <p:sp>
            <p:nvSpPr>
              <p:cNvPr id="52" name="TextBox 132">
                <a:extLst>
                  <a:ext uri="{FF2B5EF4-FFF2-40B4-BE49-F238E27FC236}">
                    <a16:creationId xmlns:a16="http://schemas.microsoft.com/office/drawing/2014/main" id="{DA501050-C44B-D389-E8B2-8EAB46D59165}"/>
                  </a:ext>
                </a:extLst>
              </p:cNvPr>
              <p:cNvSpPr txBox="1"/>
              <p:nvPr/>
            </p:nvSpPr>
            <p:spPr>
              <a:xfrm>
                <a:off x="955705" y="3950299"/>
                <a:ext cx="1052702" cy="215444"/>
              </a:xfrm>
              <a:prstGeom prst="rect">
                <a:avLst/>
              </a:prstGeom>
              <a:noFill/>
            </p:spPr>
            <p:txBody>
              <a:bodyPr wrap="square" rtlCol="0">
                <a:spAutoFit/>
              </a:bodyPr>
              <a:lstStyle/>
              <a:p>
                <a:r>
                  <a:rPr lang="fr-CA" sz="800" dirty="0" err="1"/>
                  <a:t>title_visualisation</a:t>
                </a:r>
                <a:endParaRPr lang="fr-CA" sz="500" dirty="0"/>
              </a:p>
            </p:txBody>
          </p:sp>
          <p:pic>
            <p:nvPicPr>
              <p:cNvPr id="53" name="Image 52">
                <a:extLst>
                  <a:ext uri="{FF2B5EF4-FFF2-40B4-BE49-F238E27FC236}">
                    <a16:creationId xmlns:a16="http://schemas.microsoft.com/office/drawing/2014/main" id="{1FFF4FC0-7307-066C-342E-AC17067E5C27}"/>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54" name="Groupe 53">
            <a:extLst>
              <a:ext uri="{FF2B5EF4-FFF2-40B4-BE49-F238E27FC236}">
                <a16:creationId xmlns:a16="http://schemas.microsoft.com/office/drawing/2014/main" id="{D5E21838-5373-4EA7-4C28-5AEA2BDD954C}"/>
              </a:ext>
            </a:extLst>
          </p:cNvPr>
          <p:cNvGrpSpPr/>
          <p:nvPr/>
        </p:nvGrpSpPr>
        <p:grpSpPr>
          <a:xfrm>
            <a:off x="4113308" y="5267365"/>
            <a:ext cx="910658" cy="284371"/>
            <a:chOff x="712350" y="4155091"/>
            <a:chExt cx="910658" cy="284371"/>
          </a:xfrm>
        </p:grpSpPr>
        <p:sp>
          <p:nvSpPr>
            <p:cNvPr id="55" name="Rectangle: Rounded Corners 292">
              <a:extLst>
                <a:ext uri="{FF2B5EF4-FFF2-40B4-BE49-F238E27FC236}">
                  <a16:creationId xmlns:a16="http://schemas.microsoft.com/office/drawing/2014/main" id="{65D44583-964D-0917-1773-35763AE7664E}"/>
                </a:ext>
              </a:extLst>
            </p:cNvPr>
            <p:cNvSpPr/>
            <p:nvPr/>
          </p:nvSpPr>
          <p:spPr>
            <a:xfrm>
              <a:off x="712350" y="4155091"/>
              <a:ext cx="910658"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56" name="Groupe 55">
              <a:extLst>
                <a:ext uri="{FF2B5EF4-FFF2-40B4-BE49-F238E27FC236}">
                  <a16:creationId xmlns:a16="http://schemas.microsoft.com/office/drawing/2014/main" id="{34924767-0CA9-8CFF-3B9E-EF904B832BDF}"/>
                </a:ext>
              </a:extLst>
            </p:cNvPr>
            <p:cNvGrpSpPr/>
            <p:nvPr/>
          </p:nvGrpSpPr>
          <p:grpSpPr>
            <a:xfrm>
              <a:off x="795310" y="4195999"/>
              <a:ext cx="827698" cy="234801"/>
              <a:chOff x="795310" y="4195999"/>
              <a:chExt cx="827698" cy="234801"/>
            </a:xfrm>
          </p:grpSpPr>
          <p:pic>
            <p:nvPicPr>
              <p:cNvPr id="57" name="Graphique 56" descr="Graphique à barres avec un remplissage uni">
                <a:extLst>
                  <a:ext uri="{FF2B5EF4-FFF2-40B4-BE49-F238E27FC236}">
                    <a16:creationId xmlns:a16="http://schemas.microsoft.com/office/drawing/2014/main" id="{FCC39BF2-B9D3-27F2-2E54-1DCDBA872574}"/>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95310" y="4195999"/>
                <a:ext cx="207992" cy="207992"/>
              </a:xfrm>
              <a:prstGeom prst="rect">
                <a:avLst/>
              </a:prstGeom>
            </p:spPr>
          </p:pic>
          <p:sp>
            <p:nvSpPr>
              <p:cNvPr id="58" name="TextBox 132">
                <a:extLst>
                  <a:ext uri="{FF2B5EF4-FFF2-40B4-BE49-F238E27FC236}">
                    <a16:creationId xmlns:a16="http://schemas.microsoft.com/office/drawing/2014/main" id="{6C01CAAD-F4CF-2E12-45ED-8A47473D1428}"/>
                  </a:ext>
                </a:extLst>
              </p:cNvPr>
              <p:cNvSpPr txBox="1"/>
              <p:nvPr/>
            </p:nvSpPr>
            <p:spPr>
              <a:xfrm>
                <a:off x="978234" y="4215356"/>
                <a:ext cx="644774" cy="215444"/>
              </a:xfrm>
              <a:prstGeom prst="rect">
                <a:avLst/>
              </a:prstGeom>
              <a:noFill/>
            </p:spPr>
            <p:txBody>
              <a:bodyPr wrap="square" rtlCol="0">
                <a:spAutoFit/>
              </a:bodyPr>
              <a:lstStyle/>
              <a:p>
                <a:r>
                  <a:rPr lang="fr-CA" sz="800" dirty="0" err="1"/>
                  <a:t>pie_chart</a:t>
                </a:r>
                <a:endParaRPr lang="fr-CA" sz="500" dirty="0"/>
              </a:p>
            </p:txBody>
          </p:sp>
        </p:grpSp>
      </p:grpSp>
      <p:cxnSp>
        <p:nvCxnSpPr>
          <p:cNvPr id="59" name="Straight Arrow Connector 268">
            <a:extLst>
              <a:ext uri="{FF2B5EF4-FFF2-40B4-BE49-F238E27FC236}">
                <a16:creationId xmlns:a16="http://schemas.microsoft.com/office/drawing/2014/main" id="{D30DAFFF-6E2A-2BFE-DF48-83F47B5AD1DA}"/>
              </a:ext>
            </a:extLst>
          </p:cNvPr>
          <p:cNvCxnSpPr>
            <a:cxnSpLocks/>
            <a:stCxn id="71" idx="3"/>
            <a:endCxn id="50" idx="1"/>
          </p:cNvCxnSpPr>
          <p:nvPr/>
        </p:nvCxnSpPr>
        <p:spPr>
          <a:xfrm flipV="1">
            <a:off x="2315125" y="3274489"/>
            <a:ext cx="1876816" cy="57800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60" name="Straight Arrow Connector 268">
            <a:extLst>
              <a:ext uri="{FF2B5EF4-FFF2-40B4-BE49-F238E27FC236}">
                <a16:creationId xmlns:a16="http://schemas.microsoft.com/office/drawing/2014/main" id="{B56E0E0F-E384-D8DF-39BA-8B9BDA26E121}"/>
              </a:ext>
            </a:extLst>
          </p:cNvPr>
          <p:cNvCxnSpPr>
            <a:cxnSpLocks/>
            <a:stCxn id="71" idx="3"/>
            <a:endCxn id="40" idx="1"/>
          </p:cNvCxnSpPr>
          <p:nvPr/>
        </p:nvCxnSpPr>
        <p:spPr>
          <a:xfrm>
            <a:off x="2315125" y="3852498"/>
            <a:ext cx="1534429" cy="1510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61" name="Straight Arrow Connector 268">
            <a:extLst>
              <a:ext uri="{FF2B5EF4-FFF2-40B4-BE49-F238E27FC236}">
                <a16:creationId xmlns:a16="http://schemas.microsoft.com/office/drawing/2014/main" id="{4606D6AA-2692-6DAC-5DFB-1A34EE843F62}"/>
              </a:ext>
            </a:extLst>
          </p:cNvPr>
          <p:cNvCxnSpPr>
            <a:cxnSpLocks/>
            <a:stCxn id="71" idx="3"/>
            <a:endCxn id="45" idx="1"/>
          </p:cNvCxnSpPr>
          <p:nvPr/>
        </p:nvCxnSpPr>
        <p:spPr>
          <a:xfrm>
            <a:off x="2315125" y="3852498"/>
            <a:ext cx="1575052" cy="63324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62" name="Straight Arrow Connector 268">
            <a:extLst>
              <a:ext uri="{FF2B5EF4-FFF2-40B4-BE49-F238E27FC236}">
                <a16:creationId xmlns:a16="http://schemas.microsoft.com/office/drawing/2014/main" id="{2412D359-5AF7-EB37-559D-D98294AD60C2}"/>
              </a:ext>
            </a:extLst>
          </p:cNvPr>
          <p:cNvCxnSpPr>
            <a:cxnSpLocks/>
            <a:stCxn id="71" idx="3"/>
            <a:endCxn id="55" idx="1"/>
          </p:cNvCxnSpPr>
          <p:nvPr/>
        </p:nvCxnSpPr>
        <p:spPr>
          <a:xfrm>
            <a:off x="2315125" y="3852498"/>
            <a:ext cx="1798183" cy="155705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63" name="ZoneTexte 62">
            <a:extLst>
              <a:ext uri="{FF2B5EF4-FFF2-40B4-BE49-F238E27FC236}">
                <a16:creationId xmlns:a16="http://schemas.microsoft.com/office/drawing/2014/main" id="{61B12031-2F11-DEBE-A8BD-514ABA4F9F0E}"/>
              </a:ext>
            </a:extLst>
          </p:cNvPr>
          <p:cNvSpPr txBox="1"/>
          <p:nvPr/>
        </p:nvSpPr>
        <p:spPr>
          <a:xfrm>
            <a:off x="5656614" y="3561684"/>
            <a:ext cx="2265981" cy="1384995"/>
          </a:xfrm>
          <a:prstGeom prst="rect">
            <a:avLst/>
          </a:prstGeom>
          <a:noFill/>
        </p:spPr>
        <p:txBody>
          <a:bodyPr wrap="square">
            <a:spAutoFit/>
          </a:bodyPr>
          <a:lstStyle/>
          <a:p>
            <a:r>
              <a:rPr lang="fr-CA" sz="700" dirty="0"/>
              <a:t>Accessible par: </a:t>
            </a:r>
          </a:p>
          <a:p>
            <a:r>
              <a:rPr lang="fr-CA" sz="700" dirty="0" err="1"/>
              <a:t>mod_visualisationbrute_server</a:t>
            </a:r>
            <a:r>
              <a:rPr lang="fr-CA" sz="700" dirty="0"/>
              <a:t>("visualisation_brute1", </a:t>
            </a:r>
            <a:r>
              <a:rPr lang="fr-CA" sz="700" dirty="0" err="1"/>
              <a:t>data_lac</a:t>
            </a:r>
            <a:r>
              <a:rPr lang="fr-CA" sz="700" dirty="0"/>
              <a:t>)</a:t>
            </a:r>
          </a:p>
          <a:p>
            <a:endParaRPr lang="fr-CA" sz="700" dirty="0"/>
          </a:p>
          <a:p>
            <a:r>
              <a:rPr lang="fr-CA" sz="700" dirty="0"/>
              <a:t> </a:t>
            </a:r>
            <a:r>
              <a:rPr lang="fr-CA" sz="700" dirty="0" err="1"/>
              <a:t>mod_visualisationbrute_ui</a:t>
            </a:r>
            <a:r>
              <a:rPr lang="fr-CA" sz="700" dirty="0"/>
              <a:t>("visualisation_brute1")</a:t>
            </a:r>
          </a:p>
          <a:p>
            <a:endParaRPr lang="fr-CA" sz="700" dirty="0"/>
          </a:p>
          <a:p>
            <a:r>
              <a:rPr lang="fr-CA" sz="700" dirty="0"/>
              <a:t>Suivre la logique de numérotation quand on ajoutera des lacs</a:t>
            </a:r>
          </a:p>
          <a:p>
            <a:endParaRPr lang="fr-CA" sz="700" dirty="0"/>
          </a:p>
          <a:p>
            <a:r>
              <a:rPr lang="fr-CA" sz="700" dirty="0"/>
              <a:t>NB il n’y a que des outputs statiques à ce module. </a:t>
            </a:r>
          </a:p>
          <a:p>
            <a:r>
              <a:rPr lang="fr-CA" sz="700" dirty="0"/>
              <a:t>Bref, ce module est un </a:t>
            </a:r>
            <a:r>
              <a:rPr lang="fr-CA" sz="700" dirty="0" err="1"/>
              <a:t>dead</a:t>
            </a:r>
            <a:r>
              <a:rPr lang="fr-CA" sz="700" dirty="0"/>
              <a:t> end, il n’est pas réutilisable. </a:t>
            </a:r>
          </a:p>
        </p:txBody>
      </p:sp>
      <p:grpSp>
        <p:nvGrpSpPr>
          <p:cNvPr id="64" name="Groupe 63">
            <a:extLst>
              <a:ext uri="{FF2B5EF4-FFF2-40B4-BE49-F238E27FC236}">
                <a16:creationId xmlns:a16="http://schemas.microsoft.com/office/drawing/2014/main" id="{9DC8CDED-CA28-0813-DEFE-F6CFDA29E938}"/>
              </a:ext>
            </a:extLst>
          </p:cNvPr>
          <p:cNvGrpSpPr/>
          <p:nvPr/>
        </p:nvGrpSpPr>
        <p:grpSpPr>
          <a:xfrm>
            <a:off x="4243339" y="961150"/>
            <a:ext cx="1294855" cy="286563"/>
            <a:chOff x="6278184" y="1050476"/>
            <a:chExt cx="1294855" cy="286563"/>
          </a:xfrm>
        </p:grpSpPr>
        <p:grpSp>
          <p:nvGrpSpPr>
            <p:cNvPr id="65" name="Groupe 64">
              <a:extLst>
                <a:ext uri="{FF2B5EF4-FFF2-40B4-BE49-F238E27FC236}">
                  <a16:creationId xmlns:a16="http://schemas.microsoft.com/office/drawing/2014/main" id="{386F20E0-FE6B-50A3-4A50-B36F801B878A}"/>
                </a:ext>
              </a:extLst>
            </p:cNvPr>
            <p:cNvGrpSpPr/>
            <p:nvPr/>
          </p:nvGrpSpPr>
          <p:grpSpPr>
            <a:xfrm>
              <a:off x="6292297" y="1090818"/>
              <a:ext cx="1280742" cy="246221"/>
              <a:chOff x="752589" y="2626239"/>
              <a:chExt cx="1280742" cy="246221"/>
            </a:xfrm>
          </p:grpSpPr>
          <p:pic>
            <p:nvPicPr>
              <p:cNvPr id="67" name="Graphique 66" descr="Base de données avec un remplissage uni">
                <a:extLst>
                  <a:ext uri="{FF2B5EF4-FFF2-40B4-BE49-F238E27FC236}">
                    <a16:creationId xmlns:a16="http://schemas.microsoft.com/office/drawing/2014/main" id="{D7D8F0B6-0068-80A0-1B58-3556B28DAEF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2589" y="2655273"/>
                <a:ext cx="174699" cy="174699"/>
              </a:xfrm>
              <a:prstGeom prst="rect">
                <a:avLst/>
              </a:prstGeom>
            </p:spPr>
          </p:pic>
          <p:sp>
            <p:nvSpPr>
              <p:cNvPr id="68" name="TextBox 132">
                <a:extLst>
                  <a:ext uri="{FF2B5EF4-FFF2-40B4-BE49-F238E27FC236}">
                    <a16:creationId xmlns:a16="http://schemas.microsoft.com/office/drawing/2014/main" id="{4789AE3F-571C-74A6-D2FF-450EDF108C32}"/>
                  </a:ext>
                </a:extLst>
              </p:cNvPr>
              <p:cNvSpPr txBox="1"/>
              <p:nvPr/>
            </p:nvSpPr>
            <p:spPr>
              <a:xfrm>
                <a:off x="839938" y="2626239"/>
                <a:ext cx="1193393" cy="246221"/>
              </a:xfrm>
              <a:prstGeom prst="rect">
                <a:avLst/>
              </a:prstGeom>
              <a:noFill/>
            </p:spPr>
            <p:txBody>
              <a:bodyPr wrap="square" rtlCol="0">
                <a:spAutoFit/>
              </a:bodyPr>
              <a:lstStyle/>
              <a:p>
                <a:r>
                  <a:rPr lang="fr-CA" sz="1000" dirty="0"/>
                  <a:t>lac1_data_lac()</a:t>
                </a:r>
              </a:p>
            </p:txBody>
          </p:sp>
        </p:grpSp>
        <p:sp>
          <p:nvSpPr>
            <p:cNvPr id="66" name="Rectangle: Rounded Corners 292">
              <a:extLst>
                <a:ext uri="{FF2B5EF4-FFF2-40B4-BE49-F238E27FC236}">
                  <a16:creationId xmlns:a16="http://schemas.microsoft.com/office/drawing/2014/main" id="{A169AB0B-92E6-B41A-2DDE-16A1957891B3}"/>
                </a:ext>
              </a:extLst>
            </p:cNvPr>
            <p:cNvSpPr/>
            <p:nvPr/>
          </p:nvSpPr>
          <p:spPr>
            <a:xfrm>
              <a:off x="6278184" y="1050476"/>
              <a:ext cx="1133114" cy="28656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grpSp>
        <p:nvGrpSpPr>
          <p:cNvPr id="69" name="Groupe 68">
            <a:extLst>
              <a:ext uri="{FF2B5EF4-FFF2-40B4-BE49-F238E27FC236}">
                <a16:creationId xmlns:a16="http://schemas.microsoft.com/office/drawing/2014/main" id="{24C180CB-97B9-533E-07B5-B6FFABBC2B73}"/>
              </a:ext>
            </a:extLst>
          </p:cNvPr>
          <p:cNvGrpSpPr/>
          <p:nvPr/>
        </p:nvGrpSpPr>
        <p:grpSpPr>
          <a:xfrm>
            <a:off x="1182011" y="3709216"/>
            <a:ext cx="1294855" cy="286563"/>
            <a:chOff x="6278184" y="1050476"/>
            <a:chExt cx="1294855" cy="286563"/>
          </a:xfrm>
        </p:grpSpPr>
        <p:grpSp>
          <p:nvGrpSpPr>
            <p:cNvPr id="70" name="Groupe 69">
              <a:extLst>
                <a:ext uri="{FF2B5EF4-FFF2-40B4-BE49-F238E27FC236}">
                  <a16:creationId xmlns:a16="http://schemas.microsoft.com/office/drawing/2014/main" id="{870A3A8C-294F-D8D5-9FD7-1C2893DEE3CA}"/>
                </a:ext>
              </a:extLst>
            </p:cNvPr>
            <p:cNvGrpSpPr/>
            <p:nvPr/>
          </p:nvGrpSpPr>
          <p:grpSpPr>
            <a:xfrm>
              <a:off x="6292297" y="1090818"/>
              <a:ext cx="1280742" cy="246221"/>
              <a:chOff x="752589" y="2626239"/>
              <a:chExt cx="1280742" cy="246221"/>
            </a:xfrm>
          </p:grpSpPr>
          <p:pic>
            <p:nvPicPr>
              <p:cNvPr id="72" name="Graphique 71" descr="Base de données avec un remplissage uni">
                <a:extLst>
                  <a:ext uri="{FF2B5EF4-FFF2-40B4-BE49-F238E27FC236}">
                    <a16:creationId xmlns:a16="http://schemas.microsoft.com/office/drawing/2014/main" id="{E617B77E-E205-CF24-5A50-5303FEC3B0E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2589" y="2655273"/>
                <a:ext cx="174699" cy="174699"/>
              </a:xfrm>
              <a:prstGeom prst="rect">
                <a:avLst/>
              </a:prstGeom>
            </p:spPr>
          </p:pic>
          <p:sp>
            <p:nvSpPr>
              <p:cNvPr id="73" name="TextBox 132">
                <a:extLst>
                  <a:ext uri="{FF2B5EF4-FFF2-40B4-BE49-F238E27FC236}">
                    <a16:creationId xmlns:a16="http://schemas.microsoft.com/office/drawing/2014/main" id="{2F5ECB4E-67D8-63FF-49E8-0DBAC8377348}"/>
                  </a:ext>
                </a:extLst>
              </p:cNvPr>
              <p:cNvSpPr txBox="1"/>
              <p:nvPr/>
            </p:nvSpPr>
            <p:spPr>
              <a:xfrm>
                <a:off x="839938" y="2626239"/>
                <a:ext cx="1193393" cy="246221"/>
              </a:xfrm>
              <a:prstGeom prst="rect">
                <a:avLst/>
              </a:prstGeom>
              <a:noFill/>
            </p:spPr>
            <p:txBody>
              <a:bodyPr wrap="square" rtlCol="0">
                <a:spAutoFit/>
              </a:bodyPr>
              <a:lstStyle/>
              <a:p>
                <a:r>
                  <a:rPr lang="fr-CA" sz="1000" dirty="0"/>
                  <a:t>lac1_data_lac()</a:t>
                </a:r>
              </a:p>
            </p:txBody>
          </p:sp>
        </p:grpSp>
        <p:sp>
          <p:nvSpPr>
            <p:cNvPr id="71" name="Rectangle: Rounded Corners 292">
              <a:extLst>
                <a:ext uri="{FF2B5EF4-FFF2-40B4-BE49-F238E27FC236}">
                  <a16:creationId xmlns:a16="http://schemas.microsoft.com/office/drawing/2014/main" id="{5AE425C7-1908-410D-B958-D53D3EE8CCA3}"/>
                </a:ext>
              </a:extLst>
            </p:cNvPr>
            <p:cNvSpPr/>
            <p:nvPr/>
          </p:nvSpPr>
          <p:spPr>
            <a:xfrm>
              <a:off x="6278184" y="1050476"/>
              <a:ext cx="1133114" cy="28656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spTree>
    <p:extLst>
      <p:ext uri="{BB962C8B-B14F-4D97-AF65-F5344CB8AC3E}">
        <p14:creationId xmlns:p14="http://schemas.microsoft.com/office/powerpoint/2010/main" val="35912903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solidFill>
          <a:srgbClr val="E5E5E5"/>
        </a:solidFill>
        <a:effectLst/>
      </p:bgPr>
    </p:bg>
    <p:spTree>
      <p:nvGrpSpPr>
        <p:cNvPr id="1" name=""/>
        <p:cNvGrpSpPr/>
        <p:nvPr/>
      </p:nvGrpSpPr>
      <p:grpSpPr>
        <a:xfrm>
          <a:off x="0" y="0"/>
          <a:ext cx="0" cy="0"/>
          <a:chOff x="0" y="0"/>
          <a:chExt cx="0" cy="0"/>
        </a:xfrm>
      </p:grpSpPr>
      <p:pic>
        <p:nvPicPr>
          <p:cNvPr id="3076" name="Picture 4" descr="LEGO MOC Coffee Maker by MuGo_Gonzalez | Rebrickable - Build with LEGO">
            <a:extLst>
              <a:ext uri="{FF2B5EF4-FFF2-40B4-BE49-F238E27FC236}">
                <a16:creationId xmlns:a16="http://schemas.microsoft.com/office/drawing/2014/main" id="{7D5AD8A9-9578-942A-AE63-FA1E3A8C74B1}"/>
              </a:ext>
            </a:extLst>
          </p:cNvPr>
          <p:cNvPicPr>
            <a:picLocks noChangeAspect="1"/>
          </p:cNvPicPr>
          <p:nvPr/>
        </p:nvPicPr>
        <p:blipFill>
          <a:blip r:embed="rId3">
            <a:extLst>
              <a:ext uri="{28A0092B-C50C-407E-A947-70E740481C1C}">
                <a14:useLocalDpi xmlns:a14="http://schemas.microsoft.com/office/drawing/2010/main" val="0"/>
              </a:ext>
            </a:extLst>
          </a:blip>
          <a:srcRect/>
          <a:stretch>
            <a:fillRect/>
          </a:stretch>
        </p:blipFill>
        <p:spPr bwMode="auto">
          <a:xfrm>
            <a:off x="1524000" y="0"/>
            <a:ext cx="9144000" cy="6858000"/>
          </a:xfrm>
          <a:prstGeom prst="rect">
            <a:avLst/>
          </a:prstGeom>
          <a:noFill/>
          <a:extLst>
            <a:ext uri="{909E8E84-426E-40DD-AFC4-6F175D3DCCD1}">
              <a14:hiddenFill xmlns:a14="http://schemas.microsoft.com/office/drawing/2010/main">
                <a:solidFill>
                  <a:srgbClr val="FFFFFF"/>
                </a:solidFill>
              </a14:hiddenFill>
            </a:ext>
          </a:extLst>
        </p:spPr>
      </p:pic>
      <p:grpSp>
        <p:nvGrpSpPr>
          <p:cNvPr id="2" name="Groupe 1">
            <a:extLst>
              <a:ext uri="{FF2B5EF4-FFF2-40B4-BE49-F238E27FC236}">
                <a16:creationId xmlns:a16="http://schemas.microsoft.com/office/drawing/2014/main" id="{67651CB2-95E8-84A2-4D1D-96396B51E997}"/>
              </a:ext>
            </a:extLst>
          </p:cNvPr>
          <p:cNvGrpSpPr/>
          <p:nvPr/>
        </p:nvGrpSpPr>
        <p:grpSpPr>
          <a:xfrm>
            <a:off x="239352" y="2724280"/>
            <a:ext cx="2334368" cy="963735"/>
            <a:chOff x="3110964" y="1248464"/>
            <a:chExt cx="2334368" cy="963735"/>
          </a:xfrm>
        </p:grpSpPr>
        <p:sp>
          <p:nvSpPr>
            <p:cNvPr id="3" name="Rectangle: Rounded Corners 292">
              <a:extLst>
                <a:ext uri="{FF2B5EF4-FFF2-40B4-BE49-F238E27FC236}">
                  <a16:creationId xmlns:a16="http://schemas.microsoft.com/office/drawing/2014/main" id="{5DBD5539-ADA0-7C18-9165-18AB9F0BEB79}"/>
                </a:ext>
              </a:extLst>
            </p:cNvPr>
            <p:cNvSpPr/>
            <p:nvPr/>
          </p:nvSpPr>
          <p:spPr>
            <a:xfrm>
              <a:off x="3110964" y="1248464"/>
              <a:ext cx="2270079" cy="963735"/>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nvGrpSpPr>
            <p:cNvPr id="4" name="Groupe 3">
              <a:extLst>
                <a:ext uri="{FF2B5EF4-FFF2-40B4-BE49-F238E27FC236}">
                  <a16:creationId xmlns:a16="http://schemas.microsoft.com/office/drawing/2014/main" id="{7A9AE402-F48F-D07E-663A-E19327205CEA}"/>
                </a:ext>
              </a:extLst>
            </p:cNvPr>
            <p:cNvGrpSpPr/>
            <p:nvPr/>
          </p:nvGrpSpPr>
          <p:grpSpPr>
            <a:xfrm>
              <a:off x="3269422" y="1391484"/>
              <a:ext cx="2175910" cy="692788"/>
              <a:chOff x="-118490" y="4976268"/>
              <a:chExt cx="2121583" cy="692788"/>
            </a:xfrm>
          </p:grpSpPr>
          <p:pic>
            <p:nvPicPr>
              <p:cNvPr id="5" name="Image 4">
                <a:extLst>
                  <a:ext uri="{FF2B5EF4-FFF2-40B4-BE49-F238E27FC236}">
                    <a16:creationId xmlns:a16="http://schemas.microsoft.com/office/drawing/2014/main" id="{64A88245-F7BE-60BD-7385-4951A0D69347}"/>
                  </a:ext>
                </a:extLst>
              </p:cNvPr>
              <p:cNvPicPr>
                <a:picLocks noChangeAspect="1"/>
              </p:cNvPicPr>
              <p:nvPr/>
            </p:nvPicPr>
            <p:blipFill>
              <a:blip r:embed="rId4"/>
              <a:srcRect l="32281" t="21446" r="38245" b="22906"/>
              <a:stretch/>
            </p:blipFill>
            <p:spPr>
              <a:xfrm>
                <a:off x="-118490" y="4976268"/>
                <a:ext cx="639604" cy="677693"/>
              </a:xfrm>
              <a:prstGeom prst="rect">
                <a:avLst/>
              </a:prstGeom>
            </p:spPr>
          </p:pic>
          <p:sp>
            <p:nvSpPr>
              <p:cNvPr id="6" name="TextBox 132">
                <a:extLst>
                  <a:ext uri="{FF2B5EF4-FFF2-40B4-BE49-F238E27FC236}">
                    <a16:creationId xmlns:a16="http://schemas.microsoft.com/office/drawing/2014/main" id="{0D3B9E8D-CA9D-ADC7-8472-0B4FF5A25973}"/>
                  </a:ext>
                </a:extLst>
              </p:cNvPr>
              <p:cNvSpPr txBox="1"/>
              <p:nvPr/>
            </p:nvSpPr>
            <p:spPr>
              <a:xfrm>
                <a:off x="548355" y="5084281"/>
                <a:ext cx="1454738" cy="584775"/>
              </a:xfrm>
              <a:prstGeom prst="rect">
                <a:avLst/>
              </a:prstGeom>
              <a:noFill/>
            </p:spPr>
            <p:txBody>
              <a:bodyPr wrap="square" rtlCol="0">
                <a:spAutoFit/>
              </a:bodyPr>
              <a:lstStyle/>
              <a:p>
                <a:r>
                  <a:rPr lang="fr-CA" sz="1600" dirty="0"/>
                  <a:t>formulaire_saisie_OER.xlsx</a:t>
                </a:r>
              </a:p>
            </p:txBody>
          </p:sp>
        </p:grpSp>
      </p:grpSp>
      <p:grpSp>
        <p:nvGrpSpPr>
          <p:cNvPr id="10" name="Groupe 9">
            <a:extLst>
              <a:ext uri="{FF2B5EF4-FFF2-40B4-BE49-F238E27FC236}">
                <a16:creationId xmlns:a16="http://schemas.microsoft.com/office/drawing/2014/main" id="{3EC9B4D2-22FA-CE2F-DFB2-86338042909F}"/>
              </a:ext>
            </a:extLst>
          </p:cNvPr>
          <p:cNvGrpSpPr>
            <a:grpSpLocks/>
          </p:cNvGrpSpPr>
          <p:nvPr/>
        </p:nvGrpSpPr>
        <p:grpSpPr>
          <a:xfrm>
            <a:off x="9705532" y="2804204"/>
            <a:ext cx="2309505" cy="755884"/>
            <a:chOff x="8428122" y="5794118"/>
            <a:chExt cx="2309505" cy="755884"/>
          </a:xfrm>
        </p:grpSpPr>
        <p:grpSp>
          <p:nvGrpSpPr>
            <p:cNvPr id="16" name="Groupe 15">
              <a:extLst>
                <a:ext uri="{FF2B5EF4-FFF2-40B4-BE49-F238E27FC236}">
                  <a16:creationId xmlns:a16="http://schemas.microsoft.com/office/drawing/2014/main" id="{1D100F56-78BF-EE16-706F-A61DB4D32384}"/>
                </a:ext>
              </a:extLst>
            </p:cNvPr>
            <p:cNvGrpSpPr>
              <a:grpSpLocks/>
            </p:cNvGrpSpPr>
            <p:nvPr/>
          </p:nvGrpSpPr>
          <p:grpSpPr>
            <a:xfrm>
              <a:off x="8593786" y="5794118"/>
              <a:ext cx="2143841" cy="755884"/>
              <a:chOff x="3237202" y="1248465"/>
              <a:chExt cx="2143841" cy="755884"/>
            </a:xfrm>
          </p:grpSpPr>
          <p:sp>
            <p:nvSpPr>
              <p:cNvPr id="18" name="Rectangle: Rounded Corners 292">
                <a:extLst>
                  <a:ext uri="{FF2B5EF4-FFF2-40B4-BE49-F238E27FC236}">
                    <a16:creationId xmlns:a16="http://schemas.microsoft.com/office/drawing/2014/main" id="{F16E8EC1-02C6-8FE2-F02B-418A45E9BD70}"/>
                  </a:ext>
                </a:extLst>
              </p:cNvPr>
              <p:cNvSpPr>
                <a:spLocks/>
              </p:cNvSpPr>
              <p:nvPr/>
            </p:nvSpPr>
            <p:spPr>
              <a:xfrm>
                <a:off x="3237202" y="1248465"/>
                <a:ext cx="2143841" cy="755884"/>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sp>
            <p:nvSpPr>
              <p:cNvPr id="19" name="TextBox 132">
                <a:extLst>
                  <a:ext uri="{FF2B5EF4-FFF2-40B4-BE49-F238E27FC236}">
                    <a16:creationId xmlns:a16="http://schemas.microsoft.com/office/drawing/2014/main" id="{F62FBBB2-0561-0D2E-8160-6C62D8D6E832}"/>
                  </a:ext>
                </a:extLst>
              </p:cNvPr>
              <p:cNvSpPr txBox="1">
                <a:spLocks/>
              </p:cNvSpPr>
              <p:nvPr/>
            </p:nvSpPr>
            <p:spPr>
              <a:xfrm>
                <a:off x="4061213" y="1264558"/>
                <a:ext cx="1319830" cy="646331"/>
              </a:xfrm>
              <a:prstGeom prst="rect">
                <a:avLst/>
              </a:prstGeom>
              <a:noFill/>
            </p:spPr>
            <p:txBody>
              <a:bodyPr wrap="square" rtlCol="0">
                <a:spAutoFit/>
              </a:bodyPr>
              <a:lstStyle/>
              <a:p>
                <a:r>
                  <a:rPr lang="fr-CA" dirty="0"/>
                  <a:t>resultats_OER.docx</a:t>
                </a:r>
              </a:p>
            </p:txBody>
          </p:sp>
        </p:grpSp>
        <p:pic>
          <p:nvPicPr>
            <p:cNvPr id="17" name="Picture 2" descr="Microsoft Word Logo : histoire, signification de l'emblème">
              <a:extLst>
                <a:ext uri="{FF2B5EF4-FFF2-40B4-BE49-F238E27FC236}">
                  <a16:creationId xmlns:a16="http://schemas.microsoft.com/office/drawing/2014/main" id="{59A45675-D95E-2664-BAD7-1F0934CE1CC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8428122" y="5904181"/>
              <a:ext cx="1088498" cy="612280"/>
            </a:xfrm>
            <a:prstGeom prst="rect">
              <a:avLst/>
            </a:prstGeom>
            <a:noFill/>
            <a:extLst>
              <a:ext uri="{909E8E84-426E-40DD-AFC4-6F175D3DCCD1}">
                <a14:hiddenFill xmlns:a14="http://schemas.microsoft.com/office/drawing/2010/main">
                  <a:solidFill>
                    <a:srgbClr val="FFFFFF"/>
                  </a:solidFill>
                </a14:hiddenFill>
              </a:ext>
            </a:extLst>
          </p:spPr>
        </p:pic>
      </p:grpSp>
      <p:sp>
        <p:nvSpPr>
          <p:cNvPr id="20" name="Rectangle 19">
            <a:extLst>
              <a:ext uri="{FF2B5EF4-FFF2-40B4-BE49-F238E27FC236}">
                <a16:creationId xmlns:a16="http://schemas.microsoft.com/office/drawing/2014/main" id="{4237BD29-A651-97AD-A071-D77EBD89E120}"/>
              </a:ext>
            </a:extLst>
          </p:cNvPr>
          <p:cNvSpPr/>
          <p:nvPr/>
        </p:nvSpPr>
        <p:spPr>
          <a:xfrm>
            <a:off x="0" y="102662"/>
            <a:ext cx="4315733" cy="923330"/>
          </a:xfrm>
          <a:prstGeom prst="rect">
            <a:avLst/>
          </a:prstGeom>
          <a:noFill/>
        </p:spPr>
        <p:txBody>
          <a:bodyPr wrap="none" lIns="91440" tIns="45720" rIns="91440" bIns="45720">
            <a:spAutoFit/>
          </a:bodyPr>
          <a:lstStyle/>
          <a:p>
            <a:pPr algn="ctr"/>
            <a:r>
              <a:rPr lang="fr-FR" sz="5400" b="0" cap="none" spc="0" dirty="0" err="1">
                <a:ln w="0"/>
                <a:solidFill>
                  <a:schemeClr val="tx1"/>
                </a:solidFill>
                <a:effectLst>
                  <a:outerShdw blurRad="38100" dist="19050" dir="2700000" algn="tl" rotWithShape="0">
                    <a:schemeClr val="dk1">
                      <a:alpha val="40000"/>
                    </a:schemeClr>
                  </a:outerShdw>
                </a:effectLst>
              </a:rPr>
              <a:t>OERacle</a:t>
            </a:r>
            <a:r>
              <a:rPr lang="fr-FR" sz="5400" b="0" cap="none" spc="0" dirty="0">
                <a:ln w="0"/>
                <a:solidFill>
                  <a:schemeClr val="tx1"/>
                </a:solidFill>
                <a:effectLst>
                  <a:outerShdw blurRad="38100" dist="19050" dir="2700000" algn="tl" rotWithShape="0">
                    <a:schemeClr val="dk1">
                      <a:alpha val="40000"/>
                    </a:schemeClr>
                  </a:outerShdw>
                </a:effectLst>
              </a:rPr>
              <a:t> v.1.0</a:t>
            </a:r>
          </a:p>
        </p:txBody>
      </p:sp>
      <p:grpSp>
        <p:nvGrpSpPr>
          <p:cNvPr id="24" name="Graphique 22" descr="Flèche en cercle contour">
            <a:extLst>
              <a:ext uri="{FF2B5EF4-FFF2-40B4-BE49-F238E27FC236}">
                <a16:creationId xmlns:a16="http://schemas.microsoft.com/office/drawing/2014/main" id="{C292D71F-8772-1E11-0C0F-6E0CD210A580}"/>
              </a:ext>
            </a:extLst>
          </p:cNvPr>
          <p:cNvGrpSpPr/>
          <p:nvPr/>
        </p:nvGrpSpPr>
        <p:grpSpPr>
          <a:xfrm>
            <a:off x="5034308" y="2714833"/>
            <a:ext cx="1632054" cy="1583629"/>
            <a:chOff x="5034308" y="2714833"/>
            <a:chExt cx="1632054" cy="1583629"/>
          </a:xfrm>
          <a:solidFill>
            <a:srgbClr val="FFC000"/>
          </a:solidFill>
        </p:grpSpPr>
        <p:sp>
          <p:nvSpPr>
            <p:cNvPr id="25" name="Forme libre : forme 24">
              <a:extLst>
                <a:ext uri="{FF2B5EF4-FFF2-40B4-BE49-F238E27FC236}">
                  <a16:creationId xmlns:a16="http://schemas.microsoft.com/office/drawing/2014/main" id="{4AE024BE-26E6-6EC8-7E24-F67252279269}"/>
                </a:ext>
              </a:extLst>
            </p:cNvPr>
            <p:cNvSpPr/>
            <p:nvPr/>
          </p:nvSpPr>
          <p:spPr>
            <a:xfrm>
              <a:off x="6003314" y="3151470"/>
              <a:ext cx="663047" cy="1146992"/>
            </a:xfrm>
            <a:custGeom>
              <a:avLst/>
              <a:gdLst>
                <a:gd name="connsiteX0" fmla="*/ 663047 w 663047"/>
                <a:gd name="connsiteY0" fmla="*/ 293543 h 1146992"/>
                <a:gd name="connsiteX1" fmla="*/ 608332 w 663047"/>
                <a:gd name="connsiteY1" fmla="*/ 15610 h 1146992"/>
                <a:gd name="connsiteX2" fmla="*/ 575432 w 663047"/>
                <a:gd name="connsiteY2" fmla="*/ 1906 h 1146992"/>
                <a:gd name="connsiteX3" fmla="*/ 561728 w 663047"/>
                <a:gd name="connsiteY3" fmla="*/ 34805 h 1146992"/>
                <a:gd name="connsiteX4" fmla="*/ 190406 w 663047"/>
                <a:gd name="connsiteY4" fmla="*/ 922792 h 1146992"/>
                <a:gd name="connsiteX5" fmla="*/ 74582 w 663047"/>
                <a:gd name="connsiteY5" fmla="*/ 958639 h 1146992"/>
                <a:gd name="connsiteX6" fmla="*/ 74280 w 663047"/>
                <a:gd name="connsiteY6" fmla="*/ 958261 h 1146992"/>
                <a:gd name="connsiteX7" fmla="*/ 174742 w 663047"/>
                <a:gd name="connsiteY7" fmla="*/ 780664 h 1146992"/>
                <a:gd name="connsiteX8" fmla="*/ 167663 w 663047"/>
                <a:gd name="connsiteY8" fmla="*/ 745749 h 1146992"/>
                <a:gd name="connsiteX9" fmla="*/ 132749 w 663047"/>
                <a:gd name="connsiteY9" fmla="*/ 752828 h 1146992"/>
                <a:gd name="connsiteX10" fmla="*/ 130960 w 663047"/>
                <a:gd name="connsiteY10" fmla="*/ 756002 h 1146992"/>
                <a:gd name="connsiteX11" fmla="*/ 3266 w 663047"/>
                <a:gd name="connsiteY11" fmla="*/ 981790 h 1146992"/>
                <a:gd name="connsiteX12" fmla="*/ 12799 w 663047"/>
                <a:gd name="connsiteY12" fmla="*/ 1016118 h 1146992"/>
                <a:gd name="connsiteX13" fmla="*/ 12814 w 663047"/>
                <a:gd name="connsiteY13" fmla="*/ 1016125 h 1146992"/>
                <a:gd name="connsiteX14" fmla="*/ 238173 w 663047"/>
                <a:gd name="connsiteY14" fmla="*/ 1143567 h 1146992"/>
                <a:gd name="connsiteX15" fmla="*/ 272620 w 663047"/>
                <a:gd name="connsiteY15" fmla="*/ 1134473 h 1146992"/>
                <a:gd name="connsiteX16" fmla="*/ 263526 w 663047"/>
                <a:gd name="connsiteY16" fmla="*/ 1100029 h 1146992"/>
                <a:gd name="connsiteX17" fmla="*/ 262961 w 663047"/>
                <a:gd name="connsiteY17" fmla="*/ 1099709 h 1146992"/>
                <a:gd name="connsiteX18" fmla="*/ 97153 w 663047"/>
                <a:gd name="connsiteY18" fmla="*/ 1005948 h 1146992"/>
                <a:gd name="connsiteX19" fmla="*/ 97153 w 663047"/>
                <a:gd name="connsiteY19" fmla="*/ 1005495 h 1146992"/>
                <a:gd name="connsiteX20" fmla="*/ 663047 w 663047"/>
                <a:gd name="connsiteY20" fmla="*/ 293543 h 1146992"/>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663047" h="1146992">
                  <a:moveTo>
                    <a:pt x="663047" y="293543"/>
                  </a:moveTo>
                  <a:cubicBezTo>
                    <a:pt x="663216" y="198208"/>
                    <a:pt x="644622" y="103769"/>
                    <a:pt x="608332" y="15610"/>
                  </a:cubicBezTo>
                  <a:cubicBezTo>
                    <a:pt x="603032" y="2740"/>
                    <a:pt x="588302" y="-3394"/>
                    <a:pt x="575432" y="1906"/>
                  </a:cubicBezTo>
                  <a:cubicBezTo>
                    <a:pt x="562562" y="7206"/>
                    <a:pt x="556428" y="21935"/>
                    <a:pt x="561728" y="34805"/>
                  </a:cubicBezTo>
                  <a:cubicBezTo>
                    <a:pt x="704400" y="382554"/>
                    <a:pt x="538154" y="780120"/>
                    <a:pt x="190406" y="922792"/>
                  </a:cubicBezTo>
                  <a:cubicBezTo>
                    <a:pt x="152942" y="938164"/>
                    <a:pt x="114180" y="950160"/>
                    <a:pt x="74582" y="958639"/>
                  </a:cubicBezTo>
                  <a:cubicBezTo>
                    <a:pt x="74255" y="958639"/>
                    <a:pt x="74129" y="958639"/>
                    <a:pt x="74280" y="958261"/>
                  </a:cubicBezTo>
                  <a:lnTo>
                    <a:pt x="174742" y="780664"/>
                  </a:lnTo>
                  <a:cubicBezTo>
                    <a:pt x="182428" y="769068"/>
                    <a:pt x="179259" y="753435"/>
                    <a:pt x="167663" y="745749"/>
                  </a:cubicBezTo>
                  <a:cubicBezTo>
                    <a:pt x="156068" y="738061"/>
                    <a:pt x="140434" y="741232"/>
                    <a:pt x="132749" y="752828"/>
                  </a:cubicBezTo>
                  <a:cubicBezTo>
                    <a:pt x="132076" y="753840"/>
                    <a:pt x="131479" y="754901"/>
                    <a:pt x="130960" y="756002"/>
                  </a:cubicBezTo>
                  <a:lnTo>
                    <a:pt x="3266" y="981790"/>
                  </a:lnTo>
                  <a:cubicBezTo>
                    <a:pt x="-3581" y="993902"/>
                    <a:pt x="687" y="1009271"/>
                    <a:pt x="12799" y="1016118"/>
                  </a:cubicBezTo>
                  <a:cubicBezTo>
                    <a:pt x="12804" y="1016120"/>
                    <a:pt x="12809" y="1016123"/>
                    <a:pt x="12814" y="1016125"/>
                  </a:cubicBezTo>
                  <a:lnTo>
                    <a:pt x="238173" y="1143567"/>
                  </a:lnTo>
                  <a:cubicBezTo>
                    <a:pt x="250197" y="1150568"/>
                    <a:pt x="265619" y="1146497"/>
                    <a:pt x="272620" y="1134473"/>
                  </a:cubicBezTo>
                  <a:cubicBezTo>
                    <a:pt x="279620" y="1122452"/>
                    <a:pt x="275549" y="1107030"/>
                    <a:pt x="263526" y="1100029"/>
                  </a:cubicBezTo>
                  <a:cubicBezTo>
                    <a:pt x="263339" y="1099921"/>
                    <a:pt x="263150" y="1099813"/>
                    <a:pt x="262961" y="1099709"/>
                  </a:cubicBezTo>
                  <a:lnTo>
                    <a:pt x="97153" y="1005948"/>
                  </a:lnTo>
                  <a:cubicBezTo>
                    <a:pt x="96851" y="1005772"/>
                    <a:pt x="96902" y="1005570"/>
                    <a:pt x="97153" y="1005495"/>
                  </a:cubicBezTo>
                  <a:cubicBezTo>
                    <a:pt x="427875" y="927828"/>
                    <a:pt x="662011" y="633261"/>
                    <a:pt x="663047" y="293543"/>
                  </a:cubicBezTo>
                  <a:close/>
                </a:path>
              </a:pathLst>
            </a:custGeom>
            <a:grpFill/>
            <a:ln w="25102" cap="flat">
              <a:noFill/>
              <a:prstDash val="solid"/>
              <a:miter/>
            </a:ln>
          </p:spPr>
          <p:txBody>
            <a:bodyPr rtlCol="0" anchor="ctr"/>
            <a:lstStyle/>
            <a:p>
              <a:endParaRPr lang="fr-CA"/>
            </a:p>
          </p:txBody>
        </p:sp>
        <p:sp>
          <p:nvSpPr>
            <p:cNvPr id="26" name="Forme libre : forme 25">
              <a:extLst>
                <a:ext uri="{FF2B5EF4-FFF2-40B4-BE49-F238E27FC236}">
                  <a16:creationId xmlns:a16="http://schemas.microsoft.com/office/drawing/2014/main" id="{6E27241D-8DFE-CE80-5624-1A10812D716C}"/>
                </a:ext>
              </a:extLst>
            </p:cNvPr>
            <p:cNvSpPr/>
            <p:nvPr/>
          </p:nvSpPr>
          <p:spPr>
            <a:xfrm>
              <a:off x="5034308" y="3149850"/>
              <a:ext cx="833162" cy="1019458"/>
            </a:xfrm>
            <a:custGeom>
              <a:avLst/>
              <a:gdLst>
                <a:gd name="connsiteX0" fmla="*/ 811150 w 833162"/>
                <a:gd name="connsiteY0" fmla="*/ 969227 h 1019458"/>
                <a:gd name="connsiteX1" fmla="*/ 561607 w 833162"/>
                <a:gd name="connsiteY1" fmla="*/ 883980 h 1019458"/>
                <a:gd name="connsiteX2" fmla="*/ 254477 w 833162"/>
                <a:gd name="connsiteY2" fmla="*/ 86002 h 1019458"/>
                <a:gd name="connsiteX3" fmla="*/ 254931 w 833162"/>
                <a:gd name="connsiteY3" fmla="*/ 86002 h 1019458"/>
                <a:gd name="connsiteX4" fmla="*/ 358088 w 833162"/>
                <a:gd name="connsiteY4" fmla="*/ 261735 h 1019458"/>
                <a:gd name="connsiteX5" fmla="*/ 392587 w 833162"/>
                <a:gd name="connsiteY5" fmla="*/ 270665 h 1019458"/>
                <a:gd name="connsiteX6" fmla="*/ 401518 w 833162"/>
                <a:gd name="connsiteY6" fmla="*/ 236166 h 1019458"/>
                <a:gd name="connsiteX7" fmla="*/ 270222 w 833162"/>
                <a:gd name="connsiteY7" fmla="*/ 12443 h 1019458"/>
                <a:gd name="connsiteX8" fmla="*/ 235745 w 833162"/>
                <a:gd name="connsiteY8" fmla="*/ 3470 h 1019458"/>
                <a:gd name="connsiteX9" fmla="*/ 235735 w 833162"/>
                <a:gd name="connsiteY9" fmla="*/ 3475 h 1019458"/>
                <a:gd name="connsiteX10" fmla="*/ 12441 w 833162"/>
                <a:gd name="connsiteY10" fmla="*/ 134469 h 1019458"/>
                <a:gd name="connsiteX11" fmla="*/ 3473 w 833162"/>
                <a:gd name="connsiteY11" fmla="*/ 168956 h 1019458"/>
                <a:gd name="connsiteX12" fmla="*/ 37959 w 833162"/>
                <a:gd name="connsiteY12" fmla="*/ 177924 h 1019458"/>
                <a:gd name="connsiteX13" fmla="*/ 202558 w 833162"/>
                <a:gd name="connsiteY13" fmla="*/ 81316 h 1019458"/>
                <a:gd name="connsiteX14" fmla="*/ 202911 w 833162"/>
                <a:gd name="connsiteY14" fmla="*/ 81593 h 1019458"/>
                <a:gd name="connsiteX15" fmla="*/ 689198 w 833162"/>
                <a:gd name="connsiteY15" fmla="*/ 994066 h 1019458"/>
                <a:gd name="connsiteX16" fmla="*/ 804450 w 833162"/>
                <a:gd name="connsiteY16" fmla="*/ 1019232 h 1019458"/>
                <a:gd name="connsiteX17" fmla="*/ 807850 w 833162"/>
                <a:gd name="connsiteY17" fmla="*/ 1019458 h 1019458"/>
                <a:gd name="connsiteX18" fmla="*/ 833162 w 833162"/>
                <a:gd name="connsiteY18" fmla="*/ 994391 h 1019458"/>
                <a:gd name="connsiteX19" fmla="*/ 811150 w 833162"/>
                <a:gd name="connsiteY19" fmla="*/ 969278 h 1019458"/>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Lst>
              <a:rect l="l" t="t" r="r" b="b"/>
              <a:pathLst>
                <a:path w="833162" h="1019458">
                  <a:moveTo>
                    <a:pt x="811150" y="969227"/>
                  </a:moveTo>
                  <a:cubicBezTo>
                    <a:pt x="723178" y="957473"/>
                    <a:pt x="638385" y="928506"/>
                    <a:pt x="561607" y="883980"/>
                  </a:cubicBezTo>
                  <a:cubicBezTo>
                    <a:pt x="284744" y="722944"/>
                    <a:pt x="157025" y="391106"/>
                    <a:pt x="254477" y="86002"/>
                  </a:cubicBezTo>
                  <a:cubicBezTo>
                    <a:pt x="254477" y="85699"/>
                    <a:pt x="254779" y="85674"/>
                    <a:pt x="254931" y="86002"/>
                  </a:cubicBezTo>
                  <a:lnTo>
                    <a:pt x="358088" y="261735"/>
                  </a:lnTo>
                  <a:cubicBezTo>
                    <a:pt x="365149" y="273728"/>
                    <a:pt x="380594" y="277726"/>
                    <a:pt x="392587" y="270665"/>
                  </a:cubicBezTo>
                  <a:cubicBezTo>
                    <a:pt x="404581" y="263604"/>
                    <a:pt x="408579" y="248159"/>
                    <a:pt x="401518" y="236166"/>
                  </a:cubicBezTo>
                  <a:lnTo>
                    <a:pt x="270222" y="12443"/>
                  </a:lnTo>
                  <a:cubicBezTo>
                    <a:pt x="263178" y="445"/>
                    <a:pt x="247744" y="-3573"/>
                    <a:pt x="235745" y="3470"/>
                  </a:cubicBezTo>
                  <a:cubicBezTo>
                    <a:pt x="235742" y="3470"/>
                    <a:pt x="235737" y="3473"/>
                    <a:pt x="235735" y="3475"/>
                  </a:cubicBezTo>
                  <a:lnTo>
                    <a:pt x="12441" y="134469"/>
                  </a:lnTo>
                  <a:cubicBezTo>
                    <a:pt x="442" y="141515"/>
                    <a:pt x="-3573" y="156957"/>
                    <a:pt x="3473" y="168956"/>
                  </a:cubicBezTo>
                  <a:cubicBezTo>
                    <a:pt x="10519" y="180954"/>
                    <a:pt x="25961" y="184970"/>
                    <a:pt x="37959" y="177924"/>
                  </a:cubicBezTo>
                  <a:lnTo>
                    <a:pt x="202558" y="81316"/>
                  </a:lnTo>
                  <a:cubicBezTo>
                    <a:pt x="202861" y="81140"/>
                    <a:pt x="203012" y="81316"/>
                    <a:pt x="202911" y="81593"/>
                  </a:cubicBezTo>
                  <a:cubicBezTo>
                    <a:pt x="85223" y="467849"/>
                    <a:pt x="302940" y="876378"/>
                    <a:pt x="689198" y="994066"/>
                  </a:cubicBezTo>
                  <a:cubicBezTo>
                    <a:pt x="726874" y="1005545"/>
                    <a:pt x="765416" y="1013962"/>
                    <a:pt x="804450" y="1019232"/>
                  </a:cubicBezTo>
                  <a:cubicBezTo>
                    <a:pt x="805576" y="1019383"/>
                    <a:pt x="806714" y="1019458"/>
                    <a:pt x="807850" y="1019458"/>
                  </a:cubicBezTo>
                  <a:cubicBezTo>
                    <a:pt x="821763" y="1019526"/>
                    <a:pt x="833097" y="1008301"/>
                    <a:pt x="833162" y="994391"/>
                  </a:cubicBezTo>
                  <a:cubicBezTo>
                    <a:pt x="833225" y="981659"/>
                    <a:pt x="823779" y="970885"/>
                    <a:pt x="811150" y="969278"/>
                  </a:cubicBezTo>
                  <a:close/>
                </a:path>
              </a:pathLst>
            </a:custGeom>
            <a:grpFill/>
            <a:ln w="25102" cap="flat">
              <a:noFill/>
              <a:prstDash val="solid"/>
              <a:miter/>
            </a:ln>
          </p:spPr>
          <p:txBody>
            <a:bodyPr rtlCol="0" anchor="ctr"/>
            <a:lstStyle/>
            <a:p>
              <a:endParaRPr lang="fr-CA"/>
            </a:p>
          </p:txBody>
        </p:sp>
        <p:sp>
          <p:nvSpPr>
            <p:cNvPr id="27" name="Forme libre : forme 26">
              <a:extLst>
                <a:ext uri="{FF2B5EF4-FFF2-40B4-BE49-F238E27FC236}">
                  <a16:creationId xmlns:a16="http://schemas.microsoft.com/office/drawing/2014/main" id="{5C46F639-BE41-86E0-F0C0-B3EA642C4EBE}"/>
                </a:ext>
              </a:extLst>
            </p:cNvPr>
            <p:cNvSpPr/>
            <p:nvPr/>
          </p:nvSpPr>
          <p:spPr>
            <a:xfrm>
              <a:off x="5352217" y="2714833"/>
              <a:ext cx="1169597" cy="325333"/>
            </a:xfrm>
            <a:custGeom>
              <a:avLst/>
              <a:gdLst>
                <a:gd name="connsiteX0" fmla="*/ 1087550 w 1169597"/>
                <a:gd name="connsiteY0" fmla="*/ 273516 h 325333"/>
                <a:gd name="connsiteX1" fmla="*/ 1087374 w 1169597"/>
                <a:gd name="connsiteY1" fmla="*/ 273944 h 325333"/>
                <a:gd name="connsiteX2" fmla="*/ 884812 w 1169597"/>
                <a:gd name="connsiteY2" fmla="*/ 274952 h 325333"/>
                <a:gd name="connsiteX3" fmla="*/ 859684 w 1169597"/>
                <a:gd name="connsiteY3" fmla="*/ 300206 h 325333"/>
                <a:gd name="connsiteX4" fmla="*/ 884938 w 1169597"/>
                <a:gd name="connsiteY4" fmla="*/ 325334 h 325333"/>
                <a:gd name="connsiteX5" fmla="*/ 884938 w 1169597"/>
                <a:gd name="connsiteY5" fmla="*/ 325334 h 325333"/>
                <a:gd name="connsiteX6" fmla="*/ 1144407 w 1169597"/>
                <a:gd name="connsiteY6" fmla="*/ 324049 h 325333"/>
                <a:gd name="connsiteX7" fmla="*/ 1169598 w 1169597"/>
                <a:gd name="connsiteY7" fmla="*/ 298858 h 325333"/>
                <a:gd name="connsiteX8" fmla="*/ 1168237 w 1169597"/>
                <a:gd name="connsiteY8" fmla="*/ 39843 h 325333"/>
                <a:gd name="connsiteX9" fmla="*/ 1145001 w 1169597"/>
                <a:gd name="connsiteY9" fmla="*/ 14652 h 325333"/>
                <a:gd name="connsiteX10" fmla="*/ 1143046 w 1169597"/>
                <a:gd name="connsiteY10" fmla="*/ 14652 h 325333"/>
                <a:gd name="connsiteX11" fmla="*/ 1117855 w 1169597"/>
                <a:gd name="connsiteY11" fmla="*/ 39843 h 325333"/>
                <a:gd name="connsiteX12" fmla="*/ 1117855 w 1169597"/>
                <a:gd name="connsiteY12" fmla="*/ 39969 h 325333"/>
                <a:gd name="connsiteX13" fmla="*/ 1118812 w 1169597"/>
                <a:gd name="connsiteY13" fmla="*/ 231698 h 325333"/>
                <a:gd name="connsiteX14" fmla="*/ 1118384 w 1169597"/>
                <a:gd name="connsiteY14" fmla="*/ 231875 h 325333"/>
                <a:gd name="connsiteX15" fmla="*/ 218482 w 1169597"/>
                <a:gd name="connsiteY15" fmla="*/ 97127 h 325333"/>
                <a:gd name="connsiteX16" fmla="*/ 5164 w 1169597"/>
                <a:gd name="connsiteY16" fmla="*/ 283542 h 325333"/>
                <a:gd name="connsiteX17" fmla="*/ 9915 w 1169597"/>
                <a:gd name="connsiteY17" fmla="*/ 318850 h 325333"/>
                <a:gd name="connsiteX18" fmla="*/ 45066 w 1169597"/>
                <a:gd name="connsiteY18" fmla="*/ 314300 h 325333"/>
                <a:gd name="connsiteX19" fmla="*/ 243673 w 1169597"/>
                <a:gd name="connsiteY19" fmla="*/ 140834 h 325333"/>
                <a:gd name="connsiteX20" fmla="*/ 1087550 w 1169597"/>
                <a:gd name="connsiteY20" fmla="*/ 273516 h 325333"/>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Lst>
              <a:rect l="l" t="t" r="r" b="b"/>
              <a:pathLst>
                <a:path w="1169597" h="325333">
                  <a:moveTo>
                    <a:pt x="1087550" y="273516"/>
                  </a:moveTo>
                  <a:cubicBezTo>
                    <a:pt x="1087777" y="273742"/>
                    <a:pt x="1087701" y="273944"/>
                    <a:pt x="1087374" y="273944"/>
                  </a:cubicBezTo>
                  <a:lnTo>
                    <a:pt x="884812" y="274952"/>
                  </a:lnTo>
                  <a:cubicBezTo>
                    <a:pt x="870899" y="274987"/>
                    <a:pt x="859649" y="286293"/>
                    <a:pt x="859684" y="300206"/>
                  </a:cubicBezTo>
                  <a:cubicBezTo>
                    <a:pt x="859719" y="314119"/>
                    <a:pt x="871025" y="325369"/>
                    <a:pt x="884938" y="325334"/>
                  </a:cubicBezTo>
                  <a:lnTo>
                    <a:pt x="884938" y="325334"/>
                  </a:lnTo>
                  <a:lnTo>
                    <a:pt x="1144407" y="324049"/>
                  </a:lnTo>
                  <a:cubicBezTo>
                    <a:pt x="1158320" y="324049"/>
                    <a:pt x="1169598" y="312771"/>
                    <a:pt x="1169598" y="298858"/>
                  </a:cubicBezTo>
                  <a:lnTo>
                    <a:pt x="1168237" y="39843"/>
                  </a:lnTo>
                  <a:cubicBezTo>
                    <a:pt x="1168777" y="26469"/>
                    <a:pt x="1158373" y="15191"/>
                    <a:pt x="1145001" y="14652"/>
                  </a:cubicBezTo>
                  <a:cubicBezTo>
                    <a:pt x="1144349" y="14627"/>
                    <a:pt x="1143696" y="14627"/>
                    <a:pt x="1143046" y="14652"/>
                  </a:cubicBezTo>
                  <a:cubicBezTo>
                    <a:pt x="1129133" y="14652"/>
                    <a:pt x="1117855" y="25930"/>
                    <a:pt x="1117855" y="39843"/>
                  </a:cubicBezTo>
                  <a:cubicBezTo>
                    <a:pt x="1117855" y="39886"/>
                    <a:pt x="1117855" y="39926"/>
                    <a:pt x="1117855" y="39969"/>
                  </a:cubicBezTo>
                  <a:lnTo>
                    <a:pt x="1118812" y="231698"/>
                  </a:lnTo>
                  <a:cubicBezTo>
                    <a:pt x="1118812" y="232051"/>
                    <a:pt x="1118636" y="232127"/>
                    <a:pt x="1118384" y="231875"/>
                  </a:cubicBezTo>
                  <a:cubicBezTo>
                    <a:pt x="885878" y="-16134"/>
                    <a:pt x="513435" y="-71902"/>
                    <a:pt x="218482" y="97127"/>
                  </a:cubicBezTo>
                  <a:cubicBezTo>
                    <a:pt x="135827" y="144658"/>
                    <a:pt x="63342" y="208001"/>
                    <a:pt x="5164" y="283542"/>
                  </a:cubicBezTo>
                  <a:cubicBezTo>
                    <a:pt x="-3275" y="294603"/>
                    <a:pt x="-1147" y="310411"/>
                    <a:pt x="9915" y="318850"/>
                  </a:cubicBezTo>
                  <a:cubicBezTo>
                    <a:pt x="20898" y="327226"/>
                    <a:pt x="36577" y="325198"/>
                    <a:pt x="45066" y="314300"/>
                  </a:cubicBezTo>
                  <a:cubicBezTo>
                    <a:pt x="99235" y="243997"/>
                    <a:pt x="166722" y="185052"/>
                    <a:pt x="243673" y="140834"/>
                  </a:cubicBezTo>
                  <a:cubicBezTo>
                    <a:pt x="521292" y="-18215"/>
                    <a:pt x="872133" y="36948"/>
                    <a:pt x="1087550" y="273516"/>
                  </a:cubicBezTo>
                  <a:close/>
                </a:path>
              </a:pathLst>
            </a:custGeom>
            <a:grpFill/>
            <a:ln w="25102" cap="flat">
              <a:noFill/>
              <a:prstDash val="solid"/>
              <a:miter/>
            </a:ln>
          </p:spPr>
          <p:txBody>
            <a:bodyPr rtlCol="0" anchor="ctr"/>
            <a:lstStyle/>
            <a:p>
              <a:endParaRPr lang="fr-CA"/>
            </a:p>
          </p:txBody>
        </p:sp>
      </p:grpSp>
      <p:sp>
        <p:nvSpPr>
          <p:cNvPr id="30" name="Graphique 28" descr="Flèche vers la droite avec un remplissage uni">
            <a:extLst>
              <a:ext uri="{FF2B5EF4-FFF2-40B4-BE49-F238E27FC236}">
                <a16:creationId xmlns:a16="http://schemas.microsoft.com/office/drawing/2014/main" id="{CFFDF31E-F5BD-8985-6627-C5CC01084023}"/>
              </a:ext>
            </a:extLst>
          </p:cNvPr>
          <p:cNvSpPr/>
          <p:nvPr/>
        </p:nvSpPr>
        <p:spPr>
          <a:xfrm>
            <a:off x="2510473" y="2911843"/>
            <a:ext cx="1737937" cy="670915"/>
          </a:xfrm>
          <a:custGeom>
            <a:avLst/>
            <a:gdLst>
              <a:gd name="connsiteX0" fmla="*/ 59279 w 1737937"/>
              <a:gd name="connsiteY0" fmla="*/ 394975 h 670915"/>
              <a:gd name="connsiteX1" fmla="*/ 1536488 w 1737937"/>
              <a:gd name="connsiteY1" fmla="*/ 394975 h 670915"/>
              <a:gd name="connsiteX2" fmla="*/ 1360726 w 1737937"/>
              <a:gd name="connsiteY2" fmla="*/ 570737 h 670915"/>
              <a:gd name="connsiteX3" fmla="*/ 1360726 w 1737937"/>
              <a:gd name="connsiteY3" fmla="*/ 653728 h 670915"/>
              <a:gd name="connsiteX4" fmla="*/ 1443717 w 1737937"/>
              <a:gd name="connsiteY4" fmla="*/ 653728 h 670915"/>
              <a:gd name="connsiteX5" fmla="*/ 1720154 w 1737937"/>
              <a:gd name="connsiteY5" fmla="*/ 377211 h 670915"/>
              <a:gd name="connsiteX6" fmla="*/ 1722130 w 1737937"/>
              <a:gd name="connsiteY6" fmla="*/ 296197 h 670915"/>
              <a:gd name="connsiteX7" fmla="*/ 1720154 w 1737937"/>
              <a:gd name="connsiteY7" fmla="*/ 294221 h 670915"/>
              <a:gd name="connsiteX8" fmla="*/ 1443657 w 1737937"/>
              <a:gd name="connsiteY8" fmla="*/ 17784 h 670915"/>
              <a:gd name="connsiteX9" fmla="*/ 1362643 w 1737937"/>
              <a:gd name="connsiteY9" fmla="*/ 15808 h 670915"/>
              <a:gd name="connsiteX10" fmla="*/ 1360667 w 1737937"/>
              <a:gd name="connsiteY10" fmla="*/ 17784 h 670915"/>
              <a:gd name="connsiteX11" fmla="*/ 1358691 w 1737937"/>
              <a:gd name="connsiteY11" fmla="*/ 98798 h 670915"/>
              <a:gd name="connsiteX12" fmla="*/ 1360667 w 1737937"/>
              <a:gd name="connsiteY12" fmla="*/ 100774 h 670915"/>
              <a:gd name="connsiteX13" fmla="*/ 1536429 w 1737937"/>
              <a:gd name="connsiteY13" fmla="*/ 276635 h 670915"/>
              <a:gd name="connsiteX14" fmla="*/ 59279 w 1737937"/>
              <a:gd name="connsiteY14" fmla="*/ 276635 h 670915"/>
              <a:gd name="connsiteX15" fmla="*/ 0 w 1737937"/>
              <a:gd name="connsiteY15" fmla="*/ 335914 h 670915"/>
              <a:gd name="connsiteX16" fmla="*/ 59279 w 1737937"/>
              <a:gd name="connsiteY16" fmla="*/ 395193 h 670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37937" h="670915">
                <a:moveTo>
                  <a:pt x="59279" y="394975"/>
                </a:moveTo>
                <a:lnTo>
                  <a:pt x="1536488" y="394975"/>
                </a:lnTo>
                <a:lnTo>
                  <a:pt x="1360726" y="570737"/>
                </a:lnTo>
                <a:cubicBezTo>
                  <a:pt x="1337809" y="593654"/>
                  <a:pt x="1337809" y="630810"/>
                  <a:pt x="1360726" y="653728"/>
                </a:cubicBezTo>
                <a:cubicBezTo>
                  <a:pt x="1383643" y="676645"/>
                  <a:pt x="1420799" y="676645"/>
                  <a:pt x="1443717" y="653728"/>
                </a:cubicBezTo>
                <a:lnTo>
                  <a:pt x="1720154" y="377211"/>
                </a:lnTo>
                <a:cubicBezTo>
                  <a:pt x="1743071" y="355385"/>
                  <a:pt x="1743956" y="319114"/>
                  <a:pt x="1722130" y="296197"/>
                </a:cubicBezTo>
                <a:cubicBezTo>
                  <a:pt x="1721487" y="295523"/>
                  <a:pt x="1720827" y="294863"/>
                  <a:pt x="1720154" y="294221"/>
                </a:cubicBezTo>
                <a:lnTo>
                  <a:pt x="1443657" y="17784"/>
                </a:lnTo>
                <a:cubicBezTo>
                  <a:pt x="1421831" y="-5133"/>
                  <a:pt x="1385560" y="-6018"/>
                  <a:pt x="1362643" y="15808"/>
                </a:cubicBezTo>
                <a:cubicBezTo>
                  <a:pt x="1361969" y="16450"/>
                  <a:pt x="1361309" y="17110"/>
                  <a:pt x="1360667" y="17784"/>
                </a:cubicBezTo>
                <a:cubicBezTo>
                  <a:pt x="1337750" y="39610"/>
                  <a:pt x="1336865" y="75881"/>
                  <a:pt x="1358691" y="98798"/>
                </a:cubicBezTo>
                <a:cubicBezTo>
                  <a:pt x="1359333" y="99472"/>
                  <a:pt x="1359993" y="100132"/>
                  <a:pt x="1360667" y="100774"/>
                </a:cubicBezTo>
                <a:lnTo>
                  <a:pt x="1536429" y="276635"/>
                </a:lnTo>
                <a:lnTo>
                  <a:pt x="59279" y="276635"/>
                </a:lnTo>
                <a:cubicBezTo>
                  <a:pt x="26540" y="276635"/>
                  <a:pt x="0" y="303174"/>
                  <a:pt x="0" y="335914"/>
                </a:cubicBezTo>
                <a:cubicBezTo>
                  <a:pt x="0" y="368654"/>
                  <a:pt x="26540" y="395193"/>
                  <a:pt x="59279" y="395193"/>
                </a:cubicBezTo>
                <a:close/>
              </a:path>
            </a:pathLst>
          </a:custGeom>
          <a:solidFill>
            <a:srgbClr val="FFC000"/>
          </a:solidFill>
          <a:ln w="19745" cap="flat">
            <a:noFill/>
            <a:prstDash val="solid"/>
            <a:miter/>
          </a:ln>
        </p:spPr>
        <p:txBody>
          <a:bodyPr rtlCol="0" anchor="ctr"/>
          <a:lstStyle/>
          <a:p>
            <a:endParaRPr lang="fr-CA"/>
          </a:p>
        </p:txBody>
      </p:sp>
      <p:sp>
        <p:nvSpPr>
          <p:cNvPr id="31" name="Graphique 28" descr="Flèche vers la droite avec un remplissage uni">
            <a:extLst>
              <a:ext uri="{FF2B5EF4-FFF2-40B4-BE49-F238E27FC236}">
                <a16:creationId xmlns:a16="http://schemas.microsoft.com/office/drawing/2014/main" id="{73C8EF89-F644-F684-4B9A-2230DAB1258C}"/>
              </a:ext>
            </a:extLst>
          </p:cNvPr>
          <p:cNvSpPr/>
          <p:nvPr/>
        </p:nvSpPr>
        <p:spPr>
          <a:xfrm>
            <a:off x="8604558" y="2999236"/>
            <a:ext cx="1245521" cy="670915"/>
          </a:xfrm>
          <a:custGeom>
            <a:avLst/>
            <a:gdLst>
              <a:gd name="connsiteX0" fmla="*/ 59279 w 1737937"/>
              <a:gd name="connsiteY0" fmla="*/ 394975 h 670915"/>
              <a:gd name="connsiteX1" fmla="*/ 1536488 w 1737937"/>
              <a:gd name="connsiteY1" fmla="*/ 394975 h 670915"/>
              <a:gd name="connsiteX2" fmla="*/ 1360726 w 1737937"/>
              <a:gd name="connsiteY2" fmla="*/ 570737 h 670915"/>
              <a:gd name="connsiteX3" fmla="*/ 1360726 w 1737937"/>
              <a:gd name="connsiteY3" fmla="*/ 653728 h 670915"/>
              <a:gd name="connsiteX4" fmla="*/ 1443717 w 1737937"/>
              <a:gd name="connsiteY4" fmla="*/ 653728 h 670915"/>
              <a:gd name="connsiteX5" fmla="*/ 1720154 w 1737937"/>
              <a:gd name="connsiteY5" fmla="*/ 377211 h 670915"/>
              <a:gd name="connsiteX6" fmla="*/ 1722130 w 1737937"/>
              <a:gd name="connsiteY6" fmla="*/ 296197 h 670915"/>
              <a:gd name="connsiteX7" fmla="*/ 1720154 w 1737937"/>
              <a:gd name="connsiteY7" fmla="*/ 294221 h 670915"/>
              <a:gd name="connsiteX8" fmla="*/ 1443657 w 1737937"/>
              <a:gd name="connsiteY8" fmla="*/ 17784 h 670915"/>
              <a:gd name="connsiteX9" fmla="*/ 1362643 w 1737937"/>
              <a:gd name="connsiteY9" fmla="*/ 15808 h 670915"/>
              <a:gd name="connsiteX10" fmla="*/ 1360667 w 1737937"/>
              <a:gd name="connsiteY10" fmla="*/ 17784 h 670915"/>
              <a:gd name="connsiteX11" fmla="*/ 1358691 w 1737937"/>
              <a:gd name="connsiteY11" fmla="*/ 98798 h 670915"/>
              <a:gd name="connsiteX12" fmla="*/ 1360667 w 1737937"/>
              <a:gd name="connsiteY12" fmla="*/ 100774 h 670915"/>
              <a:gd name="connsiteX13" fmla="*/ 1536429 w 1737937"/>
              <a:gd name="connsiteY13" fmla="*/ 276635 h 670915"/>
              <a:gd name="connsiteX14" fmla="*/ 59279 w 1737937"/>
              <a:gd name="connsiteY14" fmla="*/ 276635 h 670915"/>
              <a:gd name="connsiteX15" fmla="*/ 0 w 1737937"/>
              <a:gd name="connsiteY15" fmla="*/ 335914 h 670915"/>
              <a:gd name="connsiteX16" fmla="*/ 59279 w 1737937"/>
              <a:gd name="connsiteY16" fmla="*/ 395193 h 670915"/>
              <a:gd name="connsiteX0" fmla="*/ 492416 w 1737937"/>
              <a:gd name="connsiteY0" fmla="*/ 407006 h 670915"/>
              <a:gd name="connsiteX1" fmla="*/ 1536488 w 1737937"/>
              <a:gd name="connsiteY1" fmla="*/ 394975 h 670915"/>
              <a:gd name="connsiteX2" fmla="*/ 1360726 w 1737937"/>
              <a:gd name="connsiteY2" fmla="*/ 570737 h 670915"/>
              <a:gd name="connsiteX3" fmla="*/ 1360726 w 1737937"/>
              <a:gd name="connsiteY3" fmla="*/ 653728 h 670915"/>
              <a:gd name="connsiteX4" fmla="*/ 1443717 w 1737937"/>
              <a:gd name="connsiteY4" fmla="*/ 653728 h 670915"/>
              <a:gd name="connsiteX5" fmla="*/ 1720154 w 1737937"/>
              <a:gd name="connsiteY5" fmla="*/ 377211 h 670915"/>
              <a:gd name="connsiteX6" fmla="*/ 1722130 w 1737937"/>
              <a:gd name="connsiteY6" fmla="*/ 296197 h 670915"/>
              <a:gd name="connsiteX7" fmla="*/ 1720154 w 1737937"/>
              <a:gd name="connsiteY7" fmla="*/ 294221 h 670915"/>
              <a:gd name="connsiteX8" fmla="*/ 1443657 w 1737937"/>
              <a:gd name="connsiteY8" fmla="*/ 17784 h 670915"/>
              <a:gd name="connsiteX9" fmla="*/ 1362643 w 1737937"/>
              <a:gd name="connsiteY9" fmla="*/ 15808 h 670915"/>
              <a:gd name="connsiteX10" fmla="*/ 1360667 w 1737937"/>
              <a:gd name="connsiteY10" fmla="*/ 17784 h 670915"/>
              <a:gd name="connsiteX11" fmla="*/ 1358691 w 1737937"/>
              <a:gd name="connsiteY11" fmla="*/ 98798 h 670915"/>
              <a:gd name="connsiteX12" fmla="*/ 1360667 w 1737937"/>
              <a:gd name="connsiteY12" fmla="*/ 100774 h 670915"/>
              <a:gd name="connsiteX13" fmla="*/ 1536429 w 1737937"/>
              <a:gd name="connsiteY13" fmla="*/ 276635 h 670915"/>
              <a:gd name="connsiteX14" fmla="*/ 59279 w 1737937"/>
              <a:gd name="connsiteY14" fmla="*/ 276635 h 670915"/>
              <a:gd name="connsiteX15" fmla="*/ 0 w 1737937"/>
              <a:gd name="connsiteY15" fmla="*/ 335914 h 670915"/>
              <a:gd name="connsiteX16" fmla="*/ 59279 w 1737937"/>
              <a:gd name="connsiteY16" fmla="*/ 395193 h 670915"/>
              <a:gd name="connsiteX17" fmla="*/ 492416 w 1737937"/>
              <a:gd name="connsiteY17" fmla="*/ 407006 h 670915"/>
              <a:gd name="connsiteX0" fmla="*/ 529428 w 1774949"/>
              <a:gd name="connsiteY0" fmla="*/ 407006 h 670915"/>
              <a:gd name="connsiteX1" fmla="*/ 1573500 w 1774949"/>
              <a:gd name="connsiteY1" fmla="*/ 394975 h 670915"/>
              <a:gd name="connsiteX2" fmla="*/ 1397738 w 1774949"/>
              <a:gd name="connsiteY2" fmla="*/ 570737 h 670915"/>
              <a:gd name="connsiteX3" fmla="*/ 1397738 w 1774949"/>
              <a:gd name="connsiteY3" fmla="*/ 653728 h 670915"/>
              <a:gd name="connsiteX4" fmla="*/ 1480729 w 1774949"/>
              <a:gd name="connsiteY4" fmla="*/ 653728 h 670915"/>
              <a:gd name="connsiteX5" fmla="*/ 1757166 w 1774949"/>
              <a:gd name="connsiteY5" fmla="*/ 377211 h 670915"/>
              <a:gd name="connsiteX6" fmla="*/ 1759142 w 1774949"/>
              <a:gd name="connsiteY6" fmla="*/ 296197 h 670915"/>
              <a:gd name="connsiteX7" fmla="*/ 1757166 w 1774949"/>
              <a:gd name="connsiteY7" fmla="*/ 294221 h 670915"/>
              <a:gd name="connsiteX8" fmla="*/ 1480669 w 1774949"/>
              <a:gd name="connsiteY8" fmla="*/ 17784 h 670915"/>
              <a:gd name="connsiteX9" fmla="*/ 1399655 w 1774949"/>
              <a:gd name="connsiteY9" fmla="*/ 15808 h 670915"/>
              <a:gd name="connsiteX10" fmla="*/ 1397679 w 1774949"/>
              <a:gd name="connsiteY10" fmla="*/ 17784 h 670915"/>
              <a:gd name="connsiteX11" fmla="*/ 1395703 w 1774949"/>
              <a:gd name="connsiteY11" fmla="*/ 98798 h 670915"/>
              <a:gd name="connsiteX12" fmla="*/ 1397679 w 1774949"/>
              <a:gd name="connsiteY12" fmla="*/ 100774 h 670915"/>
              <a:gd name="connsiteX13" fmla="*/ 1573441 w 1774949"/>
              <a:gd name="connsiteY13" fmla="*/ 276635 h 670915"/>
              <a:gd name="connsiteX14" fmla="*/ 685839 w 1774949"/>
              <a:gd name="connsiteY14" fmla="*/ 288667 h 670915"/>
              <a:gd name="connsiteX15" fmla="*/ 37012 w 1774949"/>
              <a:gd name="connsiteY15" fmla="*/ 335914 h 670915"/>
              <a:gd name="connsiteX16" fmla="*/ 96291 w 1774949"/>
              <a:gd name="connsiteY16" fmla="*/ 395193 h 670915"/>
              <a:gd name="connsiteX17" fmla="*/ 529428 w 1774949"/>
              <a:gd name="connsiteY17" fmla="*/ 407006 h 670915"/>
              <a:gd name="connsiteX0" fmla="*/ 493117 w 1738638"/>
              <a:gd name="connsiteY0" fmla="*/ 407006 h 670915"/>
              <a:gd name="connsiteX1" fmla="*/ 1537189 w 1738638"/>
              <a:gd name="connsiteY1" fmla="*/ 394975 h 670915"/>
              <a:gd name="connsiteX2" fmla="*/ 1361427 w 1738638"/>
              <a:gd name="connsiteY2" fmla="*/ 570737 h 670915"/>
              <a:gd name="connsiteX3" fmla="*/ 1361427 w 1738638"/>
              <a:gd name="connsiteY3" fmla="*/ 653728 h 670915"/>
              <a:gd name="connsiteX4" fmla="*/ 1444418 w 1738638"/>
              <a:gd name="connsiteY4" fmla="*/ 653728 h 670915"/>
              <a:gd name="connsiteX5" fmla="*/ 1720855 w 1738638"/>
              <a:gd name="connsiteY5" fmla="*/ 377211 h 670915"/>
              <a:gd name="connsiteX6" fmla="*/ 1722831 w 1738638"/>
              <a:gd name="connsiteY6" fmla="*/ 296197 h 670915"/>
              <a:gd name="connsiteX7" fmla="*/ 1720855 w 1738638"/>
              <a:gd name="connsiteY7" fmla="*/ 294221 h 670915"/>
              <a:gd name="connsiteX8" fmla="*/ 1444358 w 1738638"/>
              <a:gd name="connsiteY8" fmla="*/ 17784 h 670915"/>
              <a:gd name="connsiteX9" fmla="*/ 1363344 w 1738638"/>
              <a:gd name="connsiteY9" fmla="*/ 15808 h 670915"/>
              <a:gd name="connsiteX10" fmla="*/ 1361368 w 1738638"/>
              <a:gd name="connsiteY10" fmla="*/ 17784 h 670915"/>
              <a:gd name="connsiteX11" fmla="*/ 1359392 w 1738638"/>
              <a:gd name="connsiteY11" fmla="*/ 98798 h 670915"/>
              <a:gd name="connsiteX12" fmla="*/ 1361368 w 1738638"/>
              <a:gd name="connsiteY12" fmla="*/ 100774 h 670915"/>
              <a:gd name="connsiteX13" fmla="*/ 1537130 w 1738638"/>
              <a:gd name="connsiteY13" fmla="*/ 276635 h 670915"/>
              <a:gd name="connsiteX14" fmla="*/ 649528 w 1738638"/>
              <a:gd name="connsiteY14" fmla="*/ 288667 h 670915"/>
              <a:gd name="connsiteX15" fmla="*/ 701 w 1738638"/>
              <a:gd name="connsiteY15" fmla="*/ 335914 h 670915"/>
              <a:gd name="connsiteX16" fmla="*/ 517180 w 1738638"/>
              <a:gd name="connsiteY16" fmla="*/ 371130 h 670915"/>
              <a:gd name="connsiteX17" fmla="*/ 493117 w 1738638"/>
              <a:gd name="connsiteY17" fmla="*/ 407006 h 670915"/>
              <a:gd name="connsiteX0" fmla="*/ 0 w 1245521"/>
              <a:gd name="connsiteY0" fmla="*/ 407006 h 670915"/>
              <a:gd name="connsiteX1" fmla="*/ 1044072 w 1245521"/>
              <a:gd name="connsiteY1" fmla="*/ 394975 h 670915"/>
              <a:gd name="connsiteX2" fmla="*/ 868310 w 1245521"/>
              <a:gd name="connsiteY2" fmla="*/ 570737 h 670915"/>
              <a:gd name="connsiteX3" fmla="*/ 868310 w 1245521"/>
              <a:gd name="connsiteY3" fmla="*/ 653728 h 670915"/>
              <a:gd name="connsiteX4" fmla="*/ 951301 w 1245521"/>
              <a:gd name="connsiteY4" fmla="*/ 653728 h 670915"/>
              <a:gd name="connsiteX5" fmla="*/ 1227738 w 1245521"/>
              <a:gd name="connsiteY5" fmla="*/ 377211 h 670915"/>
              <a:gd name="connsiteX6" fmla="*/ 1229714 w 1245521"/>
              <a:gd name="connsiteY6" fmla="*/ 296197 h 670915"/>
              <a:gd name="connsiteX7" fmla="*/ 1227738 w 1245521"/>
              <a:gd name="connsiteY7" fmla="*/ 294221 h 670915"/>
              <a:gd name="connsiteX8" fmla="*/ 951241 w 1245521"/>
              <a:gd name="connsiteY8" fmla="*/ 17784 h 670915"/>
              <a:gd name="connsiteX9" fmla="*/ 870227 w 1245521"/>
              <a:gd name="connsiteY9" fmla="*/ 15808 h 670915"/>
              <a:gd name="connsiteX10" fmla="*/ 868251 w 1245521"/>
              <a:gd name="connsiteY10" fmla="*/ 17784 h 670915"/>
              <a:gd name="connsiteX11" fmla="*/ 866275 w 1245521"/>
              <a:gd name="connsiteY11" fmla="*/ 98798 h 670915"/>
              <a:gd name="connsiteX12" fmla="*/ 868251 w 1245521"/>
              <a:gd name="connsiteY12" fmla="*/ 100774 h 670915"/>
              <a:gd name="connsiteX13" fmla="*/ 1044013 w 1245521"/>
              <a:gd name="connsiteY13" fmla="*/ 276635 h 670915"/>
              <a:gd name="connsiteX14" fmla="*/ 156411 w 1245521"/>
              <a:gd name="connsiteY14" fmla="*/ 288667 h 670915"/>
              <a:gd name="connsiteX15" fmla="*/ 24942 w 1245521"/>
              <a:gd name="connsiteY15" fmla="*/ 299819 h 670915"/>
              <a:gd name="connsiteX16" fmla="*/ 24063 w 1245521"/>
              <a:gd name="connsiteY16" fmla="*/ 371130 h 670915"/>
              <a:gd name="connsiteX17" fmla="*/ 0 w 1245521"/>
              <a:gd name="connsiteY17" fmla="*/ 407006 h 670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Lst>
            <a:rect l="l" t="t" r="r" b="b"/>
            <a:pathLst>
              <a:path w="1245521" h="670915">
                <a:moveTo>
                  <a:pt x="0" y="407006"/>
                </a:moveTo>
                <a:lnTo>
                  <a:pt x="1044072" y="394975"/>
                </a:lnTo>
                <a:lnTo>
                  <a:pt x="868310" y="570737"/>
                </a:lnTo>
                <a:cubicBezTo>
                  <a:pt x="845393" y="593654"/>
                  <a:pt x="845393" y="630810"/>
                  <a:pt x="868310" y="653728"/>
                </a:cubicBezTo>
                <a:cubicBezTo>
                  <a:pt x="891227" y="676645"/>
                  <a:pt x="928383" y="676645"/>
                  <a:pt x="951301" y="653728"/>
                </a:cubicBezTo>
                <a:lnTo>
                  <a:pt x="1227738" y="377211"/>
                </a:lnTo>
                <a:cubicBezTo>
                  <a:pt x="1250655" y="355385"/>
                  <a:pt x="1251540" y="319114"/>
                  <a:pt x="1229714" y="296197"/>
                </a:cubicBezTo>
                <a:cubicBezTo>
                  <a:pt x="1229071" y="295523"/>
                  <a:pt x="1228411" y="294863"/>
                  <a:pt x="1227738" y="294221"/>
                </a:cubicBezTo>
                <a:lnTo>
                  <a:pt x="951241" y="17784"/>
                </a:lnTo>
                <a:cubicBezTo>
                  <a:pt x="929415" y="-5133"/>
                  <a:pt x="893144" y="-6018"/>
                  <a:pt x="870227" y="15808"/>
                </a:cubicBezTo>
                <a:cubicBezTo>
                  <a:pt x="869553" y="16450"/>
                  <a:pt x="868893" y="17110"/>
                  <a:pt x="868251" y="17784"/>
                </a:cubicBezTo>
                <a:cubicBezTo>
                  <a:pt x="845334" y="39610"/>
                  <a:pt x="844449" y="75881"/>
                  <a:pt x="866275" y="98798"/>
                </a:cubicBezTo>
                <a:cubicBezTo>
                  <a:pt x="866917" y="99472"/>
                  <a:pt x="867577" y="100132"/>
                  <a:pt x="868251" y="100774"/>
                </a:cubicBezTo>
                <a:lnTo>
                  <a:pt x="1044013" y="276635"/>
                </a:lnTo>
                <a:lnTo>
                  <a:pt x="156411" y="288667"/>
                </a:lnTo>
                <a:cubicBezTo>
                  <a:pt x="123672" y="288667"/>
                  <a:pt x="47000" y="286075"/>
                  <a:pt x="24942" y="299819"/>
                </a:cubicBezTo>
                <a:cubicBezTo>
                  <a:pt x="2884" y="313563"/>
                  <a:pt x="-8676" y="371130"/>
                  <a:pt x="24063" y="371130"/>
                </a:cubicBezTo>
                <a:cubicBezTo>
                  <a:pt x="24063" y="371057"/>
                  <a:pt x="0" y="407079"/>
                  <a:pt x="0" y="407006"/>
                </a:cubicBezTo>
                <a:close/>
              </a:path>
            </a:pathLst>
          </a:custGeom>
          <a:solidFill>
            <a:srgbClr val="FFC000"/>
          </a:solidFill>
          <a:ln w="19745" cap="flat">
            <a:noFill/>
            <a:prstDash val="solid"/>
            <a:miter/>
          </a:ln>
        </p:spPr>
        <p:txBody>
          <a:bodyPr rtlCol="0" anchor="ctr"/>
          <a:lstStyle/>
          <a:p>
            <a:endParaRPr lang="fr-CA" dirty="0"/>
          </a:p>
        </p:txBody>
      </p:sp>
    </p:spTree>
    <p:extLst>
      <p:ext uri="{BB962C8B-B14F-4D97-AF65-F5344CB8AC3E}">
        <p14:creationId xmlns:p14="http://schemas.microsoft.com/office/powerpoint/2010/main" val="606791868"/>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6E21FEC-AF4D-7E45-AB17-7F1D42EEE8AA}"/>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53D1BE5-04FF-722B-BB0F-E1520E981128}"/>
              </a:ext>
            </a:extLst>
          </p:cNvPr>
          <p:cNvSpPr>
            <a:spLocks noGrp="1"/>
          </p:cNvSpPr>
          <p:nvPr>
            <p:ph type="title"/>
          </p:nvPr>
        </p:nvSpPr>
        <p:spPr/>
        <p:txBody>
          <a:bodyPr>
            <a:noAutofit/>
          </a:bodyPr>
          <a:lstStyle/>
          <a:p>
            <a:r>
              <a:rPr lang="fr-CA" sz="3200" dirty="0"/>
              <a:t>Monolithique vs. Modulaire</a:t>
            </a:r>
          </a:p>
        </p:txBody>
      </p:sp>
      <p:sp>
        <p:nvSpPr>
          <p:cNvPr id="5" name="Espace réservé du texte 4">
            <a:extLst>
              <a:ext uri="{FF2B5EF4-FFF2-40B4-BE49-F238E27FC236}">
                <a16:creationId xmlns:a16="http://schemas.microsoft.com/office/drawing/2014/main" id="{91E50AAB-C881-F2AE-67E6-A3ED39842006}"/>
              </a:ext>
            </a:extLst>
          </p:cNvPr>
          <p:cNvSpPr>
            <a:spLocks noGrp="1"/>
          </p:cNvSpPr>
          <p:nvPr>
            <p:ph type="body" sz="quarter" idx="3"/>
          </p:nvPr>
        </p:nvSpPr>
        <p:spPr/>
        <p:txBody>
          <a:bodyPr>
            <a:normAutofit fontScale="85000" lnSpcReduction="20000"/>
          </a:bodyPr>
          <a:lstStyle/>
          <a:p>
            <a:r>
              <a:rPr lang="fr-CA" dirty="0"/>
              <a:t>Chaque composant (batterie, caméra, processeur, antenne...) peut être remplacé ou amélioré indépendamment</a:t>
            </a:r>
          </a:p>
        </p:txBody>
      </p:sp>
      <p:sp>
        <p:nvSpPr>
          <p:cNvPr id="10" name="Espace réservé du texte 9">
            <a:extLst>
              <a:ext uri="{FF2B5EF4-FFF2-40B4-BE49-F238E27FC236}">
                <a16:creationId xmlns:a16="http://schemas.microsoft.com/office/drawing/2014/main" id="{1C888A25-F88B-A27C-060A-06210B8C6063}"/>
              </a:ext>
            </a:extLst>
          </p:cNvPr>
          <p:cNvSpPr>
            <a:spLocks noGrp="1"/>
          </p:cNvSpPr>
          <p:nvPr>
            <p:ph type="body" idx="1"/>
          </p:nvPr>
        </p:nvSpPr>
        <p:spPr/>
        <p:txBody>
          <a:bodyPr>
            <a:normAutofit fontScale="85000" lnSpcReduction="20000"/>
          </a:bodyPr>
          <a:lstStyle/>
          <a:p>
            <a:r>
              <a:rPr lang="fr-CA" dirty="0"/>
              <a:t>Téléphone scellé : difficile à modifier et réparer</a:t>
            </a:r>
          </a:p>
        </p:txBody>
      </p:sp>
      <p:pic>
        <p:nvPicPr>
          <p:cNvPr id="11" name="Picture 4" descr="Apple iPhone 14 Pro Max 128GB space schwarz - Smartphones ohne Vertrag ...">
            <a:extLst>
              <a:ext uri="{FF2B5EF4-FFF2-40B4-BE49-F238E27FC236}">
                <a16:creationId xmlns:a16="http://schemas.microsoft.com/office/drawing/2014/main" id="{3951414E-782E-9908-2725-5DBF01A7C133}"/>
              </a:ext>
            </a:extLst>
          </p:cNvPr>
          <p:cNvPicPr>
            <a:picLocks noGrp="1" noChangeAspect="1" noChangeArrowheads="1"/>
          </p:cNvPicPr>
          <p:nvPr>
            <p:ph sz="half" idx="2"/>
          </p:nvPr>
        </p:nvPicPr>
        <p:blipFill>
          <a:blip r:embed="rId3">
            <a:extLst>
              <a:ext uri="{28A0092B-C50C-407E-A947-70E740481C1C}">
                <a14:useLocalDpi xmlns:a14="http://schemas.microsoft.com/office/drawing/2010/main" val="0"/>
              </a:ext>
            </a:extLst>
          </a:blip>
          <a:srcRect/>
          <a:stretch>
            <a:fillRect/>
          </a:stretch>
        </p:blipFill>
        <p:spPr bwMode="auto">
          <a:xfrm>
            <a:off x="1576387" y="2505075"/>
            <a:ext cx="3684588" cy="3684588"/>
          </a:xfrm>
          <a:prstGeom prst="rect">
            <a:avLst/>
          </a:prstGeom>
          <a:noFill/>
          <a:extLst>
            <a:ext uri="{909E8E84-426E-40DD-AFC4-6F175D3DCCD1}">
              <a14:hiddenFill xmlns:a14="http://schemas.microsoft.com/office/drawing/2010/main">
                <a:solidFill>
                  <a:srgbClr val="FFFFFF"/>
                </a:solidFill>
              </a14:hiddenFill>
            </a:ext>
          </a:extLst>
        </p:spPr>
      </p:pic>
      <p:pic>
        <p:nvPicPr>
          <p:cNvPr id="13" name="Espace réservé du contenu 6">
            <a:extLst>
              <a:ext uri="{FF2B5EF4-FFF2-40B4-BE49-F238E27FC236}">
                <a16:creationId xmlns:a16="http://schemas.microsoft.com/office/drawing/2014/main" id="{8F96BF08-B665-D7F9-8E47-E68259D57955}"/>
              </a:ext>
            </a:extLst>
          </p:cNvPr>
          <p:cNvPicPr>
            <a:picLocks noGrp="1" noChangeAspect="1"/>
          </p:cNvPicPr>
          <p:nvPr>
            <p:ph sz="quarter" idx="4"/>
          </p:nvPr>
        </p:nvPicPr>
        <p:blipFill>
          <a:blip r:embed="rId4"/>
          <a:stretch>
            <a:fillRect/>
          </a:stretch>
        </p:blipFill>
        <p:spPr>
          <a:xfrm>
            <a:off x="6666306" y="2505075"/>
            <a:ext cx="4194976" cy="3684588"/>
          </a:xfrm>
          <a:prstGeom prst="rect">
            <a:avLst/>
          </a:prstGeom>
        </p:spPr>
      </p:pic>
    </p:spTree>
    <p:extLst>
      <p:ext uri="{BB962C8B-B14F-4D97-AF65-F5344CB8AC3E}">
        <p14:creationId xmlns:p14="http://schemas.microsoft.com/office/powerpoint/2010/main" val="2942207667"/>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1BC53EB-0CE7-0D22-AB01-36B507E1D772}"/>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24CC859E-E792-EF01-A4B4-AF3FBB412629}"/>
              </a:ext>
            </a:extLst>
          </p:cNvPr>
          <p:cNvSpPr>
            <a:spLocks noGrp="1"/>
          </p:cNvSpPr>
          <p:nvPr>
            <p:ph type="title"/>
          </p:nvPr>
        </p:nvSpPr>
        <p:spPr/>
        <p:txBody>
          <a:bodyPr>
            <a:noAutofit/>
          </a:bodyPr>
          <a:lstStyle/>
          <a:p>
            <a:r>
              <a:rPr lang="fr-CA" sz="3200" dirty="0"/>
              <a:t>Construire une application en modules, c'est comme choisir un téléphone modulaire</a:t>
            </a:r>
          </a:p>
        </p:txBody>
      </p:sp>
      <p:sp>
        <p:nvSpPr>
          <p:cNvPr id="5" name="Espace réservé du texte 4">
            <a:extLst>
              <a:ext uri="{FF2B5EF4-FFF2-40B4-BE49-F238E27FC236}">
                <a16:creationId xmlns:a16="http://schemas.microsoft.com/office/drawing/2014/main" id="{1917230C-B161-C0E9-EA2F-2D9EA2B74766}"/>
              </a:ext>
            </a:extLst>
          </p:cNvPr>
          <p:cNvSpPr>
            <a:spLocks noGrp="1"/>
          </p:cNvSpPr>
          <p:nvPr>
            <p:ph type="body" sz="quarter" idx="3"/>
          </p:nvPr>
        </p:nvSpPr>
        <p:spPr/>
        <p:txBody>
          <a:bodyPr>
            <a:normAutofit fontScale="85000" lnSpcReduction="20000"/>
          </a:bodyPr>
          <a:lstStyle/>
          <a:p>
            <a:r>
              <a:rPr lang="fr-CA" dirty="0"/>
              <a:t>Chaque composant (batterie, caméra, processeur, antenne...) peut être remplacé ou amélioré indépendamment</a:t>
            </a:r>
          </a:p>
        </p:txBody>
      </p:sp>
      <p:sp>
        <p:nvSpPr>
          <p:cNvPr id="10" name="Espace réservé du texte 9">
            <a:extLst>
              <a:ext uri="{FF2B5EF4-FFF2-40B4-BE49-F238E27FC236}">
                <a16:creationId xmlns:a16="http://schemas.microsoft.com/office/drawing/2014/main" id="{7CA16307-6648-7C99-2B0D-70E52D7F3245}"/>
              </a:ext>
            </a:extLst>
          </p:cNvPr>
          <p:cNvSpPr>
            <a:spLocks noGrp="1"/>
          </p:cNvSpPr>
          <p:nvPr>
            <p:ph type="body" idx="1"/>
          </p:nvPr>
        </p:nvSpPr>
        <p:spPr/>
        <p:txBody>
          <a:bodyPr vert="horz" lIns="91440" tIns="45720" rIns="91440" bIns="45720" rtlCol="0" anchor="b">
            <a:normAutofit/>
          </a:bodyPr>
          <a:lstStyle/>
          <a:p>
            <a:r>
              <a:rPr lang="fr-CA" dirty="0"/>
              <a:t>Modules</a:t>
            </a:r>
          </a:p>
        </p:txBody>
      </p:sp>
      <p:pic>
        <p:nvPicPr>
          <p:cNvPr id="13" name="Espace réservé du contenu 6">
            <a:extLst>
              <a:ext uri="{FF2B5EF4-FFF2-40B4-BE49-F238E27FC236}">
                <a16:creationId xmlns:a16="http://schemas.microsoft.com/office/drawing/2014/main" id="{AED2D7FA-9FDB-F775-44EA-4C6FDE6B0571}"/>
              </a:ext>
            </a:extLst>
          </p:cNvPr>
          <p:cNvPicPr>
            <a:picLocks noGrp="1" noChangeAspect="1"/>
          </p:cNvPicPr>
          <p:nvPr>
            <p:ph sz="quarter" idx="4"/>
          </p:nvPr>
        </p:nvPicPr>
        <p:blipFill>
          <a:blip r:embed="rId3"/>
          <a:stretch>
            <a:fillRect/>
          </a:stretch>
        </p:blipFill>
        <p:spPr>
          <a:xfrm>
            <a:off x="6666306" y="2505075"/>
            <a:ext cx="4194976" cy="3684588"/>
          </a:xfrm>
          <a:prstGeom prst="rect">
            <a:avLst/>
          </a:prstGeom>
        </p:spPr>
      </p:pic>
      <p:pic>
        <p:nvPicPr>
          <p:cNvPr id="4" name="Espace réservé du contenu 9">
            <a:extLst>
              <a:ext uri="{FF2B5EF4-FFF2-40B4-BE49-F238E27FC236}">
                <a16:creationId xmlns:a16="http://schemas.microsoft.com/office/drawing/2014/main" id="{AF51B5D1-8E01-26B3-374E-0062632384C2}"/>
              </a:ext>
            </a:extLst>
          </p:cNvPr>
          <p:cNvPicPr>
            <a:picLocks noGrp="1" noChangeAspect="1"/>
          </p:cNvPicPr>
          <p:nvPr>
            <p:ph sz="half" idx="2"/>
          </p:nvPr>
        </p:nvPicPr>
        <p:blipFill>
          <a:blip r:embed="rId4"/>
          <a:stretch>
            <a:fillRect/>
          </a:stretch>
        </p:blipFill>
        <p:spPr>
          <a:xfrm>
            <a:off x="1076443" y="2505075"/>
            <a:ext cx="4684476" cy="3684588"/>
          </a:xfrm>
          <a:prstGeom prst="rect">
            <a:avLst/>
          </a:prstGeom>
        </p:spPr>
      </p:pic>
    </p:spTree>
    <p:extLst>
      <p:ext uri="{BB962C8B-B14F-4D97-AF65-F5344CB8AC3E}">
        <p14:creationId xmlns:p14="http://schemas.microsoft.com/office/powerpoint/2010/main" val="221271424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DF20A7F-64D2-6CD9-8353-7AF5020DDDB1}"/>
            </a:ext>
          </a:extLst>
        </p:cNvPr>
        <p:cNvGrpSpPr/>
        <p:nvPr/>
      </p:nvGrpSpPr>
      <p:grpSpPr>
        <a:xfrm>
          <a:off x="0" y="0"/>
          <a:ext cx="0" cy="0"/>
          <a:chOff x="0" y="0"/>
          <a:chExt cx="0" cy="0"/>
        </a:xfrm>
      </p:grpSpPr>
      <p:sp>
        <p:nvSpPr>
          <p:cNvPr id="2" name="Titre 1">
            <a:extLst>
              <a:ext uri="{FF2B5EF4-FFF2-40B4-BE49-F238E27FC236}">
                <a16:creationId xmlns:a16="http://schemas.microsoft.com/office/drawing/2014/main" id="{1099E1F7-14D7-8AD9-C5E6-9E71A277E201}"/>
              </a:ext>
            </a:extLst>
          </p:cNvPr>
          <p:cNvSpPr>
            <a:spLocks noGrp="1"/>
          </p:cNvSpPr>
          <p:nvPr>
            <p:ph type="title"/>
          </p:nvPr>
        </p:nvSpPr>
        <p:spPr/>
        <p:txBody>
          <a:bodyPr>
            <a:noAutofit/>
          </a:bodyPr>
          <a:lstStyle/>
          <a:p>
            <a:r>
              <a:rPr lang="fr-CA" sz="3200" dirty="0"/>
              <a:t>Types de modules dans un application </a:t>
            </a:r>
            <a:r>
              <a:rPr lang="fr-CA" sz="3200" dirty="0" err="1"/>
              <a:t>Shiny</a:t>
            </a:r>
            <a:endParaRPr lang="fr-CA" sz="3200" dirty="0"/>
          </a:p>
        </p:txBody>
      </p:sp>
      <p:sp>
        <p:nvSpPr>
          <p:cNvPr id="5" name="Espace réservé du texte 4">
            <a:extLst>
              <a:ext uri="{FF2B5EF4-FFF2-40B4-BE49-F238E27FC236}">
                <a16:creationId xmlns:a16="http://schemas.microsoft.com/office/drawing/2014/main" id="{6C93B119-DDBC-E818-0358-B173409F8C4F}"/>
              </a:ext>
            </a:extLst>
          </p:cNvPr>
          <p:cNvSpPr>
            <a:spLocks noGrp="1"/>
          </p:cNvSpPr>
          <p:nvPr>
            <p:ph type="body" sz="quarter" idx="3"/>
          </p:nvPr>
        </p:nvSpPr>
        <p:spPr/>
        <p:txBody>
          <a:bodyPr>
            <a:normAutofit/>
          </a:bodyPr>
          <a:lstStyle/>
          <a:p>
            <a:r>
              <a:rPr lang="fr-CA" sz="2400" dirty="0"/>
              <a:t>Application </a:t>
            </a:r>
            <a:r>
              <a:rPr lang="fr-CA" dirty="0" err="1"/>
              <a:t>S</a:t>
            </a:r>
            <a:r>
              <a:rPr lang="fr-CA" sz="2400" dirty="0" err="1"/>
              <a:t>hiny</a:t>
            </a:r>
            <a:endParaRPr lang="fr-CA" sz="2400" dirty="0"/>
          </a:p>
        </p:txBody>
      </p:sp>
      <p:sp>
        <p:nvSpPr>
          <p:cNvPr id="10" name="Espace réservé du texte 9">
            <a:extLst>
              <a:ext uri="{FF2B5EF4-FFF2-40B4-BE49-F238E27FC236}">
                <a16:creationId xmlns:a16="http://schemas.microsoft.com/office/drawing/2014/main" id="{C7B2533B-DC0F-1E16-7199-D3007804B56D}"/>
              </a:ext>
            </a:extLst>
          </p:cNvPr>
          <p:cNvSpPr>
            <a:spLocks noGrp="1"/>
          </p:cNvSpPr>
          <p:nvPr>
            <p:ph type="body" idx="1"/>
          </p:nvPr>
        </p:nvSpPr>
        <p:spPr/>
        <p:txBody>
          <a:bodyPr>
            <a:normAutofit/>
          </a:bodyPr>
          <a:lstStyle/>
          <a:p>
            <a:r>
              <a:rPr lang="fr-CA" dirty="0"/>
              <a:t>Modules</a:t>
            </a:r>
          </a:p>
        </p:txBody>
      </p:sp>
      <p:pic>
        <p:nvPicPr>
          <p:cNvPr id="4" name="Espace réservé du contenu 9">
            <a:extLst>
              <a:ext uri="{FF2B5EF4-FFF2-40B4-BE49-F238E27FC236}">
                <a16:creationId xmlns:a16="http://schemas.microsoft.com/office/drawing/2014/main" id="{F328FD1A-A696-3679-ED2F-0D3717A26573}"/>
              </a:ext>
            </a:extLst>
          </p:cNvPr>
          <p:cNvPicPr>
            <a:picLocks noGrp="1" noChangeAspect="1"/>
          </p:cNvPicPr>
          <p:nvPr>
            <p:ph sz="half" idx="2"/>
          </p:nvPr>
        </p:nvPicPr>
        <p:blipFill>
          <a:blip r:embed="rId3"/>
          <a:stretch>
            <a:fillRect/>
          </a:stretch>
        </p:blipFill>
        <p:spPr>
          <a:xfrm>
            <a:off x="1076443" y="2505075"/>
            <a:ext cx="4684476" cy="3684588"/>
          </a:xfrm>
          <a:prstGeom prst="rect">
            <a:avLst/>
          </a:prstGeom>
        </p:spPr>
      </p:pic>
      <p:pic>
        <p:nvPicPr>
          <p:cNvPr id="8" name="Picture 4" descr="LEGO MOC Coffee Maker by MuGo_Gonzalez | Rebrickable - Build with LEGO">
            <a:extLst>
              <a:ext uri="{FF2B5EF4-FFF2-40B4-BE49-F238E27FC236}">
                <a16:creationId xmlns:a16="http://schemas.microsoft.com/office/drawing/2014/main" id="{3497A9DF-786E-ECC3-3B86-D4A0896DC801}"/>
              </a:ext>
            </a:extLst>
          </p:cNvPr>
          <p:cNvPicPr>
            <a:picLocks noGrp="1" noChangeAspect="1"/>
          </p:cNvPicPr>
          <p:nvPr>
            <p:ph sz="quarter" idx="4"/>
          </p:nvPr>
        </p:nvPicPr>
        <p:blipFill>
          <a:blip r:embed="rId4">
            <a:extLst>
              <a:ext uri="{28A0092B-C50C-407E-A947-70E740481C1C}">
                <a14:useLocalDpi xmlns:a14="http://schemas.microsoft.com/office/drawing/2010/main" val="0"/>
              </a:ext>
            </a:extLst>
          </a:blip>
          <a:srcRect/>
          <a:stretch>
            <a:fillRect/>
          </a:stretch>
        </p:blipFill>
        <p:spPr bwMode="auto">
          <a:xfrm>
            <a:off x="6727042" y="2505075"/>
            <a:ext cx="4493143" cy="3369857"/>
          </a:xfrm>
          <a:prstGeom prst="rect">
            <a:avLst/>
          </a:prstGeom>
          <a:noFill/>
          <a:extLst>
            <a:ext uri="{909E8E84-426E-40DD-AFC4-6F175D3DCCD1}">
              <a14:hiddenFill xmlns:a14="http://schemas.microsoft.com/office/drawing/2010/main">
                <a:solidFill>
                  <a:srgbClr val="FFFFFF"/>
                </a:solidFill>
              </a14:hiddenFill>
            </a:ext>
          </a:extLst>
        </p:spPr>
      </p:pic>
      <p:grpSp>
        <p:nvGrpSpPr>
          <p:cNvPr id="9" name="Groupe 8">
            <a:extLst>
              <a:ext uri="{FF2B5EF4-FFF2-40B4-BE49-F238E27FC236}">
                <a16:creationId xmlns:a16="http://schemas.microsoft.com/office/drawing/2014/main" id="{5AC8E2B4-A5E2-A6DC-B664-24063705609A}"/>
              </a:ext>
            </a:extLst>
          </p:cNvPr>
          <p:cNvGrpSpPr/>
          <p:nvPr/>
        </p:nvGrpSpPr>
        <p:grpSpPr>
          <a:xfrm>
            <a:off x="802064" y="5897106"/>
            <a:ext cx="4126021" cy="361255"/>
            <a:chOff x="1717844" y="5877727"/>
            <a:chExt cx="4126021" cy="361255"/>
          </a:xfrm>
        </p:grpSpPr>
        <p:grpSp>
          <p:nvGrpSpPr>
            <p:cNvPr id="11" name="Groupe 10">
              <a:extLst>
                <a:ext uri="{FF2B5EF4-FFF2-40B4-BE49-F238E27FC236}">
                  <a16:creationId xmlns:a16="http://schemas.microsoft.com/office/drawing/2014/main" id="{70C52FE4-5841-A290-3DBD-0E55663EEC05}"/>
                </a:ext>
              </a:extLst>
            </p:cNvPr>
            <p:cNvGrpSpPr>
              <a:grpSpLocks/>
            </p:cNvGrpSpPr>
            <p:nvPr/>
          </p:nvGrpSpPr>
          <p:grpSpPr>
            <a:xfrm>
              <a:off x="3235672" y="5877727"/>
              <a:ext cx="1126177" cy="361097"/>
              <a:chOff x="4667722" y="908425"/>
              <a:chExt cx="1126177" cy="493758"/>
            </a:xfrm>
          </p:grpSpPr>
          <p:sp>
            <p:nvSpPr>
              <p:cNvPr id="21" name="Rectangle 20">
                <a:extLst>
                  <a:ext uri="{FF2B5EF4-FFF2-40B4-BE49-F238E27FC236}">
                    <a16:creationId xmlns:a16="http://schemas.microsoft.com/office/drawing/2014/main" id="{D916340D-18E8-39DF-0AAD-E7D37B38AE07}"/>
                  </a:ext>
                </a:extLst>
              </p:cNvPr>
              <p:cNvSpPr>
                <a:spLocks/>
              </p:cNvSpPr>
              <p:nvPr/>
            </p:nvSpPr>
            <p:spPr>
              <a:xfrm>
                <a:off x="4667722" y="908425"/>
                <a:ext cx="1126177" cy="493758"/>
              </a:xfrm>
              <a:prstGeom prst="rect">
                <a:avLst/>
              </a:prstGeom>
              <a:solidFill>
                <a:schemeClr val="accent6">
                  <a:lumMod val="20000"/>
                  <a:lumOff val="80000"/>
                </a:schemeClr>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22" name="ZoneTexte 21">
                <a:extLst>
                  <a:ext uri="{FF2B5EF4-FFF2-40B4-BE49-F238E27FC236}">
                    <a16:creationId xmlns:a16="http://schemas.microsoft.com/office/drawing/2014/main" id="{495B3F20-492E-0E03-E072-650718A4351B}"/>
                  </a:ext>
                </a:extLst>
              </p:cNvPr>
              <p:cNvSpPr txBox="1">
                <a:spLocks/>
              </p:cNvSpPr>
              <p:nvPr/>
            </p:nvSpPr>
            <p:spPr>
              <a:xfrm>
                <a:off x="4740154" y="926755"/>
                <a:ext cx="1008190" cy="462932"/>
              </a:xfrm>
              <a:prstGeom prst="rect">
                <a:avLst/>
              </a:prstGeom>
              <a:noFill/>
            </p:spPr>
            <p:txBody>
              <a:bodyPr wrap="square" rtlCol="0">
                <a:spAutoFit/>
              </a:bodyPr>
              <a:lstStyle/>
              <a:p>
                <a:r>
                  <a:rPr lang="fr-CA" sz="1600" dirty="0"/>
                  <a:t>Module</a:t>
                </a:r>
              </a:p>
            </p:txBody>
          </p:sp>
        </p:grpSp>
        <p:cxnSp>
          <p:nvCxnSpPr>
            <p:cNvPr id="12" name="Straight Arrow Connector 268">
              <a:extLst>
                <a:ext uri="{FF2B5EF4-FFF2-40B4-BE49-F238E27FC236}">
                  <a16:creationId xmlns:a16="http://schemas.microsoft.com/office/drawing/2014/main" id="{A558353D-43DC-298A-04FD-ADB4167D4189}"/>
                </a:ext>
              </a:extLst>
            </p:cNvPr>
            <p:cNvCxnSpPr>
              <a:cxnSpLocks/>
              <a:stCxn id="21" idx="3"/>
              <a:endCxn id="19" idx="1"/>
            </p:cNvCxnSpPr>
            <p:nvPr/>
          </p:nvCxnSpPr>
          <p:spPr>
            <a:xfrm>
              <a:off x="4361849" y="6058276"/>
              <a:ext cx="355841" cy="1768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4" name="Groupe 13">
              <a:extLst>
                <a:ext uri="{FF2B5EF4-FFF2-40B4-BE49-F238E27FC236}">
                  <a16:creationId xmlns:a16="http://schemas.microsoft.com/office/drawing/2014/main" id="{5F267E17-676A-A82C-1D99-A0C6D8133B9B}"/>
                </a:ext>
              </a:extLst>
            </p:cNvPr>
            <p:cNvGrpSpPr>
              <a:grpSpLocks/>
            </p:cNvGrpSpPr>
            <p:nvPr/>
          </p:nvGrpSpPr>
          <p:grpSpPr>
            <a:xfrm>
              <a:off x="4717690" y="5912948"/>
              <a:ext cx="1126175" cy="326034"/>
              <a:chOff x="1721461" y="1885008"/>
              <a:chExt cx="752646" cy="139604"/>
            </a:xfrm>
          </p:grpSpPr>
          <p:sp>
            <p:nvSpPr>
              <p:cNvPr id="19" name="Rectangle: Rounded Corners 292">
                <a:extLst>
                  <a:ext uri="{FF2B5EF4-FFF2-40B4-BE49-F238E27FC236}">
                    <a16:creationId xmlns:a16="http://schemas.microsoft.com/office/drawing/2014/main" id="{8302B928-E76B-9620-98FD-BBDF6A2BFC3F}"/>
                  </a:ext>
                </a:extLst>
              </p:cNvPr>
              <p:cNvSpPr>
                <a:spLocks/>
              </p:cNvSpPr>
              <p:nvPr/>
            </p:nvSpPr>
            <p:spPr>
              <a:xfrm>
                <a:off x="1721461" y="1885008"/>
                <a:ext cx="752646" cy="139604"/>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sp>
            <p:nvSpPr>
              <p:cNvPr id="20" name="TextBox 132">
                <a:extLst>
                  <a:ext uri="{FF2B5EF4-FFF2-40B4-BE49-F238E27FC236}">
                    <a16:creationId xmlns:a16="http://schemas.microsoft.com/office/drawing/2014/main" id="{6446A7AD-4F68-8A66-29EB-A6F6EC68B6D9}"/>
                  </a:ext>
                </a:extLst>
              </p:cNvPr>
              <p:cNvSpPr txBox="1">
                <a:spLocks/>
              </p:cNvSpPr>
              <p:nvPr/>
            </p:nvSpPr>
            <p:spPr>
              <a:xfrm>
                <a:off x="1848355" y="1892826"/>
                <a:ext cx="616320" cy="131786"/>
              </a:xfrm>
              <a:prstGeom prst="rect">
                <a:avLst/>
              </a:prstGeom>
              <a:noFill/>
            </p:spPr>
            <p:txBody>
              <a:bodyPr wrap="square" rtlCol="0">
                <a:spAutoFit/>
              </a:bodyPr>
              <a:lstStyle/>
              <a:p>
                <a:r>
                  <a:rPr lang="fr-CA" sz="1400" dirty="0"/>
                  <a:t>sortant</a:t>
                </a:r>
              </a:p>
            </p:txBody>
          </p:sp>
        </p:grpSp>
        <p:cxnSp>
          <p:nvCxnSpPr>
            <p:cNvPr id="15" name="Straight Arrow Connector 268">
              <a:extLst>
                <a:ext uri="{FF2B5EF4-FFF2-40B4-BE49-F238E27FC236}">
                  <a16:creationId xmlns:a16="http://schemas.microsoft.com/office/drawing/2014/main" id="{B7DAA362-E4EE-5F99-EA9E-39F9CCB1FFB4}"/>
                </a:ext>
              </a:extLst>
            </p:cNvPr>
            <p:cNvCxnSpPr>
              <a:cxnSpLocks/>
              <a:stCxn id="17" idx="3"/>
              <a:endCxn id="21" idx="1"/>
            </p:cNvCxnSpPr>
            <p:nvPr/>
          </p:nvCxnSpPr>
          <p:spPr>
            <a:xfrm flipV="1">
              <a:off x="2844019" y="6058276"/>
              <a:ext cx="391653" cy="1305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6" name="Groupe 15">
              <a:extLst>
                <a:ext uri="{FF2B5EF4-FFF2-40B4-BE49-F238E27FC236}">
                  <a16:creationId xmlns:a16="http://schemas.microsoft.com/office/drawing/2014/main" id="{8ACEF87C-0D0A-04F9-B486-A8CBB31C9C9F}"/>
                </a:ext>
              </a:extLst>
            </p:cNvPr>
            <p:cNvGrpSpPr>
              <a:grpSpLocks/>
            </p:cNvGrpSpPr>
            <p:nvPr/>
          </p:nvGrpSpPr>
          <p:grpSpPr>
            <a:xfrm>
              <a:off x="1717844" y="5908318"/>
              <a:ext cx="1126175" cy="326034"/>
              <a:chOff x="1721461" y="1885008"/>
              <a:chExt cx="752646" cy="139604"/>
            </a:xfrm>
          </p:grpSpPr>
          <p:sp>
            <p:nvSpPr>
              <p:cNvPr id="17" name="Rectangle: Rounded Corners 292">
                <a:extLst>
                  <a:ext uri="{FF2B5EF4-FFF2-40B4-BE49-F238E27FC236}">
                    <a16:creationId xmlns:a16="http://schemas.microsoft.com/office/drawing/2014/main" id="{E70C303A-D5F8-9ECA-DC90-8F6730824860}"/>
                  </a:ext>
                </a:extLst>
              </p:cNvPr>
              <p:cNvSpPr>
                <a:spLocks/>
              </p:cNvSpPr>
              <p:nvPr/>
            </p:nvSpPr>
            <p:spPr>
              <a:xfrm>
                <a:off x="1721461" y="1885008"/>
                <a:ext cx="752646" cy="139604"/>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sp>
            <p:nvSpPr>
              <p:cNvPr id="18" name="TextBox 132">
                <a:extLst>
                  <a:ext uri="{FF2B5EF4-FFF2-40B4-BE49-F238E27FC236}">
                    <a16:creationId xmlns:a16="http://schemas.microsoft.com/office/drawing/2014/main" id="{7155E628-9D61-F29F-9594-E6A8BB145CBD}"/>
                  </a:ext>
                </a:extLst>
              </p:cNvPr>
              <p:cNvSpPr txBox="1">
                <a:spLocks/>
              </p:cNvSpPr>
              <p:nvPr/>
            </p:nvSpPr>
            <p:spPr>
              <a:xfrm>
                <a:off x="1848355" y="1892826"/>
                <a:ext cx="616320" cy="131786"/>
              </a:xfrm>
              <a:prstGeom prst="rect">
                <a:avLst/>
              </a:prstGeom>
              <a:noFill/>
            </p:spPr>
            <p:txBody>
              <a:bodyPr wrap="square" rtlCol="0">
                <a:spAutoFit/>
              </a:bodyPr>
              <a:lstStyle/>
              <a:p>
                <a:r>
                  <a:rPr lang="fr-CA" sz="1400" dirty="0"/>
                  <a:t>intrant</a:t>
                </a:r>
              </a:p>
            </p:txBody>
          </p:sp>
        </p:grpSp>
      </p:grpSp>
      <p:grpSp>
        <p:nvGrpSpPr>
          <p:cNvPr id="23" name="Groupe 22">
            <a:extLst>
              <a:ext uri="{FF2B5EF4-FFF2-40B4-BE49-F238E27FC236}">
                <a16:creationId xmlns:a16="http://schemas.microsoft.com/office/drawing/2014/main" id="{E1E0452B-9A00-EBA1-A241-165082B8A004}"/>
              </a:ext>
            </a:extLst>
          </p:cNvPr>
          <p:cNvGrpSpPr/>
          <p:nvPr/>
        </p:nvGrpSpPr>
        <p:grpSpPr>
          <a:xfrm>
            <a:off x="2194348" y="6434712"/>
            <a:ext cx="2644005" cy="361097"/>
            <a:chOff x="1717844" y="5877727"/>
            <a:chExt cx="2644005" cy="361097"/>
          </a:xfrm>
        </p:grpSpPr>
        <p:grpSp>
          <p:nvGrpSpPr>
            <p:cNvPr id="24" name="Groupe 23">
              <a:extLst>
                <a:ext uri="{FF2B5EF4-FFF2-40B4-BE49-F238E27FC236}">
                  <a16:creationId xmlns:a16="http://schemas.microsoft.com/office/drawing/2014/main" id="{33BAB18F-CA38-68F8-C256-3937F4DE5BBE}"/>
                </a:ext>
              </a:extLst>
            </p:cNvPr>
            <p:cNvGrpSpPr>
              <a:grpSpLocks/>
            </p:cNvGrpSpPr>
            <p:nvPr/>
          </p:nvGrpSpPr>
          <p:grpSpPr>
            <a:xfrm>
              <a:off x="3235672" y="5877727"/>
              <a:ext cx="1126177" cy="361097"/>
              <a:chOff x="4667722" y="908425"/>
              <a:chExt cx="1126177" cy="493758"/>
            </a:xfrm>
          </p:grpSpPr>
          <p:sp>
            <p:nvSpPr>
              <p:cNvPr id="29" name="Rectangle 28">
                <a:extLst>
                  <a:ext uri="{FF2B5EF4-FFF2-40B4-BE49-F238E27FC236}">
                    <a16:creationId xmlns:a16="http://schemas.microsoft.com/office/drawing/2014/main" id="{E242526D-89BC-89E5-C022-615712EDB595}"/>
                  </a:ext>
                </a:extLst>
              </p:cNvPr>
              <p:cNvSpPr>
                <a:spLocks/>
              </p:cNvSpPr>
              <p:nvPr/>
            </p:nvSpPr>
            <p:spPr>
              <a:xfrm>
                <a:off x="4667722" y="908425"/>
                <a:ext cx="1126177" cy="493758"/>
              </a:xfrm>
              <a:prstGeom prst="rect">
                <a:avLst/>
              </a:prstGeom>
              <a:solidFill>
                <a:schemeClr val="accent4">
                  <a:lumMod val="20000"/>
                  <a:lumOff val="80000"/>
                </a:schemeClr>
              </a:solid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30" name="ZoneTexte 29">
                <a:extLst>
                  <a:ext uri="{FF2B5EF4-FFF2-40B4-BE49-F238E27FC236}">
                    <a16:creationId xmlns:a16="http://schemas.microsoft.com/office/drawing/2014/main" id="{FD519F8B-5F44-A5DB-747C-DDD7E39747FE}"/>
                  </a:ext>
                </a:extLst>
              </p:cNvPr>
              <p:cNvSpPr txBox="1">
                <a:spLocks/>
              </p:cNvSpPr>
              <p:nvPr/>
            </p:nvSpPr>
            <p:spPr>
              <a:xfrm>
                <a:off x="4740154" y="926755"/>
                <a:ext cx="1008190" cy="462932"/>
              </a:xfrm>
              <a:prstGeom prst="rect">
                <a:avLst/>
              </a:prstGeom>
              <a:noFill/>
            </p:spPr>
            <p:txBody>
              <a:bodyPr wrap="square" rtlCol="0">
                <a:spAutoFit/>
              </a:bodyPr>
              <a:lstStyle/>
              <a:p>
                <a:r>
                  <a:rPr lang="fr-CA" sz="1600" dirty="0"/>
                  <a:t>Module</a:t>
                </a:r>
              </a:p>
            </p:txBody>
          </p:sp>
        </p:grpSp>
        <p:cxnSp>
          <p:nvCxnSpPr>
            <p:cNvPr id="25" name="Straight Arrow Connector 268">
              <a:extLst>
                <a:ext uri="{FF2B5EF4-FFF2-40B4-BE49-F238E27FC236}">
                  <a16:creationId xmlns:a16="http://schemas.microsoft.com/office/drawing/2014/main" id="{D10A7DC8-BEF0-3281-0F2F-4FDD29348DB7}"/>
                </a:ext>
              </a:extLst>
            </p:cNvPr>
            <p:cNvCxnSpPr>
              <a:cxnSpLocks/>
              <a:stCxn id="27" idx="3"/>
              <a:endCxn id="29" idx="1"/>
            </p:cNvCxnSpPr>
            <p:nvPr/>
          </p:nvCxnSpPr>
          <p:spPr>
            <a:xfrm flipV="1">
              <a:off x="2844019" y="6058276"/>
              <a:ext cx="391653" cy="1305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6" name="Groupe 25">
              <a:extLst>
                <a:ext uri="{FF2B5EF4-FFF2-40B4-BE49-F238E27FC236}">
                  <a16:creationId xmlns:a16="http://schemas.microsoft.com/office/drawing/2014/main" id="{92B975EA-7026-F242-4CE7-DE52CBF1043C}"/>
                </a:ext>
              </a:extLst>
            </p:cNvPr>
            <p:cNvGrpSpPr>
              <a:grpSpLocks/>
            </p:cNvGrpSpPr>
            <p:nvPr/>
          </p:nvGrpSpPr>
          <p:grpSpPr>
            <a:xfrm>
              <a:off x="1717844" y="5908318"/>
              <a:ext cx="1126175" cy="326034"/>
              <a:chOff x="1721461" y="1885008"/>
              <a:chExt cx="752646" cy="139604"/>
            </a:xfrm>
          </p:grpSpPr>
          <p:sp>
            <p:nvSpPr>
              <p:cNvPr id="27" name="Rectangle: Rounded Corners 292">
                <a:extLst>
                  <a:ext uri="{FF2B5EF4-FFF2-40B4-BE49-F238E27FC236}">
                    <a16:creationId xmlns:a16="http://schemas.microsoft.com/office/drawing/2014/main" id="{4BB428B3-8007-1C67-8C1F-CADE7536C3DB}"/>
                  </a:ext>
                </a:extLst>
              </p:cNvPr>
              <p:cNvSpPr>
                <a:spLocks/>
              </p:cNvSpPr>
              <p:nvPr/>
            </p:nvSpPr>
            <p:spPr>
              <a:xfrm>
                <a:off x="1721461" y="1885008"/>
                <a:ext cx="752646" cy="139604"/>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sp>
            <p:nvSpPr>
              <p:cNvPr id="28" name="TextBox 132">
                <a:extLst>
                  <a:ext uri="{FF2B5EF4-FFF2-40B4-BE49-F238E27FC236}">
                    <a16:creationId xmlns:a16="http://schemas.microsoft.com/office/drawing/2014/main" id="{923BD0DF-FB71-E5D7-DA65-1CC39EDBAD31}"/>
                  </a:ext>
                </a:extLst>
              </p:cNvPr>
              <p:cNvSpPr txBox="1">
                <a:spLocks/>
              </p:cNvSpPr>
              <p:nvPr/>
            </p:nvSpPr>
            <p:spPr>
              <a:xfrm>
                <a:off x="1848355" y="1892826"/>
                <a:ext cx="616320" cy="131786"/>
              </a:xfrm>
              <a:prstGeom prst="rect">
                <a:avLst/>
              </a:prstGeom>
              <a:noFill/>
            </p:spPr>
            <p:txBody>
              <a:bodyPr wrap="square" rtlCol="0">
                <a:spAutoFit/>
              </a:bodyPr>
              <a:lstStyle/>
              <a:p>
                <a:r>
                  <a:rPr lang="fr-CA" sz="1400" dirty="0"/>
                  <a:t>intrant</a:t>
                </a:r>
              </a:p>
            </p:txBody>
          </p:sp>
        </p:grpSp>
      </p:grpSp>
      <p:grpSp>
        <p:nvGrpSpPr>
          <p:cNvPr id="31" name="Groupe 30">
            <a:extLst>
              <a:ext uri="{FF2B5EF4-FFF2-40B4-BE49-F238E27FC236}">
                <a16:creationId xmlns:a16="http://schemas.microsoft.com/office/drawing/2014/main" id="{F6F42102-4497-CCDD-A6E8-F820B435C4A2}"/>
              </a:ext>
            </a:extLst>
          </p:cNvPr>
          <p:cNvGrpSpPr/>
          <p:nvPr/>
        </p:nvGrpSpPr>
        <p:grpSpPr>
          <a:xfrm>
            <a:off x="5229902" y="5816768"/>
            <a:ext cx="6124942" cy="676107"/>
            <a:chOff x="7340948" y="4224316"/>
            <a:chExt cx="6124942" cy="676107"/>
          </a:xfrm>
        </p:grpSpPr>
        <p:pic>
          <p:nvPicPr>
            <p:cNvPr id="32" name="Picture 10" descr="Frame 1">
              <a:extLst>
                <a:ext uri="{FF2B5EF4-FFF2-40B4-BE49-F238E27FC236}">
                  <a16:creationId xmlns:a16="http://schemas.microsoft.com/office/drawing/2014/main" id="{568E59E0-7A59-B956-78CC-18C6BD7508DB}"/>
                </a:ext>
              </a:extLst>
            </p:cNvPr>
            <p:cNvPicPr>
              <a:picLocks noChangeAspect="1" noChangeArrowheads="1"/>
            </p:cNvPicPr>
            <p:nvPr/>
          </p:nvPicPr>
          <p:blipFill>
            <a:blip r:embed="rId5">
              <a:duotone>
                <a:prstClr val="black"/>
                <a:srgbClr val="00B050">
                  <a:tint val="45000"/>
                  <a:satMod val="400000"/>
                </a:srgbClr>
              </a:duotone>
              <a:extLst>
                <a:ext uri="{28A0092B-C50C-407E-A947-70E740481C1C}">
                  <a14:useLocalDpi xmlns:a14="http://schemas.microsoft.com/office/drawing/2010/main" val="0"/>
                </a:ext>
              </a:extLst>
            </a:blip>
            <a:srcRect/>
            <a:stretch>
              <a:fillRect/>
            </a:stretch>
          </p:blipFill>
          <p:spPr bwMode="auto">
            <a:xfrm>
              <a:off x="7340948" y="4224316"/>
              <a:ext cx="676107" cy="676107"/>
            </a:xfrm>
            <a:prstGeom prst="rect">
              <a:avLst/>
            </a:prstGeom>
            <a:noFill/>
            <a:extLst>
              <a:ext uri="{909E8E84-426E-40DD-AFC4-6F175D3DCCD1}">
                <a14:hiddenFill xmlns:a14="http://schemas.microsoft.com/office/drawing/2010/main">
                  <a:solidFill>
                    <a:srgbClr val="FFFFFF"/>
                  </a:solidFill>
                </a14:hiddenFill>
              </a:ext>
            </a:extLst>
          </p:spPr>
        </p:pic>
        <p:sp>
          <p:nvSpPr>
            <p:cNvPr id="33" name="TextBox 132">
              <a:extLst>
                <a:ext uri="{FF2B5EF4-FFF2-40B4-BE49-F238E27FC236}">
                  <a16:creationId xmlns:a16="http://schemas.microsoft.com/office/drawing/2014/main" id="{738BE63D-E569-DA27-0579-1E13B8EA4EE9}"/>
                </a:ext>
              </a:extLst>
            </p:cNvPr>
            <p:cNvSpPr txBox="1"/>
            <p:nvPr/>
          </p:nvSpPr>
          <p:spPr>
            <a:xfrm>
              <a:off x="8126210" y="4362315"/>
              <a:ext cx="5339680" cy="400110"/>
            </a:xfrm>
            <a:prstGeom prst="rect">
              <a:avLst/>
            </a:prstGeom>
            <a:noFill/>
          </p:spPr>
          <p:txBody>
            <a:bodyPr wrap="square" rtlCol="0">
              <a:spAutoFit/>
            </a:bodyPr>
            <a:lstStyle/>
            <a:p>
              <a:r>
                <a:rPr lang="fr-CA" sz="2000" dirty="0"/>
                <a:t>Module qui a des intrants et des sortants</a:t>
              </a:r>
            </a:p>
          </p:txBody>
        </p:sp>
      </p:grpSp>
      <p:grpSp>
        <p:nvGrpSpPr>
          <p:cNvPr id="34" name="Groupe 33">
            <a:extLst>
              <a:ext uri="{FF2B5EF4-FFF2-40B4-BE49-F238E27FC236}">
                <a16:creationId xmlns:a16="http://schemas.microsoft.com/office/drawing/2014/main" id="{C6B62F6E-34F1-A931-36FA-9D37455D42FD}"/>
              </a:ext>
            </a:extLst>
          </p:cNvPr>
          <p:cNvGrpSpPr/>
          <p:nvPr/>
        </p:nvGrpSpPr>
        <p:grpSpPr>
          <a:xfrm>
            <a:off x="5041979" y="6096888"/>
            <a:ext cx="6590333" cy="1089704"/>
            <a:chOff x="6190220" y="4154713"/>
            <a:chExt cx="6590333" cy="1089704"/>
          </a:xfrm>
        </p:grpSpPr>
        <p:sp>
          <p:nvSpPr>
            <p:cNvPr id="35" name="TextBox 132">
              <a:extLst>
                <a:ext uri="{FF2B5EF4-FFF2-40B4-BE49-F238E27FC236}">
                  <a16:creationId xmlns:a16="http://schemas.microsoft.com/office/drawing/2014/main" id="{550581E1-0564-F706-9024-8A7F403C202A}"/>
                </a:ext>
              </a:extLst>
            </p:cNvPr>
            <p:cNvSpPr txBox="1"/>
            <p:nvPr/>
          </p:nvSpPr>
          <p:spPr>
            <a:xfrm>
              <a:off x="7104512" y="4492537"/>
              <a:ext cx="5676041" cy="400110"/>
            </a:xfrm>
            <a:prstGeom prst="rect">
              <a:avLst/>
            </a:prstGeom>
            <a:noFill/>
          </p:spPr>
          <p:txBody>
            <a:bodyPr wrap="square" rtlCol="0">
              <a:spAutoFit/>
            </a:bodyPr>
            <a:lstStyle/>
            <a:p>
              <a:r>
                <a:rPr lang="fr-CA" sz="2000" dirty="0"/>
                <a:t>Module qui a seulement des intrants (Cul-de-sac)</a:t>
              </a:r>
            </a:p>
          </p:txBody>
        </p:sp>
        <p:pic>
          <p:nvPicPr>
            <p:cNvPr id="36" name="Picture 16" descr="Frame 1">
              <a:extLst>
                <a:ext uri="{FF2B5EF4-FFF2-40B4-BE49-F238E27FC236}">
                  <a16:creationId xmlns:a16="http://schemas.microsoft.com/office/drawing/2014/main" id="{93A632E9-F792-7574-B10B-9BEC0B6AEE62}"/>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6190220" y="4154713"/>
              <a:ext cx="1089704" cy="1089704"/>
            </a:xfrm>
            <a:prstGeom prst="rect">
              <a:avLst/>
            </a:prstGeom>
            <a:noFill/>
            <a:extLst>
              <a:ext uri="{909E8E84-426E-40DD-AFC4-6F175D3DCCD1}">
                <a14:hiddenFill xmlns:a14="http://schemas.microsoft.com/office/drawing/2010/main">
                  <a:solidFill>
                    <a:srgbClr val="FFFFFF"/>
                  </a:solidFill>
                </a14:hiddenFill>
              </a:ext>
            </a:extLst>
          </p:spPr>
        </p:pic>
      </p:grpSp>
      <p:pic>
        <p:nvPicPr>
          <p:cNvPr id="37" name="Picture 8" descr="Complete reactive graph of an imaginary app containing three inputs, three reactive expressions, and three outputs.">
            <a:extLst>
              <a:ext uri="{FF2B5EF4-FFF2-40B4-BE49-F238E27FC236}">
                <a16:creationId xmlns:a16="http://schemas.microsoft.com/office/drawing/2014/main" id="{11232E6B-4502-0142-BBF8-A4B737E91977}"/>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9184644" y="469810"/>
            <a:ext cx="2447668" cy="126079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00888467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1190B5C3-6EBF-45AE-67FA-1542BB9228AA}"/>
            </a:ext>
          </a:extLst>
        </p:cNvPr>
        <p:cNvGrpSpPr/>
        <p:nvPr/>
      </p:nvGrpSpPr>
      <p:grpSpPr>
        <a:xfrm>
          <a:off x="0" y="0"/>
          <a:ext cx="0" cy="0"/>
          <a:chOff x="0" y="0"/>
          <a:chExt cx="0" cy="0"/>
        </a:xfrm>
      </p:grpSpPr>
      <p:pic>
        <p:nvPicPr>
          <p:cNvPr id="2113" name="Picture 2" descr="Frame 1">
            <a:extLst>
              <a:ext uri="{FF2B5EF4-FFF2-40B4-BE49-F238E27FC236}">
                <a16:creationId xmlns:a16="http://schemas.microsoft.com/office/drawing/2014/main" id="{28471265-5628-D1B2-00F5-CE75CB21018B}"/>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1123157" y="217536"/>
            <a:ext cx="1890272" cy="1890272"/>
          </a:xfrm>
          <a:prstGeom prst="rect">
            <a:avLst/>
          </a:prstGeom>
          <a:noFill/>
          <a:extLst>
            <a:ext uri="{909E8E84-426E-40DD-AFC4-6F175D3DCCD1}">
              <a14:hiddenFill xmlns:a14="http://schemas.microsoft.com/office/drawing/2010/main">
                <a:solidFill>
                  <a:srgbClr val="FFFFFF"/>
                </a:solidFill>
              </a14:hiddenFill>
            </a:ext>
          </a:extLst>
        </p:spPr>
      </p:pic>
      <p:pic>
        <p:nvPicPr>
          <p:cNvPr id="2114" name="Picture 4" descr="Frame 1">
            <a:extLst>
              <a:ext uri="{FF2B5EF4-FFF2-40B4-BE49-F238E27FC236}">
                <a16:creationId xmlns:a16="http://schemas.microsoft.com/office/drawing/2014/main" id="{92142E3A-2725-CA9F-9589-1B33E54A1D56}"/>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2911669" y="-375524"/>
            <a:ext cx="1890272" cy="1890272"/>
          </a:xfrm>
          <a:prstGeom prst="rect">
            <a:avLst/>
          </a:prstGeom>
          <a:noFill/>
          <a:extLst>
            <a:ext uri="{909E8E84-426E-40DD-AFC4-6F175D3DCCD1}">
              <a14:hiddenFill xmlns:a14="http://schemas.microsoft.com/office/drawing/2010/main">
                <a:solidFill>
                  <a:srgbClr val="FFFFFF"/>
                </a:solidFill>
              </a14:hiddenFill>
            </a:ext>
          </a:extLst>
        </p:spPr>
      </p:pic>
      <p:pic>
        <p:nvPicPr>
          <p:cNvPr id="2115" name="Picture 6" descr="Frame 1">
            <a:extLst>
              <a:ext uri="{FF2B5EF4-FFF2-40B4-BE49-F238E27FC236}">
                <a16:creationId xmlns:a16="http://schemas.microsoft.com/office/drawing/2014/main" id="{AB93092B-1727-6AF1-EAAD-F25E333DBF1D}"/>
              </a:ext>
            </a:extLst>
          </p:cNvPr>
          <p:cNvPicPr>
            <a:picLocks noChangeAspect="1" noChangeArrowheads="1"/>
          </p:cNvPicPr>
          <p:nvPr/>
        </p:nvPicPr>
        <p:blipFill>
          <a:blip r:embed="rId5">
            <a:extLst>
              <a:ext uri="{28A0092B-C50C-407E-A947-70E740481C1C}">
                <a14:useLocalDpi xmlns:a14="http://schemas.microsoft.com/office/drawing/2010/main" val="0"/>
              </a:ext>
            </a:extLst>
          </a:blip>
          <a:srcRect/>
          <a:stretch>
            <a:fillRect/>
          </a:stretch>
        </p:blipFill>
        <p:spPr bwMode="auto">
          <a:xfrm>
            <a:off x="1741888" y="2110835"/>
            <a:ext cx="1890000" cy="1890000"/>
          </a:xfrm>
          <a:prstGeom prst="rect">
            <a:avLst/>
          </a:prstGeom>
          <a:noFill/>
          <a:extLst>
            <a:ext uri="{909E8E84-426E-40DD-AFC4-6F175D3DCCD1}">
              <a14:hiddenFill xmlns:a14="http://schemas.microsoft.com/office/drawing/2010/main">
                <a:solidFill>
                  <a:srgbClr val="FFFFFF"/>
                </a:solidFill>
              </a14:hiddenFill>
            </a:ext>
          </a:extLst>
        </p:spPr>
      </p:pic>
      <p:pic>
        <p:nvPicPr>
          <p:cNvPr id="2116" name="Picture 10" descr="Frame 1">
            <a:extLst>
              <a:ext uri="{FF2B5EF4-FFF2-40B4-BE49-F238E27FC236}">
                <a16:creationId xmlns:a16="http://schemas.microsoft.com/office/drawing/2014/main" id="{BD319718-A0E7-6115-A4BA-E2428D2C5A93}"/>
              </a:ext>
            </a:extLst>
          </p:cNvPr>
          <p:cNvPicPr>
            <a:picLocks noChangeAspect="1" noChangeArrowheads="1"/>
          </p:cNvPicPr>
          <p:nvPr/>
        </p:nvPicPr>
        <p:blipFill>
          <a:blip r:embed="rId6">
            <a:extLst>
              <a:ext uri="{28A0092B-C50C-407E-A947-70E740481C1C}">
                <a14:useLocalDpi xmlns:a14="http://schemas.microsoft.com/office/drawing/2010/main" val="0"/>
              </a:ext>
            </a:extLst>
          </a:blip>
          <a:srcRect/>
          <a:stretch>
            <a:fillRect/>
          </a:stretch>
        </p:blipFill>
        <p:spPr bwMode="auto">
          <a:xfrm>
            <a:off x="5333445" y="-16200"/>
            <a:ext cx="1890000" cy="1890000"/>
          </a:xfrm>
          <a:prstGeom prst="rect">
            <a:avLst/>
          </a:prstGeom>
          <a:noFill/>
          <a:extLst>
            <a:ext uri="{909E8E84-426E-40DD-AFC4-6F175D3DCCD1}">
              <a14:hiddenFill xmlns:a14="http://schemas.microsoft.com/office/drawing/2010/main">
                <a:solidFill>
                  <a:srgbClr val="FFFFFF"/>
                </a:solidFill>
              </a14:hiddenFill>
            </a:ext>
          </a:extLst>
        </p:spPr>
      </p:pic>
      <p:pic>
        <p:nvPicPr>
          <p:cNvPr id="2120" name="Picture 10" descr="Frame 1">
            <a:extLst>
              <a:ext uri="{FF2B5EF4-FFF2-40B4-BE49-F238E27FC236}">
                <a16:creationId xmlns:a16="http://schemas.microsoft.com/office/drawing/2014/main" id="{C8192F16-5E79-4395-01AF-42E29C60C67F}"/>
              </a:ext>
            </a:extLst>
          </p:cNvPr>
          <p:cNvPicPr>
            <a:picLocks noChangeAspect="1" noChangeArrowheads="1"/>
          </p:cNvPicPr>
          <p:nvPr/>
        </p:nvPicPr>
        <p:blipFill>
          <a:blip r:embed="rId6">
            <a:duotone>
              <a:prstClr val="black"/>
              <a:srgbClr val="00B050">
                <a:tint val="45000"/>
                <a:satMod val="400000"/>
              </a:srgbClr>
            </a:duotone>
            <a:extLst>
              <a:ext uri="{28A0092B-C50C-407E-A947-70E740481C1C}">
                <a14:useLocalDpi xmlns:a14="http://schemas.microsoft.com/office/drawing/2010/main" val="0"/>
              </a:ext>
            </a:extLst>
          </a:blip>
          <a:srcRect/>
          <a:stretch>
            <a:fillRect/>
          </a:stretch>
        </p:blipFill>
        <p:spPr bwMode="auto">
          <a:xfrm>
            <a:off x="7117807" y="2467044"/>
            <a:ext cx="1612440" cy="1612440"/>
          </a:xfrm>
          <a:prstGeom prst="rect">
            <a:avLst/>
          </a:prstGeom>
          <a:noFill/>
          <a:extLst>
            <a:ext uri="{909E8E84-426E-40DD-AFC4-6F175D3DCCD1}">
              <a14:hiddenFill xmlns:a14="http://schemas.microsoft.com/office/drawing/2010/main">
                <a:solidFill>
                  <a:srgbClr val="FFFFFF"/>
                </a:solidFill>
              </a14:hiddenFill>
            </a:ext>
          </a:extLst>
        </p:spPr>
      </p:pic>
      <p:pic>
        <p:nvPicPr>
          <p:cNvPr id="2121" name="Picture 10" descr="Frame 1">
            <a:extLst>
              <a:ext uri="{FF2B5EF4-FFF2-40B4-BE49-F238E27FC236}">
                <a16:creationId xmlns:a16="http://schemas.microsoft.com/office/drawing/2014/main" id="{2B461D6E-2C57-C06E-8BDA-D23CDE6CF5CA}"/>
              </a:ext>
            </a:extLst>
          </p:cNvPr>
          <p:cNvPicPr>
            <a:picLocks noChangeAspect="1" noChangeArrowheads="1"/>
          </p:cNvPicPr>
          <p:nvPr/>
        </p:nvPicPr>
        <p:blipFill>
          <a:blip r:embed="rId6">
            <a:duotone>
              <a:prstClr val="black"/>
              <a:srgbClr val="FF0000">
                <a:tint val="45000"/>
                <a:satMod val="400000"/>
              </a:srgbClr>
            </a:duotone>
            <a:extLst>
              <a:ext uri="{28A0092B-C50C-407E-A947-70E740481C1C}">
                <a14:useLocalDpi xmlns:a14="http://schemas.microsoft.com/office/drawing/2010/main" val="0"/>
              </a:ext>
            </a:extLst>
          </a:blip>
          <a:srcRect/>
          <a:stretch>
            <a:fillRect/>
          </a:stretch>
        </p:blipFill>
        <p:spPr bwMode="auto">
          <a:xfrm>
            <a:off x="6928920" y="441541"/>
            <a:ext cx="1508990" cy="1508990"/>
          </a:xfrm>
          <a:prstGeom prst="rect">
            <a:avLst/>
          </a:prstGeom>
          <a:noFill/>
          <a:extLst>
            <a:ext uri="{909E8E84-426E-40DD-AFC4-6F175D3DCCD1}">
              <a14:hiddenFill xmlns:a14="http://schemas.microsoft.com/office/drawing/2010/main">
                <a:solidFill>
                  <a:srgbClr val="FFFFFF"/>
                </a:solidFill>
              </a14:hiddenFill>
            </a:ext>
          </a:extLst>
        </p:spPr>
      </p:pic>
      <p:pic>
        <p:nvPicPr>
          <p:cNvPr id="2122" name="Picture 10" descr="Frame 1">
            <a:extLst>
              <a:ext uri="{FF2B5EF4-FFF2-40B4-BE49-F238E27FC236}">
                <a16:creationId xmlns:a16="http://schemas.microsoft.com/office/drawing/2014/main" id="{BEEE91EB-0181-E380-253A-E15CAD81E5BA}"/>
              </a:ext>
            </a:extLst>
          </p:cNvPr>
          <p:cNvPicPr>
            <a:picLocks noChangeAspect="1" noChangeArrowheads="1"/>
          </p:cNvPicPr>
          <p:nvPr/>
        </p:nvPicPr>
        <p:blipFill>
          <a:blip r:embed="rId6">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7408700" y="1198795"/>
            <a:ext cx="1432229" cy="1432229"/>
          </a:xfrm>
          <a:prstGeom prst="rect">
            <a:avLst/>
          </a:prstGeom>
          <a:noFill/>
          <a:extLst>
            <a:ext uri="{909E8E84-426E-40DD-AFC4-6F175D3DCCD1}">
              <a14:hiddenFill xmlns:a14="http://schemas.microsoft.com/office/drawing/2010/main">
                <a:solidFill>
                  <a:srgbClr val="FFFFFF"/>
                </a:solidFill>
              </a14:hiddenFill>
            </a:ext>
          </a:extLst>
        </p:spPr>
      </p:pic>
      <p:pic>
        <p:nvPicPr>
          <p:cNvPr id="2118" name="Picture 16" descr="Frame 1">
            <a:extLst>
              <a:ext uri="{FF2B5EF4-FFF2-40B4-BE49-F238E27FC236}">
                <a16:creationId xmlns:a16="http://schemas.microsoft.com/office/drawing/2014/main" id="{A0EC7980-3EFE-60F5-DBA7-F9F68AD835B0}"/>
              </a:ext>
            </a:extLst>
          </p:cNvPr>
          <p:cNvPicPr>
            <a:picLocks noChangeAspect="1" noChangeArrowheads="1"/>
          </p:cNvPicPr>
          <p:nvPr/>
        </p:nvPicPr>
        <p:blipFill>
          <a:blip r:embed="rId7">
            <a:extLst>
              <a:ext uri="{28A0092B-C50C-407E-A947-70E740481C1C}">
                <a14:useLocalDpi xmlns:a14="http://schemas.microsoft.com/office/drawing/2010/main" val="0"/>
              </a:ext>
            </a:extLst>
          </a:blip>
          <a:srcRect/>
          <a:stretch>
            <a:fillRect/>
          </a:stretch>
        </p:blipFill>
        <p:spPr bwMode="auto">
          <a:xfrm>
            <a:off x="5823745" y="3090473"/>
            <a:ext cx="2160000" cy="2160000"/>
          </a:xfrm>
          <a:prstGeom prst="rect">
            <a:avLst/>
          </a:prstGeom>
          <a:noFill/>
          <a:extLst>
            <a:ext uri="{909E8E84-426E-40DD-AFC4-6F175D3DCCD1}">
              <a14:hiddenFill xmlns:a14="http://schemas.microsoft.com/office/drawing/2010/main">
                <a:solidFill>
                  <a:srgbClr val="FFFFFF"/>
                </a:solidFill>
              </a14:hiddenFill>
            </a:ext>
          </a:extLst>
        </p:spPr>
      </p:pic>
      <p:pic>
        <p:nvPicPr>
          <p:cNvPr id="2119" name="Picture 18" descr="Frame 1">
            <a:extLst>
              <a:ext uri="{FF2B5EF4-FFF2-40B4-BE49-F238E27FC236}">
                <a16:creationId xmlns:a16="http://schemas.microsoft.com/office/drawing/2014/main" id="{41E75C55-3B3E-2771-5C90-D1B13DF9959F}"/>
              </a:ext>
            </a:extLst>
          </p:cNvPr>
          <p:cNvPicPr>
            <a:picLocks noChangeAspect="1" noChangeArrowheads="1"/>
          </p:cNvPicPr>
          <p:nvPr/>
        </p:nvPicPr>
        <p:blipFill>
          <a:blip r:embed="rId8">
            <a:extLst>
              <a:ext uri="{28A0092B-C50C-407E-A947-70E740481C1C}">
                <a14:useLocalDpi xmlns:a14="http://schemas.microsoft.com/office/drawing/2010/main" val="0"/>
              </a:ext>
            </a:extLst>
          </a:blip>
          <a:srcRect/>
          <a:stretch>
            <a:fillRect/>
          </a:stretch>
        </p:blipFill>
        <p:spPr bwMode="auto">
          <a:xfrm>
            <a:off x="9236051" y="-567823"/>
            <a:ext cx="2160000" cy="2160000"/>
          </a:xfrm>
          <a:prstGeom prst="rect">
            <a:avLst/>
          </a:prstGeom>
          <a:noFill/>
          <a:extLst>
            <a:ext uri="{909E8E84-426E-40DD-AFC4-6F175D3DCCD1}">
              <a14:hiddenFill xmlns:a14="http://schemas.microsoft.com/office/drawing/2010/main">
                <a:solidFill>
                  <a:srgbClr val="FFFFFF"/>
                </a:solidFill>
              </a14:hiddenFill>
            </a:ext>
          </a:extLst>
        </p:spPr>
      </p:pic>
      <p:pic>
        <p:nvPicPr>
          <p:cNvPr id="2117" name="Picture 14" descr="Frame 1">
            <a:extLst>
              <a:ext uri="{FF2B5EF4-FFF2-40B4-BE49-F238E27FC236}">
                <a16:creationId xmlns:a16="http://schemas.microsoft.com/office/drawing/2014/main" id="{E40F18E4-0837-35A5-9A10-8BB5B4ABA6C7}"/>
              </a:ext>
            </a:extLst>
          </p:cNvPr>
          <p:cNvPicPr>
            <a:picLocks noChangeAspect="1" noChangeArrowheads="1"/>
          </p:cNvPicPr>
          <p:nvPr/>
        </p:nvPicPr>
        <p:blipFill>
          <a:blip r:embed="rId9">
            <a:extLst>
              <a:ext uri="{28A0092B-C50C-407E-A947-70E740481C1C}">
                <a14:useLocalDpi xmlns:a14="http://schemas.microsoft.com/office/drawing/2010/main" val="0"/>
              </a:ext>
            </a:extLst>
          </a:blip>
          <a:srcRect/>
          <a:stretch>
            <a:fillRect/>
          </a:stretch>
        </p:blipFill>
        <p:spPr bwMode="auto">
          <a:xfrm>
            <a:off x="3063445" y="4406734"/>
            <a:ext cx="1954747" cy="1954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86725918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A405E4D-1995-ACC0-448D-152E73277833}"/>
            </a:ext>
          </a:extLst>
        </p:cNvPr>
        <p:cNvGrpSpPr/>
        <p:nvPr/>
      </p:nvGrpSpPr>
      <p:grpSpPr>
        <a:xfrm>
          <a:off x="0" y="0"/>
          <a:ext cx="0" cy="0"/>
          <a:chOff x="0" y="0"/>
          <a:chExt cx="0" cy="0"/>
        </a:xfrm>
      </p:grpSpPr>
      <p:cxnSp>
        <p:nvCxnSpPr>
          <p:cNvPr id="273" name="Straight Arrow Connector 268">
            <a:extLst>
              <a:ext uri="{FF2B5EF4-FFF2-40B4-BE49-F238E27FC236}">
                <a16:creationId xmlns:a16="http://schemas.microsoft.com/office/drawing/2014/main" id="{C739A056-8793-4864-69C3-611016CF0EFE}"/>
              </a:ext>
            </a:extLst>
          </p:cNvPr>
          <p:cNvCxnSpPr>
            <a:cxnSpLocks/>
            <a:stCxn id="270" idx="1"/>
            <a:endCxn id="223" idx="2"/>
          </p:cNvCxnSpPr>
          <p:nvPr/>
        </p:nvCxnSpPr>
        <p:spPr>
          <a:xfrm rot="10800000">
            <a:off x="2758131" y="3180879"/>
            <a:ext cx="4115637" cy="2550775"/>
          </a:xfrm>
          <a:prstGeom prst="curvedConnector2">
            <a:avLst/>
          </a:prstGeom>
          <a:ln w="19050">
            <a:solidFill>
              <a:srgbClr val="FF0000"/>
            </a:solidFill>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25" name="Straight Arrow Connector 268">
            <a:extLst>
              <a:ext uri="{FF2B5EF4-FFF2-40B4-BE49-F238E27FC236}">
                <a16:creationId xmlns:a16="http://schemas.microsoft.com/office/drawing/2014/main" id="{D516978F-3CCD-CC6E-CA44-22ED8D113A58}"/>
              </a:ext>
            </a:extLst>
          </p:cNvPr>
          <p:cNvCxnSpPr>
            <a:cxnSpLocks/>
            <a:stCxn id="11" idx="2"/>
            <a:endCxn id="375" idx="3"/>
          </p:cNvCxnSpPr>
          <p:nvPr/>
        </p:nvCxnSpPr>
        <p:spPr>
          <a:xfrm rot="5400000">
            <a:off x="5392586" y="2313150"/>
            <a:ext cx="4157550" cy="394353"/>
          </a:xfrm>
          <a:prstGeom prst="curvedConnector2">
            <a:avLst/>
          </a:prstGeom>
          <a:ln w="19050">
            <a:solidFill>
              <a:srgbClr val="FF0000"/>
            </a:solidFill>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57" name="Groupe 156">
            <a:extLst>
              <a:ext uri="{FF2B5EF4-FFF2-40B4-BE49-F238E27FC236}">
                <a16:creationId xmlns:a16="http://schemas.microsoft.com/office/drawing/2014/main" id="{7E694663-9A8D-D73D-2B2C-DB8C4B282795}"/>
              </a:ext>
            </a:extLst>
          </p:cNvPr>
          <p:cNvGrpSpPr>
            <a:grpSpLocks/>
          </p:cNvGrpSpPr>
          <p:nvPr/>
        </p:nvGrpSpPr>
        <p:grpSpPr>
          <a:xfrm>
            <a:off x="3163585" y="332716"/>
            <a:ext cx="1484123" cy="361097"/>
            <a:chOff x="4623968" y="908424"/>
            <a:chExt cx="1484123" cy="493758"/>
          </a:xfrm>
        </p:grpSpPr>
        <p:sp>
          <p:nvSpPr>
            <p:cNvPr id="2" name="Rectangle 1">
              <a:extLst>
                <a:ext uri="{FF2B5EF4-FFF2-40B4-BE49-F238E27FC236}">
                  <a16:creationId xmlns:a16="http://schemas.microsoft.com/office/drawing/2014/main" id="{B5D7F69F-64A8-5477-9369-727D29177075}"/>
                </a:ext>
              </a:extLst>
            </p:cNvPr>
            <p:cNvSpPr>
              <a:spLocks/>
            </p:cNvSpPr>
            <p:nvPr/>
          </p:nvSpPr>
          <p:spPr>
            <a:xfrm>
              <a:off x="4667722" y="908424"/>
              <a:ext cx="980251" cy="493758"/>
            </a:xfrm>
            <a:prstGeom prst="rect">
              <a:avLst/>
            </a:prstGeom>
            <a:solidFill>
              <a:schemeClr val="accent6">
                <a:lumMod val="20000"/>
                <a:lumOff val="80000"/>
              </a:schemeClr>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3" name="ZoneTexte 2">
              <a:extLst>
                <a:ext uri="{FF2B5EF4-FFF2-40B4-BE49-F238E27FC236}">
                  <a16:creationId xmlns:a16="http://schemas.microsoft.com/office/drawing/2014/main" id="{D4235A28-00B0-DF15-40DF-BA7CBB8138BC}"/>
                </a:ext>
              </a:extLst>
            </p:cNvPr>
            <p:cNvSpPr txBox="1">
              <a:spLocks/>
            </p:cNvSpPr>
            <p:nvPr/>
          </p:nvSpPr>
          <p:spPr>
            <a:xfrm>
              <a:off x="4623968" y="989254"/>
              <a:ext cx="1484123" cy="276999"/>
            </a:xfrm>
            <a:prstGeom prst="rect">
              <a:avLst/>
            </a:prstGeom>
            <a:noFill/>
          </p:spPr>
          <p:txBody>
            <a:bodyPr wrap="square" rtlCol="0">
              <a:spAutoFit/>
            </a:bodyPr>
            <a:lstStyle/>
            <a:p>
              <a:r>
                <a:rPr lang="fr-CA" sz="1200" dirty="0" err="1"/>
                <a:t>mod_upload</a:t>
              </a:r>
              <a:endParaRPr lang="fr-CA" sz="1200" dirty="0"/>
            </a:p>
          </p:txBody>
        </p:sp>
      </p:grpSp>
      <p:grpSp>
        <p:nvGrpSpPr>
          <p:cNvPr id="4" name="Groupe 3">
            <a:extLst>
              <a:ext uri="{FF2B5EF4-FFF2-40B4-BE49-F238E27FC236}">
                <a16:creationId xmlns:a16="http://schemas.microsoft.com/office/drawing/2014/main" id="{7CB1449F-67AB-0098-B68E-68867261E760}"/>
              </a:ext>
            </a:extLst>
          </p:cNvPr>
          <p:cNvGrpSpPr>
            <a:grpSpLocks/>
          </p:cNvGrpSpPr>
          <p:nvPr/>
        </p:nvGrpSpPr>
        <p:grpSpPr>
          <a:xfrm>
            <a:off x="158273" y="246680"/>
            <a:ext cx="1297136" cy="416203"/>
            <a:chOff x="4083907" y="1248465"/>
            <a:chExt cx="1297136" cy="416203"/>
          </a:xfrm>
        </p:grpSpPr>
        <p:sp>
          <p:nvSpPr>
            <p:cNvPr id="5" name="Rectangle: Rounded Corners 292">
              <a:extLst>
                <a:ext uri="{FF2B5EF4-FFF2-40B4-BE49-F238E27FC236}">
                  <a16:creationId xmlns:a16="http://schemas.microsoft.com/office/drawing/2014/main" id="{A57C27A4-FA13-A802-F647-B2BC7627F454}"/>
                </a:ext>
              </a:extLst>
            </p:cNvPr>
            <p:cNvSpPr>
              <a:spLocks/>
            </p:cNvSpPr>
            <p:nvPr/>
          </p:nvSpPr>
          <p:spPr>
            <a:xfrm>
              <a:off x="4083907" y="1248465"/>
              <a:ext cx="1297136" cy="393322"/>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nvGrpSpPr>
            <p:cNvPr id="6" name="Groupe 5">
              <a:extLst>
                <a:ext uri="{FF2B5EF4-FFF2-40B4-BE49-F238E27FC236}">
                  <a16:creationId xmlns:a16="http://schemas.microsoft.com/office/drawing/2014/main" id="{2E84048A-B391-7B40-F6BB-BC8C030A418B}"/>
                </a:ext>
              </a:extLst>
            </p:cNvPr>
            <p:cNvGrpSpPr>
              <a:grpSpLocks/>
            </p:cNvGrpSpPr>
            <p:nvPr/>
          </p:nvGrpSpPr>
          <p:grpSpPr>
            <a:xfrm>
              <a:off x="4152592" y="1264558"/>
              <a:ext cx="1228451" cy="400110"/>
              <a:chOff x="742629" y="4849342"/>
              <a:chExt cx="1197780" cy="400110"/>
            </a:xfrm>
          </p:grpSpPr>
          <p:pic>
            <p:nvPicPr>
              <p:cNvPr id="7" name="Image 6">
                <a:extLst>
                  <a:ext uri="{FF2B5EF4-FFF2-40B4-BE49-F238E27FC236}">
                    <a16:creationId xmlns:a16="http://schemas.microsoft.com/office/drawing/2014/main" id="{CE5338F4-3F2B-E939-29CF-2E2B3E2031B3}"/>
                  </a:ext>
                </a:extLst>
              </p:cNvPr>
              <p:cNvPicPr>
                <a:picLocks noChangeAspect="1"/>
              </p:cNvPicPr>
              <p:nvPr/>
            </p:nvPicPr>
            <p:blipFill>
              <a:blip r:embed="rId3"/>
              <a:srcRect l="32281" t="21446" r="38245" b="22906"/>
              <a:stretch/>
            </p:blipFill>
            <p:spPr>
              <a:xfrm>
                <a:off x="742629" y="4884432"/>
                <a:ext cx="287206" cy="304309"/>
              </a:xfrm>
              <a:prstGeom prst="rect">
                <a:avLst/>
              </a:prstGeom>
            </p:spPr>
          </p:pic>
          <p:sp>
            <p:nvSpPr>
              <p:cNvPr id="8" name="TextBox 132">
                <a:extLst>
                  <a:ext uri="{FF2B5EF4-FFF2-40B4-BE49-F238E27FC236}">
                    <a16:creationId xmlns:a16="http://schemas.microsoft.com/office/drawing/2014/main" id="{6670F11F-B736-9277-27A7-EB4FE9BADD5B}"/>
                  </a:ext>
                </a:extLst>
              </p:cNvPr>
              <p:cNvSpPr txBox="1">
                <a:spLocks/>
              </p:cNvSpPr>
              <p:nvPr/>
            </p:nvSpPr>
            <p:spPr>
              <a:xfrm>
                <a:off x="990025" y="4849342"/>
                <a:ext cx="950384" cy="400110"/>
              </a:xfrm>
              <a:prstGeom prst="rect">
                <a:avLst/>
              </a:prstGeom>
              <a:noFill/>
            </p:spPr>
            <p:txBody>
              <a:bodyPr wrap="square" rtlCol="0">
                <a:spAutoFit/>
              </a:bodyPr>
              <a:lstStyle/>
              <a:p>
                <a:r>
                  <a:rPr lang="fr-CA" sz="1000" dirty="0"/>
                  <a:t>formulaire_saisie_OER.xlsx</a:t>
                </a:r>
              </a:p>
            </p:txBody>
          </p:sp>
        </p:grpSp>
      </p:grpSp>
      <p:grpSp>
        <p:nvGrpSpPr>
          <p:cNvPr id="9" name="Groupe 8">
            <a:extLst>
              <a:ext uri="{FF2B5EF4-FFF2-40B4-BE49-F238E27FC236}">
                <a16:creationId xmlns:a16="http://schemas.microsoft.com/office/drawing/2014/main" id="{37CC56BC-DAAB-90F8-8B4A-B6517BE316B5}"/>
              </a:ext>
            </a:extLst>
          </p:cNvPr>
          <p:cNvGrpSpPr>
            <a:grpSpLocks/>
          </p:cNvGrpSpPr>
          <p:nvPr/>
        </p:nvGrpSpPr>
        <p:grpSpPr>
          <a:xfrm>
            <a:off x="7101980" y="144988"/>
            <a:ext cx="1294855" cy="286563"/>
            <a:chOff x="6278184" y="1050476"/>
            <a:chExt cx="1294855" cy="286563"/>
          </a:xfrm>
        </p:grpSpPr>
        <p:grpSp>
          <p:nvGrpSpPr>
            <p:cNvPr id="10" name="Groupe 9">
              <a:extLst>
                <a:ext uri="{FF2B5EF4-FFF2-40B4-BE49-F238E27FC236}">
                  <a16:creationId xmlns:a16="http://schemas.microsoft.com/office/drawing/2014/main" id="{47F164DD-E424-9299-3B63-A23F166925E8}"/>
                </a:ext>
              </a:extLst>
            </p:cNvPr>
            <p:cNvGrpSpPr>
              <a:grpSpLocks/>
            </p:cNvGrpSpPr>
            <p:nvPr/>
          </p:nvGrpSpPr>
          <p:grpSpPr>
            <a:xfrm>
              <a:off x="6292297" y="1090818"/>
              <a:ext cx="1280742" cy="246221"/>
              <a:chOff x="752589" y="2626239"/>
              <a:chExt cx="1280742" cy="246221"/>
            </a:xfrm>
          </p:grpSpPr>
          <p:pic>
            <p:nvPicPr>
              <p:cNvPr id="12" name="Graphique 11" descr="Base de données avec un remplissage uni">
                <a:extLst>
                  <a:ext uri="{FF2B5EF4-FFF2-40B4-BE49-F238E27FC236}">
                    <a16:creationId xmlns:a16="http://schemas.microsoft.com/office/drawing/2014/main" id="{4BCC98B2-2DE1-AC8F-E92D-8E318593E21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52589" y="2655273"/>
                <a:ext cx="174699" cy="174699"/>
              </a:xfrm>
              <a:prstGeom prst="rect">
                <a:avLst/>
              </a:prstGeom>
            </p:spPr>
          </p:pic>
          <p:sp>
            <p:nvSpPr>
              <p:cNvPr id="13" name="TextBox 132">
                <a:extLst>
                  <a:ext uri="{FF2B5EF4-FFF2-40B4-BE49-F238E27FC236}">
                    <a16:creationId xmlns:a16="http://schemas.microsoft.com/office/drawing/2014/main" id="{59C94F08-2D3E-D80D-CB67-67D56D1C02CA}"/>
                  </a:ext>
                </a:extLst>
              </p:cNvPr>
              <p:cNvSpPr txBox="1">
                <a:spLocks/>
              </p:cNvSpPr>
              <p:nvPr/>
            </p:nvSpPr>
            <p:spPr>
              <a:xfrm>
                <a:off x="839938" y="2626239"/>
                <a:ext cx="1193393" cy="246221"/>
              </a:xfrm>
              <a:prstGeom prst="rect">
                <a:avLst/>
              </a:prstGeom>
              <a:noFill/>
            </p:spPr>
            <p:txBody>
              <a:bodyPr wrap="square" rtlCol="0">
                <a:spAutoFit/>
              </a:bodyPr>
              <a:lstStyle/>
              <a:p>
                <a:r>
                  <a:rPr lang="fr-CA" sz="1000" dirty="0"/>
                  <a:t>lac1_data_lac()</a:t>
                </a:r>
              </a:p>
            </p:txBody>
          </p:sp>
        </p:grpSp>
        <p:sp>
          <p:nvSpPr>
            <p:cNvPr id="11" name="Rectangle: Rounded Corners 292">
              <a:extLst>
                <a:ext uri="{FF2B5EF4-FFF2-40B4-BE49-F238E27FC236}">
                  <a16:creationId xmlns:a16="http://schemas.microsoft.com/office/drawing/2014/main" id="{51F68E54-903A-2BD8-B55A-1FC7D74F4BC9}"/>
                </a:ext>
              </a:extLst>
            </p:cNvPr>
            <p:cNvSpPr>
              <a:spLocks/>
            </p:cNvSpPr>
            <p:nvPr/>
          </p:nvSpPr>
          <p:spPr>
            <a:xfrm>
              <a:off x="6278184" y="1050476"/>
              <a:ext cx="1133114" cy="28656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cxnSp>
        <p:nvCxnSpPr>
          <p:cNvPr id="14" name="Straight Arrow Connector 268">
            <a:extLst>
              <a:ext uri="{FF2B5EF4-FFF2-40B4-BE49-F238E27FC236}">
                <a16:creationId xmlns:a16="http://schemas.microsoft.com/office/drawing/2014/main" id="{A04148D6-A112-7C07-D36E-C3205F6C3FB7}"/>
              </a:ext>
            </a:extLst>
          </p:cNvPr>
          <p:cNvCxnSpPr>
            <a:cxnSpLocks/>
            <a:stCxn id="5" idx="3"/>
            <a:endCxn id="130" idx="1"/>
          </p:cNvCxnSpPr>
          <p:nvPr/>
        </p:nvCxnSpPr>
        <p:spPr>
          <a:xfrm>
            <a:off x="1455409" y="443341"/>
            <a:ext cx="369775" cy="31784"/>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0" name="Straight Arrow Connector 268">
            <a:extLst>
              <a:ext uri="{FF2B5EF4-FFF2-40B4-BE49-F238E27FC236}">
                <a16:creationId xmlns:a16="http://schemas.microsoft.com/office/drawing/2014/main" id="{96EAAE25-729E-2351-ED50-BC05E0A3A4C5}"/>
              </a:ext>
            </a:extLst>
          </p:cNvPr>
          <p:cNvCxnSpPr>
            <a:cxnSpLocks/>
            <a:stCxn id="2" idx="3"/>
            <a:endCxn id="11" idx="1"/>
          </p:cNvCxnSpPr>
          <p:nvPr/>
        </p:nvCxnSpPr>
        <p:spPr>
          <a:xfrm flipV="1">
            <a:off x="4187590" y="288270"/>
            <a:ext cx="2914390" cy="22499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79" name="Groupe 178">
            <a:extLst>
              <a:ext uri="{FF2B5EF4-FFF2-40B4-BE49-F238E27FC236}">
                <a16:creationId xmlns:a16="http://schemas.microsoft.com/office/drawing/2014/main" id="{BFA62F34-F27A-B0CA-BB15-09C6F0B13DBD}"/>
              </a:ext>
            </a:extLst>
          </p:cNvPr>
          <p:cNvGrpSpPr>
            <a:grpSpLocks/>
          </p:cNvGrpSpPr>
          <p:nvPr/>
        </p:nvGrpSpPr>
        <p:grpSpPr>
          <a:xfrm>
            <a:off x="10529308" y="181731"/>
            <a:ext cx="2019216" cy="1689065"/>
            <a:chOff x="9131121" y="437191"/>
            <a:chExt cx="2019216" cy="1689065"/>
          </a:xfrm>
        </p:grpSpPr>
        <p:sp>
          <p:nvSpPr>
            <p:cNvPr id="55" name="Rectangle 54">
              <a:extLst>
                <a:ext uri="{FF2B5EF4-FFF2-40B4-BE49-F238E27FC236}">
                  <a16:creationId xmlns:a16="http://schemas.microsoft.com/office/drawing/2014/main" id="{40689364-E762-2564-1A72-7DE20B93075F}"/>
                </a:ext>
              </a:extLst>
            </p:cNvPr>
            <p:cNvSpPr>
              <a:spLocks/>
            </p:cNvSpPr>
            <p:nvPr/>
          </p:nvSpPr>
          <p:spPr>
            <a:xfrm>
              <a:off x="9184741" y="468974"/>
              <a:ext cx="1457805" cy="1657282"/>
            </a:xfrm>
            <a:prstGeom prst="rect">
              <a:avLst/>
            </a:prstGeom>
            <a:solidFill>
              <a:schemeClr val="accent4">
                <a:lumMod val="20000"/>
                <a:lumOff val="80000"/>
              </a:schemeClr>
            </a:solid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56" name="ZoneTexte 55">
              <a:extLst>
                <a:ext uri="{FF2B5EF4-FFF2-40B4-BE49-F238E27FC236}">
                  <a16:creationId xmlns:a16="http://schemas.microsoft.com/office/drawing/2014/main" id="{6092AA8B-B772-2190-CCE4-F5BCA6A74A62}"/>
                </a:ext>
              </a:extLst>
            </p:cNvPr>
            <p:cNvSpPr txBox="1">
              <a:spLocks/>
            </p:cNvSpPr>
            <p:nvPr/>
          </p:nvSpPr>
          <p:spPr>
            <a:xfrm>
              <a:off x="9131121" y="437191"/>
              <a:ext cx="2019216" cy="261610"/>
            </a:xfrm>
            <a:prstGeom prst="rect">
              <a:avLst/>
            </a:prstGeom>
            <a:noFill/>
          </p:spPr>
          <p:txBody>
            <a:bodyPr wrap="square" rtlCol="0">
              <a:spAutoFit/>
            </a:bodyPr>
            <a:lstStyle/>
            <a:p>
              <a:r>
                <a:rPr lang="fr-CA" sz="1100" dirty="0" err="1"/>
                <a:t>mod_visualisationbrute</a:t>
              </a:r>
              <a:endParaRPr lang="fr-CA" sz="1100" dirty="0"/>
            </a:p>
          </p:txBody>
        </p:sp>
        <p:grpSp>
          <p:nvGrpSpPr>
            <p:cNvPr id="62" name="Groupe 61">
              <a:extLst>
                <a:ext uri="{FF2B5EF4-FFF2-40B4-BE49-F238E27FC236}">
                  <a16:creationId xmlns:a16="http://schemas.microsoft.com/office/drawing/2014/main" id="{FC94CF7F-DB55-49D6-2109-1FDE31A9596D}"/>
                </a:ext>
              </a:extLst>
            </p:cNvPr>
            <p:cNvGrpSpPr>
              <a:grpSpLocks/>
            </p:cNvGrpSpPr>
            <p:nvPr/>
          </p:nvGrpSpPr>
          <p:grpSpPr>
            <a:xfrm>
              <a:off x="9362581" y="1002042"/>
              <a:ext cx="805607" cy="286149"/>
              <a:chOff x="4560188" y="3016037"/>
              <a:chExt cx="805607" cy="286149"/>
            </a:xfrm>
          </p:grpSpPr>
          <p:sp>
            <p:nvSpPr>
              <p:cNvPr id="63" name="Rectangle: Rounded Corners 292">
                <a:extLst>
                  <a:ext uri="{FF2B5EF4-FFF2-40B4-BE49-F238E27FC236}">
                    <a16:creationId xmlns:a16="http://schemas.microsoft.com/office/drawing/2014/main" id="{3F4EB3EB-AE38-8181-618A-179795FC460E}"/>
                  </a:ext>
                </a:extLst>
              </p:cNvPr>
              <p:cNvSpPr>
                <a:spLocks/>
              </p:cNvSpPr>
              <p:nvPr/>
            </p:nvSpPr>
            <p:spPr>
              <a:xfrm>
                <a:off x="4560188" y="3016037"/>
                <a:ext cx="760814"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64" name="Groupe 63">
                <a:extLst>
                  <a:ext uri="{FF2B5EF4-FFF2-40B4-BE49-F238E27FC236}">
                    <a16:creationId xmlns:a16="http://schemas.microsoft.com/office/drawing/2014/main" id="{719B5B14-F889-EBCD-B4CE-8D51257A492D}"/>
                  </a:ext>
                </a:extLst>
              </p:cNvPr>
              <p:cNvGrpSpPr>
                <a:grpSpLocks/>
              </p:cNvGrpSpPr>
              <p:nvPr/>
            </p:nvGrpSpPr>
            <p:grpSpPr>
              <a:xfrm>
                <a:off x="4643184" y="3021918"/>
                <a:ext cx="722611" cy="280268"/>
                <a:chOff x="684754" y="2369830"/>
                <a:chExt cx="722611" cy="280268"/>
              </a:xfrm>
            </p:grpSpPr>
            <p:pic>
              <p:nvPicPr>
                <p:cNvPr id="65" name="Graphique 64" descr="Tableau avec un remplissage uni">
                  <a:extLst>
                    <a:ext uri="{FF2B5EF4-FFF2-40B4-BE49-F238E27FC236}">
                      <a16:creationId xmlns:a16="http://schemas.microsoft.com/office/drawing/2014/main" id="{1152CD53-C0B9-2ABF-0E8F-5A7183A7AB60}"/>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84754" y="2369830"/>
                  <a:ext cx="280268" cy="280268"/>
                </a:xfrm>
                <a:prstGeom prst="rect">
                  <a:avLst/>
                </a:prstGeom>
              </p:spPr>
            </p:pic>
            <p:sp>
              <p:nvSpPr>
                <p:cNvPr id="66" name="TextBox 132">
                  <a:extLst>
                    <a:ext uri="{FF2B5EF4-FFF2-40B4-BE49-F238E27FC236}">
                      <a16:creationId xmlns:a16="http://schemas.microsoft.com/office/drawing/2014/main" id="{718F214C-83BF-DD34-A543-56E25BBC57A3}"/>
                    </a:ext>
                  </a:extLst>
                </p:cNvPr>
                <p:cNvSpPr txBox="1">
                  <a:spLocks/>
                </p:cNvSpPr>
                <p:nvPr/>
              </p:nvSpPr>
              <p:spPr>
                <a:xfrm>
                  <a:off x="886233" y="2416748"/>
                  <a:ext cx="521132" cy="169277"/>
                </a:xfrm>
                <a:prstGeom prst="rect">
                  <a:avLst/>
                </a:prstGeom>
                <a:noFill/>
              </p:spPr>
              <p:txBody>
                <a:bodyPr wrap="square" rtlCol="0">
                  <a:spAutoFit/>
                </a:bodyPr>
                <a:lstStyle/>
                <a:p>
                  <a:r>
                    <a:rPr lang="fr-CA" sz="500" dirty="0" err="1"/>
                    <a:t>brut_table</a:t>
                  </a:r>
                  <a:endParaRPr lang="fr-CA" sz="500" dirty="0"/>
                </a:p>
              </p:txBody>
            </p:sp>
          </p:grpSp>
        </p:grpSp>
        <p:grpSp>
          <p:nvGrpSpPr>
            <p:cNvPr id="67" name="Groupe 66">
              <a:extLst>
                <a:ext uri="{FF2B5EF4-FFF2-40B4-BE49-F238E27FC236}">
                  <a16:creationId xmlns:a16="http://schemas.microsoft.com/office/drawing/2014/main" id="{5159F408-9968-B421-9512-BFC0E35AF203}"/>
                </a:ext>
              </a:extLst>
            </p:cNvPr>
            <p:cNvGrpSpPr>
              <a:grpSpLocks/>
            </p:cNvGrpSpPr>
            <p:nvPr/>
          </p:nvGrpSpPr>
          <p:grpSpPr>
            <a:xfrm>
              <a:off x="9362581" y="1393306"/>
              <a:ext cx="976092" cy="286149"/>
              <a:chOff x="4560187" y="3016037"/>
              <a:chExt cx="976092" cy="286149"/>
            </a:xfrm>
          </p:grpSpPr>
          <p:sp>
            <p:nvSpPr>
              <p:cNvPr id="68" name="Rectangle: Rounded Corners 292">
                <a:extLst>
                  <a:ext uri="{FF2B5EF4-FFF2-40B4-BE49-F238E27FC236}">
                    <a16:creationId xmlns:a16="http://schemas.microsoft.com/office/drawing/2014/main" id="{0392586C-BBC5-33B7-4167-6097096076B3}"/>
                  </a:ext>
                </a:extLst>
              </p:cNvPr>
              <p:cNvSpPr>
                <a:spLocks/>
              </p:cNvSpPr>
              <p:nvPr/>
            </p:nvSpPr>
            <p:spPr>
              <a:xfrm>
                <a:off x="4560187" y="3016037"/>
                <a:ext cx="899251"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69" name="Groupe 68">
                <a:extLst>
                  <a:ext uri="{FF2B5EF4-FFF2-40B4-BE49-F238E27FC236}">
                    <a16:creationId xmlns:a16="http://schemas.microsoft.com/office/drawing/2014/main" id="{E0FE2606-73B6-39D8-00A2-DB7766943E43}"/>
                  </a:ext>
                </a:extLst>
              </p:cNvPr>
              <p:cNvGrpSpPr>
                <a:grpSpLocks/>
              </p:cNvGrpSpPr>
              <p:nvPr/>
            </p:nvGrpSpPr>
            <p:grpSpPr>
              <a:xfrm>
                <a:off x="4643184" y="3021918"/>
                <a:ext cx="893095" cy="280268"/>
                <a:chOff x="684754" y="2369830"/>
                <a:chExt cx="893095" cy="280268"/>
              </a:xfrm>
            </p:grpSpPr>
            <p:pic>
              <p:nvPicPr>
                <p:cNvPr id="70" name="Graphique 69" descr="Tableau avec un remplissage uni">
                  <a:extLst>
                    <a:ext uri="{FF2B5EF4-FFF2-40B4-BE49-F238E27FC236}">
                      <a16:creationId xmlns:a16="http://schemas.microsoft.com/office/drawing/2014/main" id="{8E4D7EF9-4BB1-3D29-7813-051E782F8AF9}"/>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84754" y="2369830"/>
                  <a:ext cx="280268" cy="280268"/>
                </a:xfrm>
                <a:prstGeom prst="rect">
                  <a:avLst/>
                </a:prstGeom>
              </p:spPr>
            </p:pic>
            <p:sp>
              <p:nvSpPr>
                <p:cNvPr id="71" name="TextBox 132">
                  <a:extLst>
                    <a:ext uri="{FF2B5EF4-FFF2-40B4-BE49-F238E27FC236}">
                      <a16:creationId xmlns:a16="http://schemas.microsoft.com/office/drawing/2014/main" id="{50A2F81D-1BE5-5ECD-A507-C0207CD9862C}"/>
                    </a:ext>
                  </a:extLst>
                </p:cNvPr>
                <p:cNvSpPr txBox="1">
                  <a:spLocks/>
                </p:cNvSpPr>
                <p:nvPr/>
              </p:nvSpPr>
              <p:spPr>
                <a:xfrm>
                  <a:off x="886233" y="2416748"/>
                  <a:ext cx="691616" cy="169277"/>
                </a:xfrm>
                <a:prstGeom prst="rect">
                  <a:avLst/>
                </a:prstGeom>
                <a:noFill/>
              </p:spPr>
              <p:txBody>
                <a:bodyPr wrap="square" rtlCol="0">
                  <a:spAutoFit/>
                </a:bodyPr>
                <a:lstStyle/>
                <a:p>
                  <a:r>
                    <a:rPr lang="fr-CA" sz="500" dirty="0" err="1"/>
                    <a:t>comment_table</a:t>
                  </a:r>
                  <a:endParaRPr lang="fr-CA" sz="500" dirty="0"/>
                </a:p>
              </p:txBody>
            </p:sp>
          </p:grpSp>
        </p:grpSp>
        <p:grpSp>
          <p:nvGrpSpPr>
            <p:cNvPr id="72" name="Groupe 71">
              <a:extLst>
                <a:ext uri="{FF2B5EF4-FFF2-40B4-BE49-F238E27FC236}">
                  <a16:creationId xmlns:a16="http://schemas.microsoft.com/office/drawing/2014/main" id="{EF2FAF7B-C4C8-28D9-B623-639C7271F5D6}"/>
                </a:ext>
              </a:extLst>
            </p:cNvPr>
            <p:cNvGrpSpPr>
              <a:grpSpLocks/>
            </p:cNvGrpSpPr>
            <p:nvPr/>
          </p:nvGrpSpPr>
          <p:grpSpPr>
            <a:xfrm>
              <a:off x="9375925" y="647766"/>
              <a:ext cx="1248373" cy="284371"/>
              <a:chOff x="740332" y="3429000"/>
              <a:chExt cx="1248373" cy="284371"/>
            </a:xfrm>
          </p:grpSpPr>
          <p:sp>
            <p:nvSpPr>
              <p:cNvPr id="73" name="Rectangle: Rounded Corners 292">
                <a:extLst>
                  <a:ext uri="{FF2B5EF4-FFF2-40B4-BE49-F238E27FC236}">
                    <a16:creationId xmlns:a16="http://schemas.microsoft.com/office/drawing/2014/main" id="{C93C6C14-A240-FC8C-2981-2AE58AF8CA2F}"/>
                  </a:ext>
                </a:extLst>
              </p:cNvPr>
              <p:cNvSpPr>
                <a:spLocks/>
              </p:cNvSpPr>
              <p:nvPr/>
            </p:nvSpPr>
            <p:spPr>
              <a:xfrm>
                <a:off x="740332" y="3429000"/>
                <a:ext cx="1248373"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74" name="Groupe 73">
                <a:extLst>
                  <a:ext uri="{FF2B5EF4-FFF2-40B4-BE49-F238E27FC236}">
                    <a16:creationId xmlns:a16="http://schemas.microsoft.com/office/drawing/2014/main" id="{8C04AC75-E33F-47AE-AB0F-B002517F0B91}"/>
                  </a:ext>
                </a:extLst>
              </p:cNvPr>
              <p:cNvGrpSpPr>
                <a:grpSpLocks/>
              </p:cNvGrpSpPr>
              <p:nvPr/>
            </p:nvGrpSpPr>
            <p:grpSpPr>
              <a:xfrm>
                <a:off x="761837" y="3436287"/>
                <a:ext cx="1193607" cy="254204"/>
                <a:chOff x="814800" y="3911539"/>
                <a:chExt cx="1193607" cy="254204"/>
              </a:xfrm>
            </p:grpSpPr>
            <p:sp>
              <p:nvSpPr>
                <p:cNvPr id="75" name="TextBox 132">
                  <a:extLst>
                    <a:ext uri="{FF2B5EF4-FFF2-40B4-BE49-F238E27FC236}">
                      <a16:creationId xmlns:a16="http://schemas.microsoft.com/office/drawing/2014/main" id="{D8700AC6-FCBE-F736-9636-2AE608A10AC9}"/>
                    </a:ext>
                  </a:extLst>
                </p:cNvPr>
                <p:cNvSpPr txBox="1">
                  <a:spLocks/>
                </p:cNvSpPr>
                <p:nvPr/>
              </p:nvSpPr>
              <p:spPr>
                <a:xfrm>
                  <a:off x="955705" y="3950299"/>
                  <a:ext cx="1052702" cy="215444"/>
                </a:xfrm>
                <a:prstGeom prst="rect">
                  <a:avLst/>
                </a:prstGeom>
                <a:noFill/>
              </p:spPr>
              <p:txBody>
                <a:bodyPr wrap="square" rtlCol="0">
                  <a:spAutoFit/>
                </a:bodyPr>
                <a:lstStyle/>
                <a:p>
                  <a:r>
                    <a:rPr lang="fr-CA" sz="800" dirty="0" err="1"/>
                    <a:t>title_visualisation</a:t>
                  </a:r>
                  <a:endParaRPr lang="fr-CA" sz="500" dirty="0"/>
                </a:p>
              </p:txBody>
            </p:sp>
            <p:pic>
              <p:nvPicPr>
                <p:cNvPr id="76" name="Image 75">
                  <a:extLst>
                    <a:ext uri="{FF2B5EF4-FFF2-40B4-BE49-F238E27FC236}">
                      <a16:creationId xmlns:a16="http://schemas.microsoft.com/office/drawing/2014/main" id="{CEB9D162-8E8D-79FE-B8AD-EE495D169295}"/>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77" name="Groupe 76">
              <a:extLst>
                <a:ext uri="{FF2B5EF4-FFF2-40B4-BE49-F238E27FC236}">
                  <a16:creationId xmlns:a16="http://schemas.microsoft.com/office/drawing/2014/main" id="{8597934B-8EF1-5567-8B1C-5E9C5F51A267}"/>
                </a:ext>
              </a:extLst>
            </p:cNvPr>
            <p:cNvGrpSpPr>
              <a:grpSpLocks/>
            </p:cNvGrpSpPr>
            <p:nvPr/>
          </p:nvGrpSpPr>
          <p:grpSpPr>
            <a:xfrm>
              <a:off x="9400444" y="1749811"/>
              <a:ext cx="910658" cy="284371"/>
              <a:chOff x="712350" y="4155091"/>
              <a:chExt cx="910658" cy="284371"/>
            </a:xfrm>
          </p:grpSpPr>
          <p:sp>
            <p:nvSpPr>
              <p:cNvPr id="78" name="Rectangle: Rounded Corners 292">
                <a:extLst>
                  <a:ext uri="{FF2B5EF4-FFF2-40B4-BE49-F238E27FC236}">
                    <a16:creationId xmlns:a16="http://schemas.microsoft.com/office/drawing/2014/main" id="{8BB72182-F818-9FF1-D4AE-5AD4037E646E}"/>
                  </a:ext>
                </a:extLst>
              </p:cNvPr>
              <p:cNvSpPr>
                <a:spLocks/>
              </p:cNvSpPr>
              <p:nvPr/>
            </p:nvSpPr>
            <p:spPr>
              <a:xfrm>
                <a:off x="712350" y="4155091"/>
                <a:ext cx="910658"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79" name="Groupe 78">
                <a:extLst>
                  <a:ext uri="{FF2B5EF4-FFF2-40B4-BE49-F238E27FC236}">
                    <a16:creationId xmlns:a16="http://schemas.microsoft.com/office/drawing/2014/main" id="{C435A25B-F850-10F2-D092-E755C7CA4C70}"/>
                  </a:ext>
                </a:extLst>
              </p:cNvPr>
              <p:cNvGrpSpPr>
                <a:grpSpLocks/>
              </p:cNvGrpSpPr>
              <p:nvPr/>
            </p:nvGrpSpPr>
            <p:grpSpPr>
              <a:xfrm>
                <a:off x="795310" y="4195999"/>
                <a:ext cx="827698" cy="234801"/>
                <a:chOff x="795310" y="4195999"/>
                <a:chExt cx="827698" cy="234801"/>
              </a:xfrm>
            </p:grpSpPr>
            <p:pic>
              <p:nvPicPr>
                <p:cNvPr id="80" name="Graphique 79" descr="Graphique à barres avec un remplissage uni">
                  <a:extLst>
                    <a:ext uri="{FF2B5EF4-FFF2-40B4-BE49-F238E27FC236}">
                      <a16:creationId xmlns:a16="http://schemas.microsoft.com/office/drawing/2014/main" id="{6572F135-9B1F-E333-1818-9CC89C335D7C}"/>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5310" y="4195999"/>
                  <a:ext cx="207992" cy="207992"/>
                </a:xfrm>
                <a:prstGeom prst="rect">
                  <a:avLst/>
                </a:prstGeom>
              </p:spPr>
            </p:pic>
            <p:sp>
              <p:nvSpPr>
                <p:cNvPr id="81" name="TextBox 132">
                  <a:extLst>
                    <a:ext uri="{FF2B5EF4-FFF2-40B4-BE49-F238E27FC236}">
                      <a16:creationId xmlns:a16="http://schemas.microsoft.com/office/drawing/2014/main" id="{01137F89-70F3-E77D-395A-328901D9F0FA}"/>
                    </a:ext>
                  </a:extLst>
                </p:cNvPr>
                <p:cNvSpPr txBox="1">
                  <a:spLocks/>
                </p:cNvSpPr>
                <p:nvPr/>
              </p:nvSpPr>
              <p:spPr>
                <a:xfrm>
                  <a:off x="978234" y="4215356"/>
                  <a:ext cx="644774" cy="215444"/>
                </a:xfrm>
                <a:prstGeom prst="rect">
                  <a:avLst/>
                </a:prstGeom>
                <a:noFill/>
              </p:spPr>
              <p:txBody>
                <a:bodyPr wrap="square" rtlCol="0">
                  <a:spAutoFit/>
                </a:bodyPr>
                <a:lstStyle/>
                <a:p>
                  <a:r>
                    <a:rPr lang="fr-CA" sz="800" dirty="0" err="1"/>
                    <a:t>pie_chart</a:t>
                  </a:r>
                  <a:endParaRPr lang="fr-CA" sz="500" dirty="0"/>
                </a:p>
              </p:txBody>
            </p:sp>
          </p:grpSp>
        </p:grpSp>
      </p:grpSp>
      <p:cxnSp>
        <p:nvCxnSpPr>
          <p:cNvPr id="82" name="Straight Arrow Connector 268">
            <a:extLst>
              <a:ext uri="{FF2B5EF4-FFF2-40B4-BE49-F238E27FC236}">
                <a16:creationId xmlns:a16="http://schemas.microsoft.com/office/drawing/2014/main" id="{0827E452-2BFA-B5AF-D620-76CA3BEDB727}"/>
              </a:ext>
            </a:extLst>
          </p:cNvPr>
          <p:cNvCxnSpPr>
            <a:cxnSpLocks/>
            <a:stCxn id="11" idx="3"/>
            <a:endCxn id="55" idx="1"/>
          </p:cNvCxnSpPr>
          <p:nvPr/>
        </p:nvCxnSpPr>
        <p:spPr>
          <a:xfrm>
            <a:off x="8235094" y="288270"/>
            <a:ext cx="2347834" cy="75388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91" name="Groupe 90">
            <a:extLst>
              <a:ext uri="{FF2B5EF4-FFF2-40B4-BE49-F238E27FC236}">
                <a16:creationId xmlns:a16="http://schemas.microsoft.com/office/drawing/2014/main" id="{CF5C8AC1-9916-0B82-9C14-B251F20E0E72}"/>
              </a:ext>
            </a:extLst>
          </p:cNvPr>
          <p:cNvGrpSpPr>
            <a:grpSpLocks/>
          </p:cNvGrpSpPr>
          <p:nvPr/>
        </p:nvGrpSpPr>
        <p:grpSpPr>
          <a:xfrm>
            <a:off x="11220974" y="6562000"/>
            <a:ext cx="603036" cy="228537"/>
            <a:chOff x="226205" y="6218606"/>
            <a:chExt cx="603036" cy="228537"/>
          </a:xfrm>
        </p:grpSpPr>
        <p:sp>
          <p:nvSpPr>
            <p:cNvPr id="92" name="Rectangle: Rounded Corners 292">
              <a:extLst>
                <a:ext uri="{FF2B5EF4-FFF2-40B4-BE49-F238E27FC236}">
                  <a16:creationId xmlns:a16="http://schemas.microsoft.com/office/drawing/2014/main" id="{209F168E-6B09-EF4C-8F57-67BC1CC658C1}"/>
                </a:ext>
              </a:extLst>
            </p:cNvPr>
            <p:cNvSpPr>
              <a:spLocks/>
            </p:cNvSpPr>
            <p:nvPr/>
          </p:nvSpPr>
          <p:spPr>
            <a:xfrm>
              <a:off x="226205" y="6218606"/>
              <a:ext cx="591376" cy="228537"/>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93" name="TextBox 132">
              <a:extLst>
                <a:ext uri="{FF2B5EF4-FFF2-40B4-BE49-F238E27FC236}">
                  <a16:creationId xmlns:a16="http://schemas.microsoft.com/office/drawing/2014/main" id="{5ABA5D75-F466-0303-9F36-B4CF7DE515F1}"/>
                </a:ext>
              </a:extLst>
            </p:cNvPr>
            <p:cNvSpPr txBox="1">
              <a:spLocks/>
            </p:cNvSpPr>
            <p:nvPr/>
          </p:nvSpPr>
          <p:spPr>
            <a:xfrm>
              <a:off x="237865" y="6248235"/>
              <a:ext cx="591376" cy="169277"/>
            </a:xfrm>
            <a:prstGeom prst="rect">
              <a:avLst/>
            </a:prstGeom>
            <a:noFill/>
          </p:spPr>
          <p:txBody>
            <a:bodyPr wrap="square" rtlCol="0">
              <a:spAutoFit/>
            </a:bodyPr>
            <a:lstStyle/>
            <a:p>
              <a:r>
                <a:rPr lang="fr-CA" sz="500" dirty="0"/>
                <a:t>Visible dans UI</a:t>
              </a:r>
            </a:p>
          </p:txBody>
        </p:sp>
      </p:grpSp>
      <p:grpSp>
        <p:nvGrpSpPr>
          <p:cNvPr id="94" name="Groupe 93">
            <a:extLst>
              <a:ext uri="{FF2B5EF4-FFF2-40B4-BE49-F238E27FC236}">
                <a16:creationId xmlns:a16="http://schemas.microsoft.com/office/drawing/2014/main" id="{09BE5651-1FEF-219D-EFC8-F7723A6B6714}"/>
              </a:ext>
            </a:extLst>
          </p:cNvPr>
          <p:cNvGrpSpPr>
            <a:grpSpLocks/>
          </p:cNvGrpSpPr>
          <p:nvPr/>
        </p:nvGrpSpPr>
        <p:grpSpPr>
          <a:xfrm>
            <a:off x="11220974" y="6316064"/>
            <a:ext cx="561706" cy="183484"/>
            <a:chOff x="543862" y="1395992"/>
            <a:chExt cx="561706" cy="183484"/>
          </a:xfrm>
        </p:grpSpPr>
        <p:pic>
          <p:nvPicPr>
            <p:cNvPr id="95" name="Picture 131">
              <a:extLst>
                <a:ext uri="{FF2B5EF4-FFF2-40B4-BE49-F238E27FC236}">
                  <a16:creationId xmlns:a16="http://schemas.microsoft.com/office/drawing/2014/main" id="{683AAA06-18B1-50C4-36D5-10EDF64FA992}"/>
                </a:ext>
              </a:extLst>
            </p:cNvPr>
            <p:cNvPicPr>
              <a:picLocks noChangeAspect="1"/>
            </p:cNvPicPr>
            <p:nvPr/>
          </p:nvPicPr>
          <p:blipFill>
            <a:blip r:embed="rId12"/>
            <a:stretch>
              <a:fillRect/>
            </a:stretch>
          </p:blipFill>
          <p:spPr>
            <a:xfrm>
              <a:off x="543862" y="1404777"/>
              <a:ext cx="174699" cy="174699"/>
            </a:xfrm>
            <a:prstGeom prst="rect">
              <a:avLst/>
            </a:prstGeom>
          </p:spPr>
        </p:pic>
        <p:sp>
          <p:nvSpPr>
            <p:cNvPr id="96" name="TextBox 132">
              <a:extLst>
                <a:ext uri="{FF2B5EF4-FFF2-40B4-BE49-F238E27FC236}">
                  <a16:creationId xmlns:a16="http://schemas.microsoft.com/office/drawing/2014/main" id="{978E71CD-B8C1-CA46-4869-B9E2AC4FD65A}"/>
                </a:ext>
              </a:extLst>
            </p:cNvPr>
            <p:cNvSpPr txBox="1">
              <a:spLocks/>
            </p:cNvSpPr>
            <p:nvPr/>
          </p:nvSpPr>
          <p:spPr>
            <a:xfrm>
              <a:off x="669827" y="1395992"/>
              <a:ext cx="435741" cy="169277"/>
            </a:xfrm>
            <a:prstGeom prst="rect">
              <a:avLst/>
            </a:prstGeom>
            <a:noFill/>
          </p:spPr>
          <p:txBody>
            <a:bodyPr wrap="square" rtlCol="0">
              <a:spAutoFit/>
            </a:bodyPr>
            <a:lstStyle/>
            <a:p>
              <a:r>
                <a:rPr lang="fr-CA" sz="500" dirty="0"/>
                <a:t>Fonction</a:t>
              </a:r>
            </a:p>
          </p:txBody>
        </p:sp>
      </p:grpSp>
      <p:grpSp>
        <p:nvGrpSpPr>
          <p:cNvPr id="103" name="Groupe 102">
            <a:extLst>
              <a:ext uri="{FF2B5EF4-FFF2-40B4-BE49-F238E27FC236}">
                <a16:creationId xmlns:a16="http://schemas.microsoft.com/office/drawing/2014/main" id="{E6396480-583C-59B0-998A-644CC0C48C37}"/>
              </a:ext>
            </a:extLst>
          </p:cNvPr>
          <p:cNvGrpSpPr>
            <a:grpSpLocks/>
          </p:cNvGrpSpPr>
          <p:nvPr/>
        </p:nvGrpSpPr>
        <p:grpSpPr>
          <a:xfrm>
            <a:off x="11220974" y="5556852"/>
            <a:ext cx="627754" cy="174699"/>
            <a:chOff x="828603" y="2660370"/>
            <a:chExt cx="627754" cy="174699"/>
          </a:xfrm>
        </p:grpSpPr>
        <p:pic>
          <p:nvPicPr>
            <p:cNvPr id="105" name="Graphique 104" descr="Base de données avec un remplissage uni">
              <a:extLst>
                <a:ext uri="{FF2B5EF4-FFF2-40B4-BE49-F238E27FC236}">
                  <a16:creationId xmlns:a16="http://schemas.microsoft.com/office/drawing/2014/main" id="{E9C64690-E6FA-D1A8-77DE-413AEA51CA9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8603" y="2660370"/>
              <a:ext cx="174699" cy="174699"/>
            </a:xfrm>
            <a:prstGeom prst="rect">
              <a:avLst/>
            </a:prstGeom>
          </p:spPr>
        </p:pic>
        <p:sp>
          <p:nvSpPr>
            <p:cNvPr id="106" name="TextBox 132">
              <a:extLst>
                <a:ext uri="{FF2B5EF4-FFF2-40B4-BE49-F238E27FC236}">
                  <a16:creationId xmlns:a16="http://schemas.microsoft.com/office/drawing/2014/main" id="{8C944A3D-9954-1DC6-63E0-47F98FA064CC}"/>
                </a:ext>
              </a:extLst>
            </p:cNvPr>
            <p:cNvSpPr txBox="1">
              <a:spLocks/>
            </p:cNvSpPr>
            <p:nvPr/>
          </p:nvSpPr>
          <p:spPr>
            <a:xfrm>
              <a:off x="941007" y="2665689"/>
              <a:ext cx="515350" cy="169277"/>
            </a:xfrm>
            <a:prstGeom prst="rect">
              <a:avLst/>
            </a:prstGeom>
            <a:noFill/>
          </p:spPr>
          <p:txBody>
            <a:bodyPr wrap="square" rtlCol="0">
              <a:spAutoFit/>
            </a:bodyPr>
            <a:lstStyle/>
            <a:p>
              <a:r>
                <a:rPr lang="fr-CA" sz="500" dirty="0" err="1"/>
                <a:t>Dataframe</a:t>
              </a:r>
              <a:endParaRPr lang="fr-CA" sz="500" dirty="0"/>
            </a:p>
          </p:txBody>
        </p:sp>
      </p:grpSp>
      <p:grpSp>
        <p:nvGrpSpPr>
          <p:cNvPr id="129" name="Groupe 128">
            <a:extLst>
              <a:ext uri="{FF2B5EF4-FFF2-40B4-BE49-F238E27FC236}">
                <a16:creationId xmlns:a16="http://schemas.microsoft.com/office/drawing/2014/main" id="{B04F69E7-BCCB-C919-7664-042517838E06}"/>
              </a:ext>
            </a:extLst>
          </p:cNvPr>
          <p:cNvGrpSpPr>
            <a:grpSpLocks/>
          </p:cNvGrpSpPr>
          <p:nvPr/>
        </p:nvGrpSpPr>
        <p:grpSpPr>
          <a:xfrm>
            <a:off x="1825184" y="353431"/>
            <a:ext cx="752647" cy="246221"/>
            <a:chOff x="1721461" y="1834916"/>
            <a:chExt cx="752647" cy="246221"/>
          </a:xfrm>
        </p:grpSpPr>
        <p:sp>
          <p:nvSpPr>
            <p:cNvPr id="130" name="Rectangle: Rounded Corners 292">
              <a:extLst>
                <a:ext uri="{FF2B5EF4-FFF2-40B4-BE49-F238E27FC236}">
                  <a16:creationId xmlns:a16="http://schemas.microsoft.com/office/drawing/2014/main" id="{88831A2D-E6E7-0380-5079-4AE7D5ED075C}"/>
                </a:ext>
              </a:extLst>
            </p:cNvPr>
            <p:cNvSpPr>
              <a:spLocks/>
            </p:cNvSpPr>
            <p:nvPr/>
          </p:nvSpPr>
          <p:spPr>
            <a:xfrm>
              <a:off x="1721461" y="1837329"/>
              <a:ext cx="752646" cy="23856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nvGrpSpPr>
            <p:cNvPr id="131" name="Groupe 130">
              <a:extLst>
                <a:ext uri="{FF2B5EF4-FFF2-40B4-BE49-F238E27FC236}">
                  <a16:creationId xmlns:a16="http://schemas.microsoft.com/office/drawing/2014/main" id="{705E2300-9349-71EB-4440-0CEE21404F16}"/>
                </a:ext>
              </a:extLst>
            </p:cNvPr>
            <p:cNvGrpSpPr>
              <a:grpSpLocks/>
            </p:cNvGrpSpPr>
            <p:nvPr/>
          </p:nvGrpSpPr>
          <p:grpSpPr>
            <a:xfrm>
              <a:off x="1750886" y="1834916"/>
              <a:ext cx="723222" cy="246221"/>
              <a:chOff x="413852" y="3168571"/>
              <a:chExt cx="723222" cy="246221"/>
            </a:xfrm>
          </p:grpSpPr>
          <p:pic>
            <p:nvPicPr>
              <p:cNvPr id="132" name="Image 131">
                <a:extLst>
                  <a:ext uri="{FF2B5EF4-FFF2-40B4-BE49-F238E27FC236}">
                    <a16:creationId xmlns:a16="http://schemas.microsoft.com/office/drawing/2014/main" id="{7C40DDE8-1AA0-E664-0924-46F38019C66B}"/>
                  </a:ext>
                </a:extLst>
              </p:cNvPr>
              <p:cNvPicPr>
                <a:picLocks noChangeAspect="1"/>
              </p:cNvPicPr>
              <p:nvPr/>
            </p:nvPicPr>
            <p:blipFill>
              <a:blip r:embed="rId13">
                <a:duotone>
                  <a:prstClr val="black"/>
                  <a:schemeClr val="tx2">
                    <a:tint val="45000"/>
                    <a:satMod val="400000"/>
                  </a:schemeClr>
                </a:duotone>
                <a:extLst>
                  <a:ext uri="{BEBA8EAE-BF5A-486C-A8C5-ECC9F3942E4B}">
                    <a14:imgProps xmlns:a14="http://schemas.microsoft.com/office/drawing/2010/main">
                      <a14:imgLayer r:embed="rId14">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413852" y="3198958"/>
                <a:ext cx="207992" cy="207992"/>
              </a:xfrm>
              <a:prstGeom prst="rect">
                <a:avLst/>
              </a:prstGeom>
            </p:spPr>
          </p:pic>
          <p:sp>
            <p:nvSpPr>
              <p:cNvPr id="133" name="TextBox 132">
                <a:extLst>
                  <a:ext uri="{FF2B5EF4-FFF2-40B4-BE49-F238E27FC236}">
                    <a16:creationId xmlns:a16="http://schemas.microsoft.com/office/drawing/2014/main" id="{98591D2F-E055-B5E1-3C39-3A34937B3F9B}"/>
                  </a:ext>
                </a:extLst>
              </p:cNvPr>
              <p:cNvSpPr txBox="1">
                <a:spLocks/>
              </p:cNvSpPr>
              <p:nvPr/>
            </p:nvSpPr>
            <p:spPr>
              <a:xfrm>
                <a:off x="520754" y="3168571"/>
                <a:ext cx="616320" cy="246221"/>
              </a:xfrm>
              <a:prstGeom prst="rect">
                <a:avLst/>
              </a:prstGeom>
              <a:noFill/>
            </p:spPr>
            <p:txBody>
              <a:bodyPr wrap="square" rtlCol="0">
                <a:spAutoFit/>
              </a:bodyPr>
              <a:lstStyle/>
              <a:p>
                <a:r>
                  <a:rPr lang="fr-CA" sz="1000" dirty="0" err="1"/>
                  <a:t>upload</a:t>
                </a:r>
                <a:endParaRPr lang="fr-CA" sz="1000" dirty="0"/>
              </a:p>
            </p:txBody>
          </p:sp>
        </p:grpSp>
      </p:grpSp>
      <p:cxnSp>
        <p:nvCxnSpPr>
          <p:cNvPr id="134" name="Straight Arrow Connector 268">
            <a:extLst>
              <a:ext uri="{FF2B5EF4-FFF2-40B4-BE49-F238E27FC236}">
                <a16:creationId xmlns:a16="http://schemas.microsoft.com/office/drawing/2014/main" id="{5217F698-DC30-4899-F5F9-F82409A58FF7}"/>
              </a:ext>
            </a:extLst>
          </p:cNvPr>
          <p:cNvCxnSpPr>
            <a:cxnSpLocks/>
            <a:stCxn id="130" idx="3"/>
            <a:endCxn id="2" idx="1"/>
          </p:cNvCxnSpPr>
          <p:nvPr/>
        </p:nvCxnSpPr>
        <p:spPr>
          <a:xfrm>
            <a:off x="2577830" y="475125"/>
            <a:ext cx="629509" cy="3814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84" name="Groupe 183">
            <a:extLst>
              <a:ext uri="{FF2B5EF4-FFF2-40B4-BE49-F238E27FC236}">
                <a16:creationId xmlns:a16="http://schemas.microsoft.com/office/drawing/2014/main" id="{22DE2594-C114-1414-A6EF-01E076610FBD}"/>
              </a:ext>
            </a:extLst>
          </p:cNvPr>
          <p:cNvGrpSpPr>
            <a:grpSpLocks/>
          </p:cNvGrpSpPr>
          <p:nvPr/>
        </p:nvGrpSpPr>
        <p:grpSpPr>
          <a:xfrm>
            <a:off x="1351333" y="1045794"/>
            <a:ext cx="2186996" cy="393322"/>
            <a:chOff x="3530587" y="5981713"/>
            <a:chExt cx="2186996" cy="393322"/>
          </a:xfrm>
        </p:grpSpPr>
        <p:sp>
          <p:nvSpPr>
            <p:cNvPr id="137" name="Rectangle 136">
              <a:extLst>
                <a:ext uri="{FF2B5EF4-FFF2-40B4-BE49-F238E27FC236}">
                  <a16:creationId xmlns:a16="http://schemas.microsoft.com/office/drawing/2014/main" id="{75A408A1-5501-2862-4C25-1F911F4DE765}"/>
                </a:ext>
              </a:extLst>
            </p:cNvPr>
            <p:cNvSpPr>
              <a:spLocks/>
            </p:cNvSpPr>
            <p:nvPr/>
          </p:nvSpPr>
          <p:spPr>
            <a:xfrm>
              <a:off x="3530587" y="5981713"/>
              <a:ext cx="1392319" cy="393322"/>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138" name="ZoneTexte 137">
              <a:extLst>
                <a:ext uri="{FF2B5EF4-FFF2-40B4-BE49-F238E27FC236}">
                  <a16:creationId xmlns:a16="http://schemas.microsoft.com/office/drawing/2014/main" id="{C9F89928-68AA-4F4D-10CB-B8726342C102}"/>
                </a:ext>
              </a:extLst>
            </p:cNvPr>
            <p:cNvSpPr txBox="1">
              <a:spLocks/>
            </p:cNvSpPr>
            <p:nvPr/>
          </p:nvSpPr>
          <p:spPr>
            <a:xfrm>
              <a:off x="3574458" y="5981713"/>
              <a:ext cx="2143125" cy="276999"/>
            </a:xfrm>
            <a:prstGeom prst="rect">
              <a:avLst/>
            </a:prstGeom>
            <a:noFill/>
          </p:spPr>
          <p:txBody>
            <a:bodyPr wrap="square" rtlCol="0">
              <a:spAutoFit/>
            </a:bodyPr>
            <a:lstStyle/>
            <a:p>
              <a:r>
                <a:rPr lang="fr-CA" sz="1200" dirty="0" err="1"/>
                <a:t>mod_coefficients</a:t>
              </a:r>
              <a:endParaRPr lang="fr-CA" sz="1200" dirty="0"/>
            </a:p>
          </p:txBody>
        </p:sp>
      </p:grpSp>
      <p:grpSp>
        <p:nvGrpSpPr>
          <p:cNvPr id="253" name="Groupe 252">
            <a:extLst>
              <a:ext uri="{FF2B5EF4-FFF2-40B4-BE49-F238E27FC236}">
                <a16:creationId xmlns:a16="http://schemas.microsoft.com/office/drawing/2014/main" id="{537AC3D9-0912-6159-0CA2-171913B8C750}"/>
              </a:ext>
            </a:extLst>
          </p:cNvPr>
          <p:cNvGrpSpPr>
            <a:grpSpLocks/>
          </p:cNvGrpSpPr>
          <p:nvPr/>
        </p:nvGrpSpPr>
        <p:grpSpPr>
          <a:xfrm>
            <a:off x="181615" y="816973"/>
            <a:ext cx="940655" cy="619737"/>
            <a:chOff x="2111980" y="2170875"/>
            <a:chExt cx="940655" cy="619737"/>
          </a:xfrm>
        </p:grpSpPr>
        <p:grpSp>
          <p:nvGrpSpPr>
            <p:cNvPr id="139" name="Groupe 138">
              <a:extLst>
                <a:ext uri="{FF2B5EF4-FFF2-40B4-BE49-F238E27FC236}">
                  <a16:creationId xmlns:a16="http://schemas.microsoft.com/office/drawing/2014/main" id="{B6034FFD-92F3-4FDF-6F4C-32F8869E00B9}"/>
                </a:ext>
              </a:extLst>
            </p:cNvPr>
            <p:cNvGrpSpPr>
              <a:grpSpLocks/>
            </p:cNvGrpSpPr>
            <p:nvPr/>
          </p:nvGrpSpPr>
          <p:grpSpPr>
            <a:xfrm>
              <a:off x="2111980" y="2170875"/>
              <a:ext cx="688695" cy="331243"/>
              <a:chOff x="681082" y="4469209"/>
              <a:chExt cx="688695" cy="331243"/>
            </a:xfrm>
          </p:grpSpPr>
          <p:pic>
            <p:nvPicPr>
              <p:cNvPr id="140" name="Graphique 139" descr="Presse-papiers vérifié avec un remplissage uni">
                <a:extLst>
                  <a:ext uri="{FF2B5EF4-FFF2-40B4-BE49-F238E27FC236}">
                    <a16:creationId xmlns:a16="http://schemas.microsoft.com/office/drawing/2014/main" id="{D82F4672-91EB-691E-5330-FCB52216498F}"/>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81082" y="4469209"/>
                <a:ext cx="331243" cy="331243"/>
              </a:xfrm>
              <a:prstGeom prst="rect">
                <a:avLst/>
              </a:prstGeom>
            </p:spPr>
          </p:pic>
          <p:sp>
            <p:nvSpPr>
              <p:cNvPr id="141" name="TextBox 132">
                <a:extLst>
                  <a:ext uri="{FF2B5EF4-FFF2-40B4-BE49-F238E27FC236}">
                    <a16:creationId xmlns:a16="http://schemas.microsoft.com/office/drawing/2014/main" id="{4424A4FA-26A7-3658-5AC8-38D3D4A61786}"/>
                  </a:ext>
                </a:extLst>
              </p:cNvPr>
              <p:cNvSpPr txBox="1">
                <a:spLocks/>
              </p:cNvSpPr>
              <p:nvPr/>
            </p:nvSpPr>
            <p:spPr>
              <a:xfrm>
                <a:off x="882912" y="4563649"/>
                <a:ext cx="486865" cy="169277"/>
              </a:xfrm>
              <a:prstGeom prst="rect">
                <a:avLst/>
              </a:prstGeom>
              <a:noFill/>
            </p:spPr>
            <p:txBody>
              <a:bodyPr wrap="square" rtlCol="0">
                <a:spAutoFit/>
              </a:bodyPr>
              <a:lstStyle/>
              <a:p>
                <a:r>
                  <a:rPr lang="fr-CA" sz="500" dirty="0"/>
                  <a:t>scenarios</a:t>
                </a:r>
              </a:p>
            </p:txBody>
          </p:sp>
        </p:grpSp>
        <p:grpSp>
          <p:nvGrpSpPr>
            <p:cNvPr id="142" name="Groupe 141">
              <a:extLst>
                <a:ext uri="{FF2B5EF4-FFF2-40B4-BE49-F238E27FC236}">
                  <a16:creationId xmlns:a16="http://schemas.microsoft.com/office/drawing/2014/main" id="{1A282CD0-7C57-36AC-1361-B30D9F77C485}"/>
                </a:ext>
              </a:extLst>
            </p:cNvPr>
            <p:cNvGrpSpPr>
              <a:grpSpLocks/>
            </p:cNvGrpSpPr>
            <p:nvPr/>
          </p:nvGrpSpPr>
          <p:grpSpPr>
            <a:xfrm>
              <a:off x="2343727" y="2540428"/>
              <a:ext cx="708908" cy="250184"/>
              <a:chOff x="2024933" y="1836433"/>
              <a:chExt cx="708908" cy="250184"/>
            </a:xfrm>
          </p:grpSpPr>
          <p:sp>
            <p:nvSpPr>
              <p:cNvPr id="143" name="Rectangle: Rounded Corners 292">
                <a:extLst>
                  <a:ext uri="{FF2B5EF4-FFF2-40B4-BE49-F238E27FC236}">
                    <a16:creationId xmlns:a16="http://schemas.microsoft.com/office/drawing/2014/main" id="{0BF693EF-8CB5-6A2C-50E9-F8F3B012BFE0}"/>
                  </a:ext>
                </a:extLst>
              </p:cNvPr>
              <p:cNvSpPr>
                <a:spLocks/>
              </p:cNvSpPr>
              <p:nvPr/>
            </p:nvSpPr>
            <p:spPr>
              <a:xfrm>
                <a:off x="2024933" y="1836433"/>
                <a:ext cx="708908" cy="250184"/>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44" name="Groupe 143">
                <a:extLst>
                  <a:ext uri="{FF2B5EF4-FFF2-40B4-BE49-F238E27FC236}">
                    <a16:creationId xmlns:a16="http://schemas.microsoft.com/office/drawing/2014/main" id="{2F6A3651-95E7-F330-793C-3996C6693E3E}"/>
                  </a:ext>
                </a:extLst>
              </p:cNvPr>
              <p:cNvGrpSpPr>
                <a:grpSpLocks/>
              </p:cNvGrpSpPr>
              <p:nvPr/>
            </p:nvGrpSpPr>
            <p:grpSpPr>
              <a:xfrm>
                <a:off x="2113816" y="1866498"/>
                <a:ext cx="611505" cy="207992"/>
                <a:chOff x="776782" y="3200153"/>
                <a:chExt cx="611505" cy="207992"/>
              </a:xfrm>
            </p:grpSpPr>
            <p:pic>
              <p:nvPicPr>
                <p:cNvPr id="145" name="Image 144">
                  <a:extLst>
                    <a:ext uri="{FF2B5EF4-FFF2-40B4-BE49-F238E27FC236}">
                      <a16:creationId xmlns:a16="http://schemas.microsoft.com/office/drawing/2014/main" id="{1F1E69B6-7136-0371-0635-A9BB4C4F62E7}"/>
                    </a:ext>
                  </a:extLst>
                </p:cNvPr>
                <p:cNvPicPr>
                  <a:picLocks noChangeAspect="1"/>
                </p:cNvPicPr>
                <p:nvPr/>
              </p:nvPicPr>
              <p:blipFill>
                <a:blip r:embed="rId13">
                  <a:duotone>
                    <a:prstClr val="black"/>
                    <a:schemeClr val="tx2">
                      <a:tint val="45000"/>
                      <a:satMod val="400000"/>
                    </a:schemeClr>
                  </a:duotone>
                  <a:extLst>
                    <a:ext uri="{BEBA8EAE-BF5A-486C-A8C5-ECC9F3942E4B}">
                      <a14:imgProps xmlns:a14="http://schemas.microsoft.com/office/drawing/2010/main">
                        <a14:imgLayer r:embed="rId14">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76782" y="3200153"/>
                  <a:ext cx="207992" cy="207992"/>
                </a:xfrm>
                <a:prstGeom prst="rect">
                  <a:avLst/>
                </a:prstGeom>
              </p:spPr>
            </p:pic>
            <p:sp>
              <p:nvSpPr>
                <p:cNvPr id="146" name="TextBox 132">
                  <a:extLst>
                    <a:ext uri="{FF2B5EF4-FFF2-40B4-BE49-F238E27FC236}">
                      <a16:creationId xmlns:a16="http://schemas.microsoft.com/office/drawing/2014/main" id="{A06BB0DC-9502-2B42-F13C-4E0228343A98}"/>
                    </a:ext>
                  </a:extLst>
                </p:cNvPr>
                <p:cNvSpPr txBox="1">
                  <a:spLocks/>
                </p:cNvSpPr>
                <p:nvPr/>
              </p:nvSpPr>
              <p:spPr>
                <a:xfrm>
                  <a:off x="901408" y="3210561"/>
                  <a:ext cx="486879" cy="169277"/>
                </a:xfrm>
                <a:prstGeom prst="rect">
                  <a:avLst/>
                </a:prstGeom>
                <a:noFill/>
              </p:spPr>
              <p:txBody>
                <a:bodyPr wrap="square" rtlCol="0">
                  <a:spAutoFit/>
                </a:bodyPr>
                <a:lstStyle/>
                <a:p>
                  <a:r>
                    <a:rPr lang="fr-CA" sz="500" dirty="0"/>
                    <a:t>scenario1</a:t>
                  </a:r>
                </a:p>
              </p:txBody>
            </p:sp>
          </p:grpSp>
        </p:grpSp>
      </p:grpSp>
      <p:cxnSp>
        <p:nvCxnSpPr>
          <p:cNvPr id="147" name="Straight Arrow Connector 268">
            <a:extLst>
              <a:ext uri="{FF2B5EF4-FFF2-40B4-BE49-F238E27FC236}">
                <a16:creationId xmlns:a16="http://schemas.microsoft.com/office/drawing/2014/main" id="{04680978-3181-F1E8-F6B7-193EB857E6FB}"/>
              </a:ext>
            </a:extLst>
          </p:cNvPr>
          <p:cNvCxnSpPr>
            <a:cxnSpLocks/>
            <a:stCxn id="143" idx="3"/>
            <a:endCxn id="137" idx="1"/>
          </p:cNvCxnSpPr>
          <p:nvPr/>
        </p:nvCxnSpPr>
        <p:spPr>
          <a:xfrm flipV="1">
            <a:off x="1122270" y="1242455"/>
            <a:ext cx="229063" cy="6916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46" name="Straight Arrow Connector 268">
            <a:extLst>
              <a:ext uri="{FF2B5EF4-FFF2-40B4-BE49-F238E27FC236}">
                <a16:creationId xmlns:a16="http://schemas.microsoft.com/office/drawing/2014/main" id="{BB68FEF7-4C8B-5F8E-46C0-F5A379465B1C}"/>
              </a:ext>
            </a:extLst>
          </p:cNvPr>
          <p:cNvCxnSpPr>
            <a:cxnSpLocks/>
            <a:stCxn id="137" idx="2"/>
            <a:endCxn id="243" idx="0"/>
          </p:cNvCxnSpPr>
          <p:nvPr/>
        </p:nvCxnSpPr>
        <p:spPr>
          <a:xfrm rot="16200000" flipH="1">
            <a:off x="1948366" y="1538242"/>
            <a:ext cx="231916" cy="3366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42" name="Groupe 41">
            <a:extLst>
              <a:ext uri="{FF2B5EF4-FFF2-40B4-BE49-F238E27FC236}">
                <a16:creationId xmlns:a16="http://schemas.microsoft.com/office/drawing/2014/main" id="{C49C7B56-B71A-93B2-41A6-AD48C9AF6A6A}"/>
              </a:ext>
            </a:extLst>
          </p:cNvPr>
          <p:cNvGrpSpPr>
            <a:grpSpLocks/>
          </p:cNvGrpSpPr>
          <p:nvPr/>
        </p:nvGrpSpPr>
        <p:grpSpPr>
          <a:xfrm>
            <a:off x="5545742" y="683455"/>
            <a:ext cx="2084053" cy="285265"/>
            <a:chOff x="5259037" y="2859543"/>
            <a:chExt cx="2084053" cy="285265"/>
          </a:xfrm>
        </p:grpSpPr>
        <p:sp>
          <p:nvSpPr>
            <p:cNvPr id="41" name="Rectangle 40">
              <a:extLst>
                <a:ext uri="{FF2B5EF4-FFF2-40B4-BE49-F238E27FC236}">
                  <a16:creationId xmlns:a16="http://schemas.microsoft.com/office/drawing/2014/main" id="{5528A546-5618-76DA-DB7E-56B83ED16E5D}"/>
                </a:ext>
              </a:extLst>
            </p:cNvPr>
            <p:cNvSpPr>
              <a:spLocks/>
            </p:cNvSpPr>
            <p:nvPr/>
          </p:nvSpPr>
          <p:spPr>
            <a:xfrm>
              <a:off x="5259037" y="2894624"/>
              <a:ext cx="1618767" cy="250184"/>
            </a:xfrm>
            <a:prstGeom prst="rect">
              <a:avLst/>
            </a:prstGeom>
            <a:solidFill>
              <a:schemeClr val="accent6">
                <a:lumMod val="20000"/>
                <a:lumOff val="80000"/>
              </a:schemeClr>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40" name="ZoneTexte 39">
              <a:extLst>
                <a:ext uri="{FF2B5EF4-FFF2-40B4-BE49-F238E27FC236}">
                  <a16:creationId xmlns:a16="http://schemas.microsoft.com/office/drawing/2014/main" id="{8F06ECBF-60D6-C91C-C064-2585CB63A23F}"/>
                </a:ext>
              </a:extLst>
            </p:cNvPr>
            <p:cNvSpPr txBox="1">
              <a:spLocks/>
            </p:cNvSpPr>
            <p:nvPr/>
          </p:nvSpPr>
          <p:spPr>
            <a:xfrm>
              <a:off x="5259037" y="2859543"/>
              <a:ext cx="2084053" cy="276999"/>
            </a:xfrm>
            <a:prstGeom prst="rect">
              <a:avLst/>
            </a:prstGeom>
            <a:noFill/>
          </p:spPr>
          <p:txBody>
            <a:bodyPr wrap="square" rtlCol="0">
              <a:spAutoFit/>
            </a:bodyPr>
            <a:lstStyle/>
            <a:p>
              <a:r>
                <a:rPr lang="fr-CA" sz="1200" dirty="0" err="1"/>
                <a:t>mod_param_reactifs</a:t>
              </a:r>
              <a:endParaRPr lang="fr-CA" sz="1200" dirty="0"/>
            </a:p>
          </p:txBody>
        </p:sp>
      </p:grpSp>
      <p:cxnSp>
        <p:nvCxnSpPr>
          <p:cNvPr id="43" name="Straight Arrow Connector 268">
            <a:extLst>
              <a:ext uri="{FF2B5EF4-FFF2-40B4-BE49-F238E27FC236}">
                <a16:creationId xmlns:a16="http://schemas.microsoft.com/office/drawing/2014/main" id="{A3633C4B-21A8-888D-0C36-2A91C9F49A92}"/>
              </a:ext>
            </a:extLst>
          </p:cNvPr>
          <p:cNvCxnSpPr>
            <a:cxnSpLocks/>
            <a:stCxn id="11" idx="2"/>
            <a:endCxn id="41" idx="0"/>
          </p:cNvCxnSpPr>
          <p:nvPr/>
        </p:nvCxnSpPr>
        <p:spPr>
          <a:xfrm rot="5400000">
            <a:off x="6868340" y="-81662"/>
            <a:ext cx="286985" cy="131341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6" name="Straight Arrow Connector 268">
            <a:extLst>
              <a:ext uri="{FF2B5EF4-FFF2-40B4-BE49-F238E27FC236}">
                <a16:creationId xmlns:a16="http://schemas.microsoft.com/office/drawing/2014/main" id="{082C2E11-2C03-238B-64A4-9FE0B123FD5C}"/>
              </a:ext>
            </a:extLst>
          </p:cNvPr>
          <p:cNvCxnSpPr>
            <a:cxnSpLocks/>
            <a:stCxn id="41" idx="2"/>
            <a:endCxn id="35" idx="0"/>
          </p:cNvCxnSpPr>
          <p:nvPr/>
        </p:nvCxnSpPr>
        <p:spPr>
          <a:xfrm rot="5400000">
            <a:off x="5626269" y="459599"/>
            <a:ext cx="219736" cy="1237978"/>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58" name="Groupe 157">
            <a:extLst>
              <a:ext uri="{FF2B5EF4-FFF2-40B4-BE49-F238E27FC236}">
                <a16:creationId xmlns:a16="http://schemas.microsoft.com/office/drawing/2014/main" id="{074AB538-B48F-9CA2-2A7F-B2DC07627BD0}"/>
              </a:ext>
            </a:extLst>
          </p:cNvPr>
          <p:cNvGrpSpPr>
            <a:grpSpLocks/>
          </p:cNvGrpSpPr>
          <p:nvPr/>
        </p:nvGrpSpPr>
        <p:grpSpPr>
          <a:xfrm>
            <a:off x="7230478" y="1212043"/>
            <a:ext cx="1332357" cy="288658"/>
            <a:chOff x="4629236" y="4738257"/>
            <a:chExt cx="1332357" cy="288658"/>
          </a:xfrm>
        </p:grpSpPr>
        <p:sp>
          <p:nvSpPr>
            <p:cNvPr id="150" name="Rectangle 149">
              <a:extLst>
                <a:ext uri="{FF2B5EF4-FFF2-40B4-BE49-F238E27FC236}">
                  <a16:creationId xmlns:a16="http://schemas.microsoft.com/office/drawing/2014/main" id="{78FAE0D8-6551-511F-EB83-FF84A8C6A0B2}"/>
                </a:ext>
              </a:extLst>
            </p:cNvPr>
            <p:cNvSpPr>
              <a:spLocks/>
            </p:cNvSpPr>
            <p:nvPr/>
          </p:nvSpPr>
          <p:spPr>
            <a:xfrm>
              <a:off x="4629236" y="4738257"/>
              <a:ext cx="962518" cy="288658"/>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111" name="ZoneTexte 110">
              <a:extLst>
                <a:ext uri="{FF2B5EF4-FFF2-40B4-BE49-F238E27FC236}">
                  <a16:creationId xmlns:a16="http://schemas.microsoft.com/office/drawing/2014/main" id="{A707A555-8561-2C60-A085-935424BEA354}"/>
                </a:ext>
              </a:extLst>
            </p:cNvPr>
            <p:cNvSpPr txBox="1">
              <a:spLocks/>
            </p:cNvSpPr>
            <p:nvPr/>
          </p:nvSpPr>
          <p:spPr>
            <a:xfrm>
              <a:off x="4629236" y="4749916"/>
              <a:ext cx="1332357" cy="276999"/>
            </a:xfrm>
            <a:prstGeom prst="rect">
              <a:avLst/>
            </a:prstGeom>
            <a:noFill/>
          </p:spPr>
          <p:txBody>
            <a:bodyPr wrap="square">
              <a:spAutoFit/>
            </a:bodyPr>
            <a:lstStyle/>
            <a:p>
              <a:r>
                <a:rPr lang="fr-CA" sz="1200" dirty="0" err="1"/>
                <a:t>mod_rejets</a:t>
              </a:r>
              <a:endParaRPr lang="fr-CA" sz="1200" dirty="0"/>
            </a:p>
          </p:txBody>
        </p:sp>
      </p:grpSp>
      <p:cxnSp>
        <p:nvCxnSpPr>
          <p:cNvPr id="164" name="Straight Arrow Connector 268">
            <a:extLst>
              <a:ext uri="{FF2B5EF4-FFF2-40B4-BE49-F238E27FC236}">
                <a16:creationId xmlns:a16="http://schemas.microsoft.com/office/drawing/2014/main" id="{09FB30F1-DB1E-F61B-F028-DA582F805B42}"/>
              </a:ext>
            </a:extLst>
          </p:cNvPr>
          <p:cNvCxnSpPr>
            <a:cxnSpLocks/>
            <a:stCxn id="150" idx="3"/>
            <a:endCxn id="127" idx="1"/>
          </p:cNvCxnSpPr>
          <p:nvPr/>
        </p:nvCxnSpPr>
        <p:spPr>
          <a:xfrm>
            <a:off x="8192996" y="1356372"/>
            <a:ext cx="1400083" cy="127506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81" name="Groupe 180">
            <a:extLst>
              <a:ext uri="{FF2B5EF4-FFF2-40B4-BE49-F238E27FC236}">
                <a16:creationId xmlns:a16="http://schemas.microsoft.com/office/drawing/2014/main" id="{7C91AA59-5392-988B-27C4-24CEB221981B}"/>
              </a:ext>
            </a:extLst>
          </p:cNvPr>
          <p:cNvGrpSpPr>
            <a:grpSpLocks/>
          </p:cNvGrpSpPr>
          <p:nvPr/>
        </p:nvGrpSpPr>
        <p:grpSpPr>
          <a:xfrm>
            <a:off x="9593079" y="2122517"/>
            <a:ext cx="1713183" cy="1010948"/>
            <a:chOff x="7431801" y="4098358"/>
            <a:chExt cx="1713183" cy="1010948"/>
          </a:xfrm>
        </p:grpSpPr>
        <p:grpSp>
          <p:nvGrpSpPr>
            <p:cNvPr id="160" name="Groupe 159">
              <a:extLst>
                <a:ext uri="{FF2B5EF4-FFF2-40B4-BE49-F238E27FC236}">
                  <a16:creationId xmlns:a16="http://schemas.microsoft.com/office/drawing/2014/main" id="{DF118959-BBBD-3541-B5F2-773EFDED3677}"/>
                </a:ext>
              </a:extLst>
            </p:cNvPr>
            <p:cNvGrpSpPr>
              <a:grpSpLocks/>
            </p:cNvGrpSpPr>
            <p:nvPr/>
          </p:nvGrpSpPr>
          <p:grpSpPr>
            <a:xfrm>
              <a:off x="7431801" y="4105258"/>
              <a:ext cx="1675940" cy="1004048"/>
              <a:chOff x="7431801" y="4105258"/>
              <a:chExt cx="1675940" cy="1004048"/>
            </a:xfrm>
          </p:grpSpPr>
          <p:grpSp>
            <p:nvGrpSpPr>
              <p:cNvPr id="117" name="Groupe 116">
                <a:extLst>
                  <a:ext uri="{FF2B5EF4-FFF2-40B4-BE49-F238E27FC236}">
                    <a16:creationId xmlns:a16="http://schemas.microsoft.com/office/drawing/2014/main" id="{EC41BA84-7846-DC60-596E-A0580671EB67}"/>
                  </a:ext>
                </a:extLst>
              </p:cNvPr>
              <p:cNvGrpSpPr>
                <a:grpSpLocks/>
              </p:cNvGrpSpPr>
              <p:nvPr/>
            </p:nvGrpSpPr>
            <p:grpSpPr>
              <a:xfrm>
                <a:off x="7431801" y="4105258"/>
                <a:ext cx="1675940" cy="1004048"/>
                <a:chOff x="8963693" y="2428583"/>
                <a:chExt cx="1675940" cy="1004048"/>
              </a:xfrm>
            </p:grpSpPr>
            <p:grpSp>
              <p:nvGrpSpPr>
                <p:cNvPr id="118" name="Groupe 117">
                  <a:extLst>
                    <a:ext uri="{FF2B5EF4-FFF2-40B4-BE49-F238E27FC236}">
                      <a16:creationId xmlns:a16="http://schemas.microsoft.com/office/drawing/2014/main" id="{E06A168E-5D71-1E01-57BC-61DD33F667A2}"/>
                    </a:ext>
                  </a:extLst>
                </p:cNvPr>
                <p:cNvGrpSpPr>
                  <a:grpSpLocks/>
                </p:cNvGrpSpPr>
                <p:nvPr/>
              </p:nvGrpSpPr>
              <p:grpSpPr>
                <a:xfrm>
                  <a:off x="8963693" y="2428583"/>
                  <a:ext cx="1571915" cy="1004048"/>
                  <a:chOff x="9860316" y="4459928"/>
                  <a:chExt cx="1571915" cy="1004048"/>
                </a:xfrm>
              </p:grpSpPr>
              <p:grpSp>
                <p:nvGrpSpPr>
                  <p:cNvPr id="123" name="Groupe 122">
                    <a:extLst>
                      <a:ext uri="{FF2B5EF4-FFF2-40B4-BE49-F238E27FC236}">
                        <a16:creationId xmlns:a16="http://schemas.microsoft.com/office/drawing/2014/main" id="{E302CF80-902E-D2CB-8F10-7CC9D9B44E0C}"/>
                      </a:ext>
                    </a:extLst>
                  </p:cNvPr>
                  <p:cNvGrpSpPr>
                    <a:grpSpLocks/>
                  </p:cNvGrpSpPr>
                  <p:nvPr/>
                </p:nvGrpSpPr>
                <p:grpSpPr>
                  <a:xfrm>
                    <a:off x="9860316" y="4459928"/>
                    <a:ext cx="1571915" cy="1004048"/>
                    <a:chOff x="416070" y="1955712"/>
                    <a:chExt cx="1571915" cy="1004048"/>
                  </a:xfrm>
                </p:grpSpPr>
                <p:grpSp>
                  <p:nvGrpSpPr>
                    <p:cNvPr id="126" name="Groupe 125">
                      <a:extLst>
                        <a:ext uri="{FF2B5EF4-FFF2-40B4-BE49-F238E27FC236}">
                          <a16:creationId xmlns:a16="http://schemas.microsoft.com/office/drawing/2014/main" id="{305103B9-DB9B-7263-C8EC-F62FEC7ABBB2}"/>
                        </a:ext>
                      </a:extLst>
                    </p:cNvPr>
                    <p:cNvGrpSpPr>
                      <a:grpSpLocks/>
                    </p:cNvGrpSpPr>
                    <p:nvPr/>
                  </p:nvGrpSpPr>
                  <p:grpSpPr>
                    <a:xfrm>
                      <a:off x="416070" y="2029298"/>
                      <a:ext cx="1094790" cy="331243"/>
                      <a:chOff x="780703" y="5853141"/>
                      <a:chExt cx="1094790" cy="331243"/>
                    </a:xfrm>
                  </p:grpSpPr>
                  <p:pic>
                    <p:nvPicPr>
                      <p:cNvPr id="128" name="Graphique 127" descr="Presse-papiers vérifié avec un remplissage uni">
                        <a:extLst>
                          <a:ext uri="{FF2B5EF4-FFF2-40B4-BE49-F238E27FC236}">
                            <a16:creationId xmlns:a16="http://schemas.microsoft.com/office/drawing/2014/main" id="{5A8E64DE-8C04-0A25-A529-5804B1C0B7D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80703" y="5853141"/>
                        <a:ext cx="331243" cy="331243"/>
                      </a:xfrm>
                      <a:prstGeom prst="rect">
                        <a:avLst/>
                      </a:prstGeom>
                    </p:spPr>
                  </p:pic>
                  <p:sp>
                    <p:nvSpPr>
                      <p:cNvPr id="135" name="TextBox 132">
                        <a:extLst>
                          <a:ext uri="{FF2B5EF4-FFF2-40B4-BE49-F238E27FC236}">
                            <a16:creationId xmlns:a16="http://schemas.microsoft.com/office/drawing/2014/main" id="{A941A2F8-F573-AAFA-D4B1-B96E21DF8D11}"/>
                          </a:ext>
                        </a:extLst>
                      </p:cNvPr>
                      <p:cNvSpPr txBox="1">
                        <a:spLocks/>
                      </p:cNvSpPr>
                      <p:nvPr/>
                    </p:nvSpPr>
                    <p:spPr>
                      <a:xfrm>
                        <a:off x="981298" y="5940230"/>
                        <a:ext cx="894195" cy="169277"/>
                      </a:xfrm>
                      <a:prstGeom prst="rect">
                        <a:avLst/>
                      </a:prstGeom>
                      <a:noFill/>
                    </p:spPr>
                    <p:txBody>
                      <a:bodyPr wrap="square" rtlCol="0">
                        <a:spAutoFit/>
                      </a:bodyPr>
                      <a:lstStyle/>
                      <a:p>
                        <a:r>
                          <a:rPr lang="fr-CA" sz="500" dirty="0"/>
                          <a:t>lac1_rejets</a:t>
                        </a:r>
                      </a:p>
                    </p:txBody>
                  </p:sp>
                </p:grpSp>
                <p:sp>
                  <p:nvSpPr>
                    <p:cNvPr id="127" name="Rectangle: Rounded Corners 292">
                      <a:extLst>
                        <a:ext uri="{FF2B5EF4-FFF2-40B4-BE49-F238E27FC236}">
                          <a16:creationId xmlns:a16="http://schemas.microsoft.com/office/drawing/2014/main" id="{0D8B1200-29FB-244E-446E-4F877F245942}"/>
                        </a:ext>
                      </a:extLst>
                    </p:cNvPr>
                    <p:cNvSpPr>
                      <a:spLocks/>
                    </p:cNvSpPr>
                    <p:nvPr/>
                  </p:nvSpPr>
                  <p:spPr>
                    <a:xfrm>
                      <a:off x="416070" y="1955712"/>
                      <a:ext cx="1571915" cy="1004048"/>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124" name="Straight Arrow Connector 268">
                    <a:extLst>
                      <a:ext uri="{FF2B5EF4-FFF2-40B4-BE49-F238E27FC236}">
                        <a16:creationId xmlns:a16="http://schemas.microsoft.com/office/drawing/2014/main" id="{C3826732-6682-C4BD-762A-F4066CA864A0}"/>
                      </a:ext>
                    </a:extLst>
                  </p:cNvPr>
                  <p:cNvCxnSpPr>
                    <a:cxnSpLocks/>
                    <a:stCxn id="128"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25" name="Straight Arrow Connector 268">
                    <a:extLst>
                      <a:ext uri="{FF2B5EF4-FFF2-40B4-BE49-F238E27FC236}">
                        <a16:creationId xmlns:a16="http://schemas.microsoft.com/office/drawing/2014/main" id="{E1584DFC-3083-B043-65C1-A89637E536A9}"/>
                      </a:ext>
                    </a:extLst>
                  </p:cNvPr>
                  <p:cNvCxnSpPr>
                    <a:cxnSpLocks/>
                    <a:stCxn id="128"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119" name="ZoneTexte 118">
                  <a:extLst>
                    <a:ext uri="{FF2B5EF4-FFF2-40B4-BE49-F238E27FC236}">
                      <a16:creationId xmlns:a16="http://schemas.microsoft.com/office/drawing/2014/main" id="{8DC33147-40BA-3794-77CA-476E7FE28931}"/>
                    </a:ext>
                  </a:extLst>
                </p:cNvPr>
                <p:cNvSpPr txBox="1">
                  <a:spLocks/>
                </p:cNvSpPr>
                <p:nvPr/>
              </p:nvSpPr>
              <p:spPr>
                <a:xfrm>
                  <a:off x="9490401" y="2869063"/>
                  <a:ext cx="1149232" cy="184666"/>
                </a:xfrm>
                <a:prstGeom prst="rect">
                  <a:avLst/>
                </a:prstGeom>
                <a:noFill/>
              </p:spPr>
              <p:txBody>
                <a:bodyPr wrap="square" rtlCol="0">
                  <a:spAutoFit/>
                </a:bodyPr>
                <a:lstStyle/>
                <a:p>
                  <a:r>
                    <a:rPr lang="fr-CA" sz="600" dirty="0" err="1"/>
                    <a:t>concentrations_rejet_mgl</a:t>
                  </a:r>
                  <a:r>
                    <a:rPr lang="fr-CA" sz="600" dirty="0"/>
                    <a:t>()</a:t>
                  </a:r>
                </a:p>
              </p:txBody>
            </p:sp>
            <p:grpSp>
              <p:nvGrpSpPr>
                <p:cNvPr id="120" name="Groupe 119">
                  <a:extLst>
                    <a:ext uri="{FF2B5EF4-FFF2-40B4-BE49-F238E27FC236}">
                      <a16:creationId xmlns:a16="http://schemas.microsoft.com/office/drawing/2014/main" id="{98149E02-33C7-8D85-3C0C-48FE6E4C6E5C}"/>
                    </a:ext>
                  </a:extLst>
                </p:cNvPr>
                <p:cNvGrpSpPr>
                  <a:grpSpLocks/>
                </p:cNvGrpSpPr>
                <p:nvPr/>
              </p:nvGrpSpPr>
              <p:grpSpPr>
                <a:xfrm>
                  <a:off x="9332030" y="3154642"/>
                  <a:ext cx="1280256" cy="234536"/>
                  <a:chOff x="9213673" y="2065803"/>
                  <a:chExt cx="1280256" cy="234536"/>
                </a:xfrm>
              </p:grpSpPr>
              <p:pic>
                <p:nvPicPr>
                  <p:cNvPr id="121" name="Image 120">
                    <a:extLst>
                      <a:ext uri="{FF2B5EF4-FFF2-40B4-BE49-F238E27FC236}">
                        <a16:creationId xmlns:a16="http://schemas.microsoft.com/office/drawing/2014/main" id="{AC630DC2-81A4-0D9C-2F8B-9873BB413462}"/>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122" name="ZoneTexte 121">
                    <a:extLst>
                      <a:ext uri="{FF2B5EF4-FFF2-40B4-BE49-F238E27FC236}">
                        <a16:creationId xmlns:a16="http://schemas.microsoft.com/office/drawing/2014/main" id="{241B1BDD-9F2A-CF27-6FE5-E2B1C0B8211B}"/>
                      </a:ext>
                    </a:extLst>
                  </p:cNvPr>
                  <p:cNvSpPr txBox="1">
                    <a:spLocks/>
                  </p:cNvSpPr>
                  <p:nvPr/>
                </p:nvSpPr>
                <p:spPr>
                  <a:xfrm>
                    <a:off x="9344698" y="2101327"/>
                    <a:ext cx="1149231" cy="184666"/>
                  </a:xfrm>
                  <a:prstGeom prst="rect">
                    <a:avLst/>
                  </a:prstGeom>
                  <a:noFill/>
                </p:spPr>
                <p:txBody>
                  <a:bodyPr wrap="square" rtlCol="0">
                    <a:spAutoFit/>
                  </a:bodyPr>
                  <a:lstStyle/>
                  <a:p>
                    <a:r>
                      <a:rPr lang="fr-CA" sz="600" dirty="0" err="1"/>
                      <a:t>is_values_overwritten</a:t>
                    </a:r>
                    <a:r>
                      <a:rPr lang="fr-CA" sz="600" dirty="0"/>
                      <a:t>()</a:t>
                    </a:r>
                  </a:p>
                </p:txBody>
              </p:sp>
            </p:grpSp>
          </p:grpSp>
          <p:pic>
            <p:nvPicPr>
              <p:cNvPr id="159" name="Graphique 158" descr="Presse-papiers vérifié avec un remplissage uni">
                <a:extLst>
                  <a:ext uri="{FF2B5EF4-FFF2-40B4-BE49-F238E27FC236}">
                    <a16:creationId xmlns:a16="http://schemas.microsoft.com/office/drawing/2014/main" id="{812B6A5B-6E97-BCA0-ED2D-D3CB18418C71}"/>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701752" y="4463787"/>
                <a:ext cx="331243" cy="331243"/>
              </a:xfrm>
              <a:prstGeom prst="rect">
                <a:avLst/>
              </a:prstGeom>
            </p:spPr>
          </p:pic>
        </p:grpSp>
        <p:sp>
          <p:nvSpPr>
            <p:cNvPr id="176" name="ZoneTexte 175">
              <a:extLst>
                <a:ext uri="{FF2B5EF4-FFF2-40B4-BE49-F238E27FC236}">
                  <a16:creationId xmlns:a16="http://schemas.microsoft.com/office/drawing/2014/main" id="{3C1BD088-01B2-4731-DED3-E50EC5E0E62D}"/>
                </a:ext>
              </a:extLst>
            </p:cNvPr>
            <p:cNvSpPr txBox="1">
              <a:spLocks/>
            </p:cNvSpPr>
            <p:nvPr/>
          </p:nvSpPr>
          <p:spPr>
            <a:xfrm>
              <a:off x="7995752" y="4098358"/>
              <a:ext cx="1149232" cy="369332"/>
            </a:xfrm>
            <a:prstGeom prst="rect">
              <a:avLst/>
            </a:prstGeom>
            <a:noFill/>
          </p:spPr>
          <p:txBody>
            <a:bodyPr wrap="square" rtlCol="0">
              <a:spAutoFit/>
            </a:bodyPr>
            <a:lstStyle/>
            <a:p>
              <a:r>
                <a:rPr lang="fr-CA" sz="900" i="1" dirty="0"/>
                <a:t>Liste de liste de réactifs</a:t>
              </a:r>
            </a:p>
          </p:txBody>
        </p:sp>
      </p:grpSp>
      <p:grpSp>
        <p:nvGrpSpPr>
          <p:cNvPr id="180" name="Groupe 179">
            <a:extLst>
              <a:ext uri="{FF2B5EF4-FFF2-40B4-BE49-F238E27FC236}">
                <a16:creationId xmlns:a16="http://schemas.microsoft.com/office/drawing/2014/main" id="{4CE829CF-D1C7-74F7-D8A8-1804F9413A0D}"/>
              </a:ext>
            </a:extLst>
          </p:cNvPr>
          <p:cNvGrpSpPr>
            <a:grpSpLocks/>
          </p:cNvGrpSpPr>
          <p:nvPr/>
        </p:nvGrpSpPr>
        <p:grpSpPr>
          <a:xfrm>
            <a:off x="3646666" y="1188456"/>
            <a:ext cx="2932557" cy="2484438"/>
            <a:chOff x="3869216" y="1790719"/>
            <a:chExt cx="2932557" cy="2484438"/>
          </a:xfrm>
        </p:grpSpPr>
        <p:grpSp>
          <p:nvGrpSpPr>
            <p:cNvPr id="154" name="Groupe 153">
              <a:extLst>
                <a:ext uri="{FF2B5EF4-FFF2-40B4-BE49-F238E27FC236}">
                  <a16:creationId xmlns:a16="http://schemas.microsoft.com/office/drawing/2014/main" id="{456EB285-9E02-9ACE-2E04-713406AB54A7}"/>
                </a:ext>
              </a:extLst>
            </p:cNvPr>
            <p:cNvGrpSpPr>
              <a:grpSpLocks/>
            </p:cNvGrpSpPr>
            <p:nvPr/>
          </p:nvGrpSpPr>
          <p:grpSpPr>
            <a:xfrm>
              <a:off x="3877622" y="1790719"/>
              <a:ext cx="2924151" cy="2484438"/>
              <a:chOff x="9009056" y="2496990"/>
              <a:chExt cx="2924151" cy="2484438"/>
            </a:xfrm>
          </p:grpSpPr>
          <p:grpSp>
            <p:nvGrpSpPr>
              <p:cNvPr id="39" name="Groupe 38">
                <a:extLst>
                  <a:ext uri="{FF2B5EF4-FFF2-40B4-BE49-F238E27FC236}">
                    <a16:creationId xmlns:a16="http://schemas.microsoft.com/office/drawing/2014/main" id="{98514579-9D7C-D0B7-2513-F2E03D19E25B}"/>
                  </a:ext>
                </a:extLst>
              </p:cNvPr>
              <p:cNvGrpSpPr>
                <a:grpSpLocks/>
              </p:cNvGrpSpPr>
              <p:nvPr/>
            </p:nvGrpSpPr>
            <p:grpSpPr>
              <a:xfrm>
                <a:off x="9009056" y="2496990"/>
                <a:ext cx="2924151" cy="2484438"/>
                <a:chOff x="6870648" y="4011339"/>
                <a:chExt cx="2924151" cy="2484438"/>
              </a:xfrm>
            </p:grpSpPr>
            <p:grpSp>
              <p:nvGrpSpPr>
                <p:cNvPr id="16" name="Groupe 15">
                  <a:extLst>
                    <a:ext uri="{FF2B5EF4-FFF2-40B4-BE49-F238E27FC236}">
                      <a16:creationId xmlns:a16="http://schemas.microsoft.com/office/drawing/2014/main" id="{67F3EE36-3AC5-52A4-27CE-03908E8EB5CD}"/>
                    </a:ext>
                  </a:extLst>
                </p:cNvPr>
                <p:cNvGrpSpPr>
                  <a:grpSpLocks/>
                </p:cNvGrpSpPr>
                <p:nvPr/>
              </p:nvGrpSpPr>
              <p:grpSpPr>
                <a:xfrm>
                  <a:off x="6870648" y="4011339"/>
                  <a:ext cx="2924151" cy="2446824"/>
                  <a:chOff x="8962540" y="2434179"/>
                  <a:chExt cx="2924151" cy="2446824"/>
                </a:xfrm>
              </p:grpSpPr>
              <p:grpSp>
                <p:nvGrpSpPr>
                  <p:cNvPr id="17" name="Groupe 16">
                    <a:extLst>
                      <a:ext uri="{FF2B5EF4-FFF2-40B4-BE49-F238E27FC236}">
                        <a16:creationId xmlns:a16="http://schemas.microsoft.com/office/drawing/2014/main" id="{9BBE2CF6-672B-A286-EC61-DA47A032D5E5}"/>
                      </a:ext>
                    </a:extLst>
                  </p:cNvPr>
                  <p:cNvGrpSpPr>
                    <a:grpSpLocks/>
                  </p:cNvGrpSpPr>
                  <p:nvPr/>
                </p:nvGrpSpPr>
                <p:grpSpPr>
                  <a:xfrm>
                    <a:off x="8962540" y="2434179"/>
                    <a:ext cx="2924151" cy="2446824"/>
                    <a:chOff x="9859163" y="4465524"/>
                    <a:chExt cx="2924151" cy="2446824"/>
                  </a:xfrm>
                </p:grpSpPr>
                <p:grpSp>
                  <p:nvGrpSpPr>
                    <p:cNvPr id="31" name="Groupe 30">
                      <a:extLst>
                        <a:ext uri="{FF2B5EF4-FFF2-40B4-BE49-F238E27FC236}">
                          <a16:creationId xmlns:a16="http://schemas.microsoft.com/office/drawing/2014/main" id="{9748326E-75D6-5D9E-CBC4-95C18B1AA261}"/>
                        </a:ext>
                      </a:extLst>
                    </p:cNvPr>
                    <p:cNvGrpSpPr>
                      <a:grpSpLocks/>
                    </p:cNvGrpSpPr>
                    <p:nvPr/>
                  </p:nvGrpSpPr>
                  <p:grpSpPr>
                    <a:xfrm>
                      <a:off x="9859163" y="4465524"/>
                      <a:ext cx="2924151" cy="2446824"/>
                      <a:chOff x="414917" y="1961308"/>
                      <a:chExt cx="2924151" cy="2446824"/>
                    </a:xfrm>
                  </p:grpSpPr>
                  <p:sp>
                    <p:nvSpPr>
                      <p:cNvPr id="35" name="Rectangle: Rounded Corners 292">
                        <a:extLst>
                          <a:ext uri="{FF2B5EF4-FFF2-40B4-BE49-F238E27FC236}">
                            <a16:creationId xmlns:a16="http://schemas.microsoft.com/office/drawing/2014/main" id="{21DFB694-D1D3-9E71-291A-34F7A78154FE}"/>
                          </a:ext>
                        </a:extLst>
                      </p:cNvPr>
                      <p:cNvSpPr>
                        <a:spLocks/>
                      </p:cNvSpPr>
                      <p:nvPr/>
                    </p:nvSpPr>
                    <p:spPr>
                      <a:xfrm>
                        <a:off x="414917" y="1961308"/>
                        <a:ext cx="2924151" cy="2446824"/>
                      </a:xfrm>
                      <a:prstGeom prst="roundRect">
                        <a:avLst>
                          <a:gd name="adj" fmla="val 5099"/>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34" name="Groupe 33">
                        <a:extLst>
                          <a:ext uri="{FF2B5EF4-FFF2-40B4-BE49-F238E27FC236}">
                            <a16:creationId xmlns:a16="http://schemas.microsoft.com/office/drawing/2014/main" id="{3930B988-AB9F-06A8-33B4-31B26D9C7091}"/>
                          </a:ext>
                        </a:extLst>
                      </p:cNvPr>
                      <p:cNvGrpSpPr>
                        <a:grpSpLocks/>
                      </p:cNvGrpSpPr>
                      <p:nvPr/>
                    </p:nvGrpSpPr>
                    <p:grpSpPr>
                      <a:xfrm>
                        <a:off x="416070" y="2029298"/>
                        <a:ext cx="1094790" cy="331243"/>
                        <a:chOff x="780703" y="5853141"/>
                        <a:chExt cx="1094790" cy="331243"/>
                      </a:xfrm>
                    </p:grpSpPr>
                    <p:pic>
                      <p:nvPicPr>
                        <p:cNvPr id="36" name="Graphique 35" descr="Presse-papiers vérifié avec un remplissage uni">
                          <a:extLst>
                            <a:ext uri="{FF2B5EF4-FFF2-40B4-BE49-F238E27FC236}">
                              <a16:creationId xmlns:a16="http://schemas.microsoft.com/office/drawing/2014/main" id="{0827988A-9128-BE38-AA87-47AD005D6712}"/>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80703" y="5853141"/>
                          <a:ext cx="331243" cy="331243"/>
                        </a:xfrm>
                        <a:prstGeom prst="rect">
                          <a:avLst/>
                        </a:prstGeom>
                      </p:spPr>
                    </p:pic>
                    <p:sp>
                      <p:nvSpPr>
                        <p:cNvPr id="37" name="TextBox 132">
                          <a:extLst>
                            <a:ext uri="{FF2B5EF4-FFF2-40B4-BE49-F238E27FC236}">
                              <a16:creationId xmlns:a16="http://schemas.microsoft.com/office/drawing/2014/main" id="{B103A14E-A711-AB35-2719-AF6C3E755599}"/>
                            </a:ext>
                          </a:extLst>
                        </p:cNvPr>
                        <p:cNvSpPr txBox="1">
                          <a:spLocks/>
                        </p:cNvSpPr>
                        <p:nvPr/>
                      </p:nvSpPr>
                      <p:spPr>
                        <a:xfrm>
                          <a:off x="981298" y="5940230"/>
                          <a:ext cx="894195" cy="169277"/>
                        </a:xfrm>
                        <a:prstGeom prst="rect">
                          <a:avLst/>
                        </a:prstGeom>
                        <a:noFill/>
                      </p:spPr>
                      <p:txBody>
                        <a:bodyPr wrap="square" rtlCol="0">
                          <a:spAutoFit/>
                        </a:bodyPr>
                        <a:lstStyle/>
                        <a:p>
                          <a:r>
                            <a:rPr lang="fr-CA" sz="500" dirty="0"/>
                            <a:t>lac1_paramètres()</a:t>
                          </a:r>
                        </a:p>
                      </p:txBody>
                    </p:sp>
                  </p:grpSp>
                </p:grpSp>
                <p:cxnSp>
                  <p:nvCxnSpPr>
                    <p:cNvPr id="32" name="Straight Arrow Connector 268">
                      <a:extLst>
                        <a:ext uri="{FF2B5EF4-FFF2-40B4-BE49-F238E27FC236}">
                          <a16:creationId xmlns:a16="http://schemas.microsoft.com/office/drawing/2014/main" id="{31FDFC8A-16F8-6AF6-D843-F236E65EF97E}"/>
                        </a:ext>
                      </a:extLst>
                    </p:cNvPr>
                    <p:cNvCxnSpPr>
                      <a:cxnSpLocks/>
                      <a:stCxn id="36"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3" name="Straight Arrow Connector 268">
                      <a:extLst>
                        <a:ext uri="{FF2B5EF4-FFF2-40B4-BE49-F238E27FC236}">
                          <a16:creationId xmlns:a16="http://schemas.microsoft.com/office/drawing/2014/main" id="{D9350560-3036-0316-B81D-8858C286515B}"/>
                        </a:ext>
                      </a:extLst>
                    </p:cNvPr>
                    <p:cNvCxnSpPr>
                      <a:cxnSpLocks/>
                      <a:stCxn id="36"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grpSp>
                <p:nvGrpSpPr>
                  <p:cNvPr id="23" name="Groupe 22">
                    <a:extLst>
                      <a:ext uri="{FF2B5EF4-FFF2-40B4-BE49-F238E27FC236}">
                        <a16:creationId xmlns:a16="http://schemas.microsoft.com/office/drawing/2014/main" id="{52807876-651A-F5F8-ECF0-9756B3CFC3DA}"/>
                      </a:ext>
                    </a:extLst>
                  </p:cNvPr>
                  <p:cNvGrpSpPr>
                    <a:grpSpLocks/>
                  </p:cNvGrpSpPr>
                  <p:nvPr/>
                </p:nvGrpSpPr>
                <p:grpSpPr>
                  <a:xfrm>
                    <a:off x="9289360" y="2833411"/>
                    <a:ext cx="665310" cy="234536"/>
                    <a:chOff x="9213673" y="2065803"/>
                    <a:chExt cx="665310" cy="234536"/>
                  </a:xfrm>
                </p:grpSpPr>
                <p:pic>
                  <p:nvPicPr>
                    <p:cNvPr id="29" name="Image 28">
                      <a:extLst>
                        <a:ext uri="{FF2B5EF4-FFF2-40B4-BE49-F238E27FC236}">
                          <a16:creationId xmlns:a16="http://schemas.microsoft.com/office/drawing/2014/main" id="{A30219F8-4750-437F-9650-FD958B910787}"/>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30" name="ZoneTexte 29">
                      <a:extLst>
                        <a:ext uri="{FF2B5EF4-FFF2-40B4-BE49-F238E27FC236}">
                          <a16:creationId xmlns:a16="http://schemas.microsoft.com/office/drawing/2014/main" id="{8707BB25-E0FE-463C-C62C-1AD7F5BDD1D4}"/>
                        </a:ext>
                      </a:extLst>
                    </p:cNvPr>
                    <p:cNvSpPr txBox="1">
                      <a:spLocks/>
                    </p:cNvSpPr>
                    <p:nvPr/>
                  </p:nvSpPr>
                  <p:spPr>
                    <a:xfrm>
                      <a:off x="9344699" y="2101327"/>
                      <a:ext cx="534284" cy="184666"/>
                    </a:xfrm>
                    <a:prstGeom prst="rect">
                      <a:avLst/>
                    </a:prstGeom>
                    <a:noFill/>
                  </p:spPr>
                  <p:txBody>
                    <a:bodyPr wrap="square" rtlCol="0">
                      <a:spAutoFit/>
                    </a:bodyPr>
                    <a:lstStyle/>
                    <a:p>
                      <a:r>
                        <a:rPr lang="fr-CA" sz="600" dirty="0" err="1"/>
                        <a:t>nom_lac</a:t>
                      </a:r>
                      <a:r>
                        <a:rPr lang="fr-CA" sz="600" dirty="0"/>
                        <a:t>()</a:t>
                      </a:r>
                    </a:p>
                  </p:txBody>
                </p:sp>
              </p:grpSp>
              <p:grpSp>
                <p:nvGrpSpPr>
                  <p:cNvPr id="24" name="Groupe 23">
                    <a:extLst>
                      <a:ext uri="{FF2B5EF4-FFF2-40B4-BE49-F238E27FC236}">
                        <a16:creationId xmlns:a16="http://schemas.microsoft.com/office/drawing/2014/main" id="{075336B8-F679-7708-3ECF-584A90829DB3}"/>
                      </a:ext>
                    </a:extLst>
                  </p:cNvPr>
                  <p:cNvGrpSpPr>
                    <a:grpSpLocks/>
                  </p:cNvGrpSpPr>
                  <p:nvPr/>
                </p:nvGrpSpPr>
                <p:grpSpPr>
                  <a:xfrm>
                    <a:off x="9332030" y="3154642"/>
                    <a:ext cx="665310" cy="234536"/>
                    <a:chOff x="9213673" y="2065803"/>
                    <a:chExt cx="665310" cy="234536"/>
                  </a:xfrm>
                </p:grpSpPr>
                <p:pic>
                  <p:nvPicPr>
                    <p:cNvPr id="27" name="Image 26">
                      <a:extLst>
                        <a:ext uri="{FF2B5EF4-FFF2-40B4-BE49-F238E27FC236}">
                          <a16:creationId xmlns:a16="http://schemas.microsoft.com/office/drawing/2014/main" id="{376D084E-0501-D319-0463-E48D14426DAF}"/>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28" name="ZoneTexte 27">
                      <a:extLst>
                        <a:ext uri="{FF2B5EF4-FFF2-40B4-BE49-F238E27FC236}">
                          <a16:creationId xmlns:a16="http://schemas.microsoft.com/office/drawing/2014/main" id="{9828D80C-B012-62A3-A896-5A5848241AB6}"/>
                        </a:ext>
                      </a:extLst>
                    </p:cNvPr>
                    <p:cNvSpPr txBox="1">
                      <a:spLocks/>
                    </p:cNvSpPr>
                    <p:nvPr/>
                  </p:nvSpPr>
                  <p:spPr>
                    <a:xfrm>
                      <a:off x="9344699" y="2101327"/>
                      <a:ext cx="534284" cy="184666"/>
                    </a:xfrm>
                    <a:prstGeom prst="rect">
                      <a:avLst/>
                    </a:prstGeom>
                    <a:noFill/>
                  </p:spPr>
                  <p:txBody>
                    <a:bodyPr wrap="square" rtlCol="0">
                      <a:spAutoFit/>
                    </a:bodyPr>
                    <a:lstStyle/>
                    <a:p>
                      <a:r>
                        <a:rPr lang="fr-CA" sz="600" dirty="0" err="1"/>
                        <a:t>no_lce</a:t>
                      </a:r>
                      <a:r>
                        <a:rPr lang="fr-CA" sz="600" dirty="0"/>
                        <a:t>()</a:t>
                      </a:r>
                    </a:p>
                  </p:txBody>
                </p:sp>
              </p:grpSp>
              <p:cxnSp>
                <p:nvCxnSpPr>
                  <p:cNvPr id="25" name="Straight Arrow Connector 268">
                    <a:extLst>
                      <a:ext uri="{FF2B5EF4-FFF2-40B4-BE49-F238E27FC236}">
                        <a16:creationId xmlns:a16="http://schemas.microsoft.com/office/drawing/2014/main" id="{83EBCCC3-82BD-D27E-B59D-8E4FF96DD67A}"/>
                      </a:ext>
                    </a:extLst>
                  </p:cNvPr>
                  <p:cNvCxnSpPr>
                    <a:cxnSpLocks/>
                  </p:cNvCxnSpPr>
                  <p:nvPr/>
                </p:nvCxnSpPr>
                <p:spPr>
                  <a:xfrm rot="16200000" flipH="1">
                    <a:off x="8980315" y="3348513"/>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26" name="ZoneTexte 25">
                    <a:extLst>
                      <a:ext uri="{FF2B5EF4-FFF2-40B4-BE49-F238E27FC236}">
                        <a16:creationId xmlns:a16="http://schemas.microsoft.com/office/drawing/2014/main" id="{4C7D5819-A733-08BD-8953-1013AAE4CBA1}"/>
                      </a:ext>
                    </a:extLst>
                  </p:cNvPr>
                  <p:cNvSpPr txBox="1">
                    <a:spLocks/>
                  </p:cNvSpPr>
                  <p:nvPr/>
                </p:nvSpPr>
                <p:spPr>
                  <a:xfrm>
                    <a:off x="9308120" y="3565258"/>
                    <a:ext cx="534284" cy="184666"/>
                  </a:xfrm>
                  <a:prstGeom prst="rect">
                    <a:avLst/>
                  </a:prstGeom>
                  <a:noFill/>
                </p:spPr>
                <p:txBody>
                  <a:bodyPr wrap="square" rtlCol="0">
                    <a:spAutoFit/>
                  </a:bodyPr>
                  <a:lstStyle/>
                  <a:p>
                    <a:r>
                      <a:rPr lang="fr-CA" sz="600" dirty="0"/>
                      <a:t>Etc…</a:t>
                    </a:r>
                  </a:p>
                </p:txBody>
              </p:sp>
            </p:grpSp>
            <p:sp>
              <p:nvSpPr>
                <p:cNvPr id="38" name="Accolade ouvrante 37">
                  <a:extLst>
                    <a:ext uri="{FF2B5EF4-FFF2-40B4-BE49-F238E27FC236}">
                      <a16:creationId xmlns:a16="http://schemas.microsoft.com/office/drawing/2014/main" id="{7485B397-8EDB-7D57-13F4-E03F8A02F89A}"/>
                    </a:ext>
                  </a:extLst>
                </p:cNvPr>
                <p:cNvSpPr>
                  <a:spLocks/>
                </p:cNvSpPr>
                <p:nvPr/>
              </p:nvSpPr>
              <p:spPr>
                <a:xfrm>
                  <a:off x="7811655" y="4048953"/>
                  <a:ext cx="301213" cy="2303208"/>
                </a:xfrm>
                <a:prstGeom prst="leftBrace">
                  <a:avLst>
                    <a:gd name="adj1" fmla="val 40628"/>
                    <a:gd name="adj2" fmla="val 50000"/>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a:p>
              </p:txBody>
            </p:sp>
            <p:sp>
              <p:nvSpPr>
                <p:cNvPr id="15" name="ZoneTexte 14">
                  <a:extLst>
                    <a:ext uri="{FF2B5EF4-FFF2-40B4-BE49-F238E27FC236}">
                      <a16:creationId xmlns:a16="http://schemas.microsoft.com/office/drawing/2014/main" id="{CEC0DA3E-2AA3-CA31-07C6-199AD02CCA60}"/>
                    </a:ext>
                  </a:extLst>
                </p:cNvPr>
                <p:cNvSpPr txBox="1">
                  <a:spLocks/>
                </p:cNvSpPr>
                <p:nvPr/>
              </p:nvSpPr>
              <p:spPr>
                <a:xfrm>
                  <a:off x="7966591" y="4048953"/>
                  <a:ext cx="1712848" cy="2446824"/>
                </a:xfrm>
                <a:prstGeom prst="rect">
                  <a:avLst/>
                </a:prstGeom>
                <a:noFill/>
              </p:spPr>
              <p:txBody>
                <a:bodyPr wrap="square" rtlCol="0">
                  <a:spAutoFit/>
                </a:bodyPr>
                <a:lstStyle/>
                <a:p>
                  <a:r>
                    <a:rPr lang="fr-CA" sz="600" dirty="0"/>
                    <a:t>charge_rejet_kg_annuel_amont_1</a:t>
                  </a:r>
                  <a:r>
                    <a:rPr lang="fr-CA" sz="500" dirty="0"/>
                    <a:t> () à 10 ()</a:t>
                  </a:r>
                  <a:endParaRPr lang="fr-CA" sz="300" dirty="0"/>
                </a:p>
                <a:p>
                  <a:r>
                    <a:rPr lang="fr-CA" sz="600" dirty="0"/>
                    <a:t>nom_charge_rejet_kg_annuel_amont_1</a:t>
                  </a:r>
                  <a:r>
                    <a:rPr lang="fr-CA" sz="500" dirty="0"/>
                    <a:t> () à 10 ()</a:t>
                  </a:r>
                  <a:endParaRPr lang="fr-CA" sz="600" dirty="0"/>
                </a:p>
                <a:p>
                  <a:r>
                    <a:rPr lang="fr-CA" sz="600" dirty="0" err="1"/>
                    <a:t>profondeur_moy_m</a:t>
                  </a:r>
                  <a:r>
                    <a:rPr lang="fr-CA" sz="600" dirty="0"/>
                    <a:t> ()</a:t>
                  </a:r>
                </a:p>
                <a:p>
                  <a:r>
                    <a:rPr lang="fr-CA" sz="600" dirty="0"/>
                    <a:t>superficie_lac_km2 ()</a:t>
                  </a:r>
                </a:p>
                <a:p>
                  <a:r>
                    <a:rPr lang="fr-CA" sz="600" dirty="0"/>
                    <a:t>aire_bv_km2 ()</a:t>
                  </a:r>
                </a:p>
                <a:p>
                  <a:r>
                    <a:rPr lang="fr-CA" sz="600" dirty="0"/>
                    <a:t>aire_sousbv_km2 ()</a:t>
                  </a:r>
                </a:p>
                <a:p>
                  <a:r>
                    <a:rPr lang="fr-CA" sz="600" dirty="0"/>
                    <a:t>debit_rejet_m3_jour ()</a:t>
                  </a:r>
                </a:p>
                <a:p>
                  <a:r>
                    <a:rPr lang="fr-CA" sz="600" dirty="0" err="1"/>
                    <a:t>jours_operation_rejet</a:t>
                  </a:r>
                  <a:r>
                    <a:rPr lang="fr-CA" sz="600" dirty="0"/>
                    <a:t> ()</a:t>
                  </a:r>
                </a:p>
                <a:p>
                  <a:r>
                    <a:rPr lang="fr-CA" sz="600" dirty="0" err="1"/>
                    <a:t>pt_mes</a:t>
                  </a:r>
                  <a:r>
                    <a:rPr lang="fr-CA" sz="600" dirty="0"/>
                    <a:t> ()</a:t>
                  </a:r>
                </a:p>
                <a:p>
                  <a:r>
                    <a:rPr lang="fr-CA" sz="600" dirty="0" err="1"/>
                    <a:t>ruissellement_moy_m</a:t>
                  </a:r>
                  <a:r>
                    <a:rPr lang="fr-CA" sz="500" dirty="0"/>
                    <a:t> ()</a:t>
                  </a:r>
                  <a:endParaRPr lang="fr-CA" sz="300" dirty="0"/>
                </a:p>
                <a:p>
                  <a:r>
                    <a:rPr lang="fr-CA" sz="600" dirty="0" err="1"/>
                    <a:t>charge_installations_septiques_autonomes</a:t>
                  </a:r>
                  <a:r>
                    <a:rPr lang="fr-CA" sz="500" dirty="0"/>
                    <a:t> ()</a:t>
                  </a:r>
                  <a:endParaRPr lang="fr-CA" sz="200" dirty="0"/>
                </a:p>
                <a:p>
                  <a:r>
                    <a:rPr lang="fr-CA" sz="600" dirty="0" err="1"/>
                    <a:t>percent_aqua</a:t>
                  </a:r>
                  <a:r>
                    <a:rPr lang="fr-CA" sz="600" dirty="0"/>
                    <a:t> ()</a:t>
                  </a:r>
                </a:p>
                <a:p>
                  <a:r>
                    <a:rPr lang="fr-CA" sz="600" dirty="0" err="1"/>
                    <a:t>percent_mh</a:t>
                  </a:r>
                  <a:r>
                    <a:rPr lang="fr-CA" sz="600" dirty="0"/>
                    <a:t> ()</a:t>
                  </a:r>
                </a:p>
                <a:p>
                  <a:r>
                    <a:rPr lang="fr-CA" sz="600" dirty="0" err="1"/>
                    <a:t>percent_foret</a:t>
                  </a:r>
                  <a:r>
                    <a:rPr lang="fr-CA" sz="600" dirty="0"/>
                    <a:t> ()</a:t>
                  </a:r>
                </a:p>
                <a:p>
                  <a:r>
                    <a:rPr lang="fr-CA" sz="600" dirty="0" err="1"/>
                    <a:t>percent_solnu</a:t>
                  </a:r>
                  <a:r>
                    <a:rPr lang="fr-CA" sz="600" dirty="0"/>
                    <a:t> ()</a:t>
                  </a:r>
                </a:p>
                <a:p>
                  <a:r>
                    <a:rPr lang="fr-CA" sz="600" dirty="0" err="1"/>
                    <a:t>percent_agri</a:t>
                  </a:r>
                  <a:r>
                    <a:rPr lang="fr-CA" sz="600" dirty="0"/>
                    <a:t> ()</a:t>
                  </a:r>
                </a:p>
                <a:p>
                  <a:r>
                    <a:rPr lang="fr-CA" sz="600" dirty="0" err="1"/>
                    <a:t>percent_coupe</a:t>
                  </a:r>
                  <a:r>
                    <a:rPr lang="fr-CA" sz="600" dirty="0"/>
                    <a:t> ()</a:t>
                  </a:r>
                </a:p>
                <a:p>
                  <a:r>
                    <a:rPr lang="fr-CA" sz="600" dirty="0" err="1"/>
                    <a:t>percent_anthro</a:t>
                  </a:r>
                  <a:r>
                    <a:rPr lang="fr-CA" sz="600" dirty="0"/>
                    <a:t> ()</a:t>
                  </a:r>
                </a:p>
                <a:p>
                  <a:r>
                    <a:rPr lang="fr-CA" sz="600" dirty="0" err="1"/>
                    <a:t>percent_nd</a:t>
                  </a:r>
                  <a:r>
                    <a:rPr lang="fr-CA" sz="600" dirty="0"/>
                    <a:t> ()</a:t>
                  </a:r>
                </a:p>
                <a:p>
                  <a:r>
                    <a:rPr lang="fr-CA" sz="600" dirty="0"/>
                    <a:t>charge_lac_amont_1 () à 10 ()</a:t>
                  </a:r>
                </a:p>
                <a:p>
                  <a:r>
                    <a:rPr lang="fr-CA" sz="600" dirty="0"/>
                    <a:t>charge_lac_amont_nat_1 () à 10 ()</a:t>
                  </a:r>
                </a:p>
                <a:p>
                  <a:r>
                    <a:rPr lang="fr-CA" sz="600" dirty="0"/>
                    <a:t>charge_ponctuelle_1 () à 10 ()</a:t>
                  </a:r>
                </a:p>
                <a:p>
                  <a:r>
                    <a:rPr lang="fr-CA" sz="600" dirty="0"/>
                    <a:t>nom_lac_amont_1 () à 10 ()</a:t>
                  </a:r>
                </a:p>
                <a:p>
                  <a:r>
                    <a:rPr lang="fr-CA" sz="600" dirty="0"/>
                    <a:t>nom_charge_ponctuelle_1 () à 10 ()</a:t>
                  </a:r>
                </a:p>
                <a:p>
                  <a:endParaRPr lang="fr-CA" sz="900" dirty="0"/>
                </a:p>
              </p:txBody>
            </p:sp>
          </p:grpSp>
          <p:sp>
            <p:nvSpPr>
              <p:cNvPr id="152" name="Rectangle : coins arrondis 151">
                <a:extLst>
                  <a:ext uri="{FF2B5EF4-FFF2-40B4-BE49-F238E27FC236}">
                    <a16:creationId xmlns:a16="http://schemas.microsoft.com/office/drawing/2014/main" id="{5F37DEDF-220D-63DF-2B63-BCFD6532F9DD}"/>
                  </a:ext>
                </a:extLst>
              </p:cNvPr>
              <p:cNvSpPr>
                <a:spLocks/>
              </p:cNvSpPr>
              <p:nvPr/>
            </p:nvSpPr>
            <p:spPr>
              <a:xfrm>
                <a:off x="10179857" y="2590309"/>
                <a:ext cx="1614223" cy="170120"/>
              </a:xfrm>
              <a:prstGeom prst="round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grpSp>
        <p:sp>
          <p:nvSpPr>
            <p:cNvPr id="178" name="ZoneTexte 177">
              <a:extLst>
                <a:ext uri="{FF2B5EF4-FFF2-40B4-BE49-F238E27FC236}">
                  <a16:creationId xmlns:a16="http://schemas.microsoft.com/office/drawing/2014/main" id="{2F948492-5F00-84F0-F133-EDAA22C223A7}"/>
                </a:ext>
              </a:extLst>
            </p:cNvPr>
            <p:cNvSpPr txBox="1">
              <a:spLocks/>
            </p:cNvSpPr>
            <p:nvPr/>
          </p:nvSpPr>
          <p:spPr>
            <a:xfrm>
              <a:off x="3869216" y="4006566"/>
              <a:ext cx="1484123" cy="261610"/>
            </a:xfrm>
            <a:prstGeom prst="rect">
              <a:avLst/>
            </a:prstGeom>
            <a:noFill/>
          </p:spPr>
          <p:txBody>
            <a:bodyPr wrap="square" rtlCol="0">
              <a:spAutoFit/>
            </a:bodyPr>
            <a:lstStyle/>
            <a:p>
              <a:r>
                <a:rPr lang="fr-CA" sz="1100" i="1" dirty="0"/>
                <a:t>Liste de réactifs</a:t>
              </a:r>
            </a:p>
          </p:txBody>
        </p:sp>
      </p:grpSp>
      <p:grpSp>
        <p:nvGrpSpPr>
          <p:cNvPr id="183" name="Groupe 182">
            <a:extLst>
              <a:ext uri="{FF2B5EF4-FFF2-40B4-BE49-F238E27FC236}">
                <a16:creationId xmlns:a16="http://schemas.microsoft.com/office/drawing/2014/main" id="{695E045F-6BFA-9FBF-DA7E-5B7FA5EDFFA7}"/>
              </a:ext>
            </a:extLst>
          </p:cNvPr>
          <p:cNvGrpSpPr>
            <a:grpSpLocks/>
          </p:cNvGrpSpPr>
          <p:nvPr/>
        </p:nvGrpSpPr>
        <p:grpSpPr>
          <a:xfrm>
            <a:off x="1499914" y="1622898"/>
            <a:ext cx="2011256" cy="993777"/>
            <a:chOff x="6404712" y="5621785"/>
            <a:chExt cx="2011256" cy="993777"/>
          </a:xfrm>
        </p:grpSpPr>
        <p:grpSp>
          <p:nvGrpSpPr>
            <p:cNvPr id="230" name="Groupe 229">
              <a:extLst>
                <a:ext uri="{FF2B5EF4-FFF2-40B4-BE49-F238E27FC236}">
                  <a16:creationId xmlns:a16="http://schemas.microsoft.com/office/drawing/2014/main" id="{EAAFC509-A8E9-CC86-88C8-FAFC842F828A}"/>
                </a:ext>
              </a:extLst>
            </p:cNvPr>
            <p:cNvGrpSpPr>
              <a:grpSpLocks/>
            </p:cNvGrpSpPr>
            <p:nvPr/>
          </p:nvGrpSpPr>
          <p:grpSpPr>
            <a:xfrm>
              <a:off x="6404712" y="5650285"/>
              <a:ext cx="1335475" cy="965277"/>
              <a:chOff x="9712966" y="3147784"/>
              <a:chExt cx="1335475" cy="965277"/>
            </a:xfrm>
          </p:grpSpPr>
          <p:grpSp>
            <p:nvGrpSpPr>
              <p:cNvPr id="231" name="Groupe 230">
                <a:extLst>
                  <a:ext uri="{FF2B5EF4-FFF2-40B4-BE49-F238E27FC236}">
                    <a16:creationId xmlns:a16="http://schemas.microsoft.com/office/drawing/2014/main" id="{16A8E50A-5DAD-B726-DD80-CB0AD31E587A}"/>
                  </a:ext>
                </a:extLst>
              </p:cNvPr>
              <p:cNvGrpSpPr>
                <a:grpSpLocks/>
              </p:cNvGrpSpPr>
              <p:nvPr/>
            </p:nvGrpSpPr>
            <p:grpSpPr>
              <a:xfrm>
                <a:off x="9712966" y="3147784"/>
                <a:ext cx="1162484" cy="965277"/>
                <a:chOff x="268720" y="643568"/>
                <a:chExt cx="1162484" cy="965277"/>
              </a:xfrm>
            </p:grpSpPr>
            <p:grpSp>
              <p:nvGrpSpPr>
                <p:cNvPr id="242" name="Groupe 241">
                  <a:extLst>
                    <a:ext uri="{FF2B5EF4-FFF2-40B4-BE49-F238E27FC236}">
                      <a16:creationId xmlns:a16="http://schemas.microsoft.com/office/drawing/2014/main" id="{C87EA05C-E232-A9B9-AE9D-8D61BCE5C03E}"/>
                    </a:ext>
                  </a:extLst>
                </p:cNvPr>
                <p:cNvGrpSpPr>
                  <a:grpSpLocks/>
                </p:cNvGrpSpPr>
                <p:nvPr/>
              </p:nvGrpSpPr>
              <p:grpSpPr>
                <a:xfrm>
                  <a:off x="340114" y="643568"/>
                  <a:ext cx="938414" cy="331243"/>
                  <a:chOff x="704747" y="4467411"/>
                  <a:chExt cx="938414" cy="331243"/>
                </a:xfrm>
              </p:grpSpPr>
              <p:pic>
                <p:nvPicPr>
                  <p:cNvPr id="244" name="Graphique 243" descr="Presse-papiers vérifié avec un remplissage uni">
                    <a:extLst>
                      <a:ext uri="{FF2B5EF4-FFF2-40B4-BE49-F238E27FC236}">
                        <a16:creationId xmlns:a16="http://schemas.microsoft.com/office/drawing/2014/main" id="{87C0E72E-AAD5-EB6B-3371-D1E89071C677}"/>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04747" y="4467411"/>
                    <a:ext cx="331243" cy="331243"/>
                  </a:xfrm>
                  <a:prstGeom prst="rect">
                    <a:avLst/>
                  </a:prstGeom>
                </p:spPr>
              </p:pic>
              <p:sp>
                <p:nvSpPr>
                  <p:cNvPr id="245" name="TextBox 132">
                    <a:extLst>
                      <a:ext uri="{FF2B5EF4-FFF2-40B4-BE49-F238E27FC236}">
                        <a16:creationId xmlns:a16="http://schemas.microsoft.com/office/drawing/2014/main" id="{16BD3421-D885-06F0-0973-E6D5E7AEAF98}"/>
                      </a:ext>
                    </a:extLst>
                  </p:cNvPr>
                  <p:cNvSpPr txBox="1">
                    <a:spLocks/>
                  </p:cNvSpPr>
                  <p:nvPr/>
                </p:nvSpPr>
                <p:spPr>
                  <a:xfrm>
                    <a:off x="905342" y="4554500"/>
                    <a:ext cx="737819" cy="169277"/>
                  </a:xfrm>
                  <a:prstGeom prst="rect">
                    <a:avLst/>
                  </a:prstGeom>
                  <a:noFill/>
                </p:spPr>
                <p:txBody>
                  <a:bodyPr wrap="square" rtlCol="0">
                    <a:spAutoFit/>
                  </a:bodyPr>
                  <a:lstStyle/>
                  <a:p>
                    <a:r>
                      <a:rPr lang="fr-CA" sz="500" dirty="0"/>
                      <a:t>lac1_coefficients</a:t>
                    </a:r>
                  </a:p>
                </p:txBody>
              </p:sp>
            </p:grpSp>
            <p:sp>
              <p:nvSpPr>
                <p:cNvPr id="243" name="Rectangle: Rounded Corners 292">
                  <a:extLst>
                    <a:ext uri="{FF2B5EF4-FFF2-40B4-BE49-F238E27FC236}">
                      <a16:creationId xmlns:a16="http://schemas.microsoft.com/office/drawing/2014/main" id="{92917910-31F9-4306-1C11-FF6E91878383}"/>
                    </a:ext>
                  </a:extLst>
                </p:cNvPr>
                <p:cNvSpPr>
                  <a:spLocks/>
                </p:cNvSpPr>
                <p:nvPr/>
              </p:nvSpPr>
              <p:spPr>
                <a:xfrm>
                  <a:off x="268720" y="663202"/>
                  <a:ext cx="1162484" cy="94564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grpSp>
            <p:nvGrpSpPr>
              <p:cNvPr id="232" name="Groupe 231">
                <a:extLst>
                  <a:ext uri="{FF2B5EF4-FFF2-40B4-BE49-F238E27FC236}">
                    <a16:creationId xmlns:a16="http://schemas.microsoft.com/office/drawing/2014/main" id="{88B73D8A-D3D8-4FE4-FF7F-C9F396520B2C}"/>
                  </a:ext>
                </a:extLst>
              </p:cNvPr>
              <p:cNvGrpSpPr>
                <a:grpSpLocks/>
              </p:cNvGrpSpPr>
              <p:nvPr/>
            </p:nvGrpSpPr>
            <p:grpSpPr>
              <a:xfrm>
                <a:off x="10110027" y="3466153"/>
                <a:ext cx="938414" cy="331243"/>
                <a:chOff x="10056789" y="3475163"/>
                <a:chExt cx="938414" cy="331243"/>
              </a:xfrm>
            </p:grpSpPr>
            <p:pic>
              <p:nvPicPr>
                <p:cNvPr id="240" name="Graphique 239" descr="Presse-papiers vérifié avec un remplissage uni">
                  <a:extLst>
                    <a:ext uri="{FF2B5EF4-FFF2-40B4-BE49-F238E27FC236}">
                      <a16:creationId xmlns:a16="http://schemas.microsoft.com/office/drawing/2014/main" id="{10218D39-8791-BA67-525A-FBDAC1BE3C8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056789" y="3475163"/>
                  <a:ext cx="331243" cy="331243"/>
                </a:xfrm>
                <a:prstGeom prst="rect">
                  <a:avLst/>
                </a:prstGeom>
              </p:spPr>
            </p:pic>
            <p:sp>
              <p:nvSpPr>
                <p:cNvPr id="241" name="TextBox 132">
                  <a:extLst>
                    <a:ext uri="{FF2B5EF4-FFF2-40B4-BE49-F238E27FC236}">
                      <a16:creationId xmlns:a16="http://schemas.microsoft.com/office/drawing/2014/main" id="{71329816-036C-3692-0EA5-82936E08D8BE}"/>
                    </a:ext>
                  </a:extLst>
                </p:cNvPr>
                <p:cNvSpPr txBox="1">
                  <a:spLocks/>
                </p:cNvSpPr>
                <p:nvPr/>
              </p:nvSpPr>
              <p:spPr>
                <a:xfrm>
                  <a:off x="10257384" y="3562252"/>
                  <a:ext cx="737819" cy="169277"/>
                </a:xfrm>
                <a:prstGeom prst="rect">
                  <a:avLst/>
                </a:prstGeom>
                <a:noFill/>
              </p:spPr>
              <p:txBody>
                <a:bodyPr wrap="square" rtlCol="0">
                  <a:spAutoFit/>
                </a:bodyPr>
                <a:lstStyle/>
                <a:p>
                  <a:r>
                    <a:rPr lang="fr-CA" sz="500" dirty="0" err="1"/>
                    <a:t>coefs_actuel</a:t>
                  </a:r>
                  <a:r>
                    <a:rPr lang="fr-CA" sz="500" dirty="0"/>
                    <a:t>()</a:t>
                  </a:r>
                </a:p>
              </p:txBody>
            </p:sp>
          </p:grpSp>
          <p:grpSp>
            <p:nvGrpSpPr>
              <p:cNvPr id="233" name="Groupe 232">
                <a:extLst>
                  <a:ext uri="{FF2B5EF4-FFF2-40B4-BE49-F238E27FC236}">
                    <a16:creationId xmlns:a16="http://schemas.microsoft.com/office/drawing/2014/main" id="{D6DD1270-A05D-749B-9F11-D168883E4814}"/>
                  </a:ext>
                </a:extLst>
              </p:cNvPr>
              <p:cNvGrpSpPr>
                <a:grpSpLocks/>
              </p:cNvGrpSpPr>
              <p:nvPr/>
            </p:nvGrpSpPr>
            <p:grpSpPr>
              <a:xfrm>
                <a:off x="10110027" y="3774029"/>
                <a:ext cx="938414" cy="331243"/>
                <a:chOff x="10056789" y="3475163"/>
                <a:chExt cx="938414" cy="331243"/>
              </a:xfrm>
            </p:grpSpPr>
            <p:pic>
              <p:nvPicPr>
                <p:cNvPr id="238" name="Graphique 237" descr="Presse-papiers vérifié avec un remplissage uni">
                  <a:extLst>
                    <a:ext uri="{FF2B5EF4-FFF2-40B4-BE49-F238E27FC236}">
                      <a16:creationId xmlns:a16="http://schemas.microsoft.com/office/drawing/2014/main" id="{6ADB2EB6-FB14-78AD-EA9F-F08326ADF42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056789" y="3475163"/>
                  <a:ext cx="331243" cy="331243"/>
                </a:xfrm>
                <a:prstGeom prst="rect">
                  <a:avLst/>
                </a:prstGeom>
              </p:spPr>
            </p:pic>
            <p:sp>
              <p:nvSpPr>
                <p:cNvPr id="239" name="TextBox 132">
                  <a:extLst>
                    <a:ext uri="{FF2B5EF4-FFF2-40B4-BE49-F238E27FC236}">
                      <a16:creationId xmlns:a16="http://schemas.microsoft.com/office/drawing/2014/main" id="{BA032073-96CE-474E-7865-4EECDD29E83A}"/>
                    </a:ext>
                  </a:extLst>
                </p:cNvPr>
                <p:cNvSpPr txBox="1">
                  <a:spLocks/>
                </p:cNvSpPr>
                <p:nvPr/>
              </p:nvSpPr>
              <p:spPr>
                <a:xfrm>
                  <a:off x="10257384" y="3562252"/>
                  <a:ext cx="737819" cy="169277"/>
                </a:xfrm>
                <a:prstGeom prst="rect">
                  <a:avLst/>
                </a:prstGeom>
                <a:noFill/>
              </p:spPr>
              <p:txBody>
                <a:bodyPr wrap="square" rtlCol="0">
                  <a:spAutoFit/>
                </a:bodyPr>
                <a:lstStyle/>
                <a:p>
                  <a:r>
                    <a:rPr lang="fr-CA" sz="500" dirty="0" err="1"/>
                    <a:t>coefs_naturel</a:t>
                  </a:r>
                  <a:r>
                    <a:rPr lang="fr-CA" sz="500" dirty="0"/>
                    <a:t>()</a:t>
                  </a:r>
                </a:p>
              </p:txBody>
            </p:sp>
          </p:grpSp>
          <p:cxnSp>
            <p:nvCxnSpPr>
              <p:cNvPr id="234" name="Straight Arrow Connector 268">
                <a:extLst>
                  <a:ext uri="{FF2B5EF4-FFF2-40B4-BE49-F238E27FC236}">
                    <a16:creationId xmlns:a16="http://schemas.microsoft.com/office/drawing/2014/main" id="{6A31B903-B604-82CA-5405-91DE33807D5E}"/>
                  </a:ext>
                </a:extLst>
              </p:cNvPr>
              <p:cNvCxnSpPr>
                <a:cxnSpLocks/>
                <a:stCxn id="244" idx="2"/>
                <a:endCxn id="240" idx="1"/>
              </p:cNvCxnSpPr>
              <p:nvPr/>
            </p:nvCxnSpPr>
            <p:spPr>
              <a:xfrm rot="16200000" flipH="1">
                <a:off x="9953630" y="347537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35" name="Straight Arrow Connector 268">
                <a:extLst>
                  <a:ext uri="{FF2B5EF4-FFF2-40B4-BE49-F238E27FC236}">
                    <a16:creationId xmlns:a16="http://schemas.microsoft.com/office/drawing/2014/main" id="{951527BC-E21B-70A3-6B89-601D7C3E32B3}"/>
                  </a:ext>
                </a:extLst>
              </p:cNvPr>
              <p:cNvCxnSpPr>
                <a:cxnSpLocks/>
                <a:stCxn id="244" idx="2"/>
                <a:endCxn id="238" idx="1"/>
              </p:cNvCxnSpPr>
              <p:nvPr/>
            </p:nvCxnSpPr>
            <p:spPr>
              <a:xfrm rot="16200000" flipH="1">
                <a:off x="9799692" y="362931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182" name="ZoneTexte 181">
              <a:extLst>
                <a:ext uri="{FF2B5EF4-FFF2-40B4-BE49-F238E27FC236}">
                  <a16:creationId xmlns:a16="http://schemas.microsoft.com/office/drawing/2014/main" id="{F336D82D-E87D-DFAA-1928-0B6E5C8CE6C0}"/>
                </a:ext>
              </a:extLst>
            </p:cNvPr>
            <p:cNvSpPr txBox="1">
              <a:spLocks/>
            </p:cNvSpPr>
            <p:nvPr/>
          </p:nvSpPr>
          <p:spPr>
            <a:xfrm>
              <a:off x="7266736" y="5621785"/>
              <a:ext cx="1149232" cy="369332"/>
            </a:xfrm>
            <a:prstGeom prst="rect">
              <a:avLst/>
            </a:prstGeom>
            <a:noFill/>
          </p:spPr>
          <p:txBody>
            <a:bodyPr wrap="square" rtlCol="0">
              <a:spAutoFit/>
            </a:bodyPr>
            <a:lstStyle/>
            <a:p>
              <a:r>
                <a:rPr lang="fr-CA" sz="900" i="1" dirty="0"/>
                <a:t>Liste de liste de réactifs</a:t>
              </a:r>
            </a:p>
          </p:txBody>
        </p:sp>
      </p:grpSp>
      <p:grpSp>
        <p:nvGrpSpPr>
          <p:cNvPr id="221" name="Groupe 220">
            <a:extLst>
              <a:ext uri="{FF2B5EF4-FFF2-40B4-BE49-F238E27FC236}">
                <a16:creationId xmlns:a16="http://schemas.microsoft.com/office/drawing/2014/main" id="{99F22AF6-94F0-A2E8-F7D7-86E0A6A8869F}"/>
              </a:ext>
            </a:extLst>
          </p:cNvPr>
          <p:cNvGrpSpPr>
            <a:grpSpLocks/>
          </p:cNvGrpSpPr>
          <p:nvPr/>
        </p:nvGrpSpPr>
        <p:grpSpPr>
          <a:xfrm>
            <a:off x="2199365" y="2844766"/>
            <a:ext cx="1117529" cy="361097"/>
            <a:chOff x="4623968" y="908424"/>
            <a:chExt cx="1117529" cy="493758"/>
          </a:xfrm>
        </p:grpSpPr>
        <p:sp>
          <p:nvSpPr>
            <p:cNvPr id="222" name="Rectangle 221">
              <a:extLst>
                <a:ext uri="{FF2B5EF4-FFF2-40B4-BE49-F238E27FC236}">
                  <a16:creationId xmlns:a16="http://schemas.microsoft.com/office/drawing/2014/main" id="{F593BD6D-A33F-4C80-F414-DE6CC63BBF19}"/>
                </a:ext>
              </a:extLst>
            </p:cNvPr>
            <p:cNvSpPr>
              <a:spLocks/>
            </p:cNvSpPr>
            <p:nvPr/>
          </p:nvSpPr>
          <p:spPr>
            <a:xfrm>
              <a:off x="4667722" y="908424"/>
              <a:ext cx="980251" cy="493758"/>
            </a:xfrm>
            <a:prstGeom prst="rect">
              <a:avLst/>
            </a:prstGeom>
            <a:solidFill>
              <a:schemeClr val="accent6">
                <a:lumMod val="20000"/>
                <a:lumOff val="80000"/>
              </a:schemeClr>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223" name="ZoneTexte 222">
              <a:extLst>
                <a:ext uri="{FF2B5EF4-FFF2-40B4-BE49-F238E27FC236}">
                  <a16:creationId xmlns:a16="http://schemas.microsoft.com/office/drawing/2014/main" id="{BF82FF12-774F-94D9-8FDA-C4CBDA765AB0}"/>
                </a:ext>
              </a:extLst>
            </p:cNvPr>
            <p:cNvSpPr txBox="1">
              <a:spLocks/>
            </p:cNvSpPr>
            <p:nvPr/>
          </p:nvSpPr>
          <p:spPr>
            <a:xfrm>
              <a:off x="4623968" y="989254"/>
              <a:ext cx="1117529" cy="378764"/>
            </a:xfrm>
            <a:prstGeom prst="rect">
              <a:avLst/>
            </a:prstGeom>
            <a:noFill/>
          </p:spPr>
          <p:txBody>
            <a:bodyPr wrap="square" rtlCol="0">
              <a:spAutoFit/>
            </a:bodyPr>
            <a:lstStyle/>
            <a:p>
              <a:r>
                <a:rPr lang="fr-CA" sz="1200" dirty="0" err="1"/>
                <a:t>mod_calculs</a:t>
              </a:r>
              <a:endParaRPr lang="fr-CA" sz="1200" dirty="0"/>
            </a:p>
          </p:txBody>
        </p:sp>
      </p:grpSp>
      <p:cxnSp>
        <p:nvCxnSpPr>
          <p:cNvPr id="224" name="Straight Arrow Connector 268">
            <a:extLst>
              <a:ext uri="{FF2B5EF4-FFF2-40B4-BE49-F238E27FC236}">
                <a16:creationId xmlns:a16="http://schemas.microsoft.com/office/drawing/2014/main" id="{AC556739-7F95-546B-2BAE-AFD18BF15957}"/>
              </a:ext>
            </a:extLst>
          </p:cNvPr>
          <p:cNvCxnSpPr>
            <a:cxnSpLocks/>
            <a:stCxn id="243" idx="3"/>
            <a:endCxn id="222" idx="0"/>
          </p:cNvCxnSpPr>
          <p:nvPr/>
        </p:nvCxnSpPr>
        <p:spPr>
          <a:xfrm>
            <a:off x="2662398" y="2143854"/>
            <a:ext cx="70847" cy="700912"/>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29" name="Straight Arrow Connector 268">
            <a:extLst>
              <a:ext uri="{FF2B5EF4-FFF2-40B4-BE49-F238E27FC236}">
                <a16:creationId xmlns:a16="http://schemas.microsoft.com/office/drawing/2014/main" id="{34C00F92-986B-A2C3-167F-AED9DF184E06}"/>
              </a:ext>
            </a:extLst>
          </p:cNvPr>
          <p:cNvCxnSpPr>
            <a:cxnSpLocks/>
            <a:stCxn id="222" idx="1"/>
            <a:endCxn id="215" idx="0"/>
          </p:cNvCxnSpPr>
          <p:nvPr/>
        </p:nvCxnSpPr>
        <p:spPr>
          <a:xfrm rot="10800000" flipV="1">
            <a:off x="1086751" y="3025314"/>
            <a:ext cx="1156369" cy="357945"/>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58" name="Groupe 257">
            <a:extLst>
              <a:ext uri="{FF2B5EF4-FFF2-40B4-BE49-F238E27FC236}">
                <a16:creationId xmlns:a16="http://schemas.microsoft.com/office/drawing/2014/main" id="{E446D807-5A69-9A8D-5F29-99DB35F31C90}"/>
              </a:ext>
            </a:extLst>
          </p:cNvPr>
          <p:cNvGrpSpPr>
            <a:grpSpLocks/>
          </p:cNvGrpSpPr>
          <p:nvPr/>
        </p:nvGrpSpPr>
        <p:grpSpPr>
          <a:xfrm>
            <a:off x="148596" y="3378074"/>
            <a:ext cx="1944967" cy="1932862"/>
            <a:chOff x="3249604" y="4293049"/>
            <a:chExt cx="1944967" cy="1932862"/>
          </a:xfrm>
        </p:grpSpPr>
        <p:grpSp>
          <p:nvGrpSpPr>
            <p:cNvPr id="200" name="Groupe 199">
              <a:extLst>
                <a:ext uri="{FF2B5EF4-FFF2-40B4-BE49-F238E27FC236}">
                  <a16:creationId xmlns:a16="http://schemas.microsoft.com/office/drawing/2014/main" id="{0CB1F8E7-CA6C-9D50-5835-91F15960E5A6}"/>
                </a:ext>
              </a:extLst>
            </p:cNvPr>
            <p:cNvGrpSpPr>
              <a:grpSpLocks/>
            </p:cNvGrpSpPr>
            <p:nvPr/>
          </p:nvGrpSpPr>
          <p:grpSpPr>
            <a:xfrm>
              <a:off x="3249604" y="4293049"/>
              <a:ext cx="1944967" cy="1932862"/>
              <a:chOff x="8817108" y="2398433"/>
              <a:chExt cx="1944967" cy="1932862"/>
            </a:xfrm>
          </p:grpSpPr>
          <p:grpSp>
            <p:nvGrpSpPr>
              <p:cNvPr id="201" name="Groupe 200">
                <a:extLst>
                  <a:ext uri="{FF2B5EF4-FFF2-40B4-BE49-F238E27FC236}">
                    <a16:creationId xmlns:a16="http://schemas.microsoft.com/office/drawing/2014/main" id="{4D1037F0-5CB0-0EB4-0D91-585A0CC7700F}"/>
                  </a:ext>
                </a:extLst>
              </p:cNvPr>
              <p:cNvGrpSpPr>
                <a:grpSpLocks/>
              </p:cNvGrpSpPr>
              <p:nvPr/>
            </p:nvGrpSpPr>
            <p:grpSpPr>
              <a:xfrm>
                <a:off x="8826270" y="2398433"/>
                <a:ext cx="1857983" cy="1932862"/>
                <a:chOff x="8950866" y="2502169"/>
                <a:chExt cx="1857983" cy="1932862"/>
              </a:xfrm>
            </p:grpSpPr>
            <p:grpSp>
              <p:nvGrpSpPr>
                <p:cNvPr id="206" name="Groupe 205">
                  <a:extLst>
                    <a:ext uri="{FF2B5EF4-FFF2-40B4-BE49-F238E27FC236}">
                      <a16:creationId xmlns:a16="http://schemas.microsoft.com/office/drawing/2014/main" id="{A9F14DA4-67BF-6072-2B8C-6FBD06F3C054}"/>
                    </a:ext>
                  </a:extLst>
                </p:cNvPr>
                <p:cNvGrpSpPr>
                  <a:grpSpLocks/>
                </p:cNvGrpSpPr>
                <p:nvPr/>
              </p:nvGrpSpPr>
              <p:grpSpPr>
                <a:xfrm>
                  <a:off x="8950866" y="2502169"/>
                  <a:ext cx="1857983" cy="1932862"/>
                  <a:chOff x="9847489" y="4533514"/>
                  <a:chExt cx="1857983" cy="1932862"/>
                </a:xfrm>
              </p:grpSpPr>
              <p:grpSp>
                <p:nvGrpSpPr>
                  <p:cNvPr id="211" name="Groupe 210">
                    <a:extLst>
                      <a:ext uri="{FF2B5EF4-FFF2-40B4-BE49-F238E27FC236}">
                        <a16:creationId xmlns:a16="http://schemas.microsoft.com/office/drawing/2014/main" id="{00A90065-6605-A8F4-8F11-48E8EEBF6786}"/>
                      </a:ext>
                    </a:extLst>
                  </p:cNvPr>
                  <p:cNvGrpSpPr>
                    <a:grpSpLocks/>
                  </p:cNvGrpSpPr>
                  <p:nvPr/>
                </p:nvGrpSpPr>
                <p:grpSpPr>
                  <a:xfrm>
                    <a:off x="9847489" y="4533514"/>
                    <a:ext cx="1857983" cy="1932862"/>
                    <a:chOff x="403243" y="2029298"/>
                    <a:chExt cx="1857983" cy="1932862"/>
                  </a:xfrm>
                </p:grpSpPr>
                <p:grpSp>
                  <p:nvGrpSpPr>
                    <p:cNvPr id="214" name="Groupe 213">
                      <a:extLst>
                        <a:ext uri="{FF2B5EF4-FFF2-40B4-BE49-F238E27FC236}">
                          <a16:creationId xmlns:a16="http://schemas.microsoft.com/office/drawing/2014/main" id="{8019E6D3-6743-CFD3-24AB-F60CDF8FFDFD}"/>
                        </a:ext>
                      </a:extLst>
                    </p:cNvPr>
                    <p:cNvGrpSpPr>
                      <a:grpSpLocks/>
                    </p:cNvGrpSpPr>
                    <p:nvPr/>
                  </p:nvGrpSpPr>
                  <p:grpSpPr>
                    <a:xfrm>
                      <a:off x="416070" y="2029298"/>
                      <a:ext cx="1094790" cy="331243"/>
                      <a:chOff x="780703" y="5853141"/>
                      <a:chExt cx="1094790" cy="331243"/>
                    </a:xfrm>
                  </p:grpSpPr>
                  <p:pic>
                    <p:nvPicPr>
                      <p:cNvPr id="216" name="Graphique 215" descr="Presse-papiers vérifié avec un remplissage uni">
                        <a:extLst>
                          <a:ext uri="{FF2B5EF4-FFF2-40B4-BE49-F238E27FC236}">
                            <a16:creationId xmlns:a16="http://schemas.microsoft.com/office/drawing/2014/main" id="{E831A3AB-1A84-57A5-7F64-FC039A88BC93}"/>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80703" y="5853141"/>
                        <a:ext cx="331243" cy="331243"/>
                      </a:xfrm>
                      <a:prstGeom prst="rect">
                        <a:avLst/>
                      </a:prstGeom>
                    </p:spPr>
                  </p:pic>
                  <p:sp>
                    <p:nvSpPr>
                      <p:cNvPr id="217" name="TextBox 132">
                        <a:extLst>
                          <a:ext uri="{FF2B5EF4-FFF2-40B4-BE49-F238E27FC236}">
                            <a16:creationId xmlns:a16="http://schemas.microsoft.com/office/drawing/2014/main" id="{0E975718-4EEC-FDB1-2656-5773DC2B9631}"/>
                          </a:ext>
                        </a:extLst>
                      </p:cNvPr>
                      <p:cNvSpPr txBox="1">
                        <a:spLocks/>
                      </p:cNvSpPr>
                      <p:nvPr/>
                    </p:nvSpPr>
                    <p:spPr>
                      <a:xfrm>
                        <a:off x="981298" y="5940230"/>
                        <a:ext cx="894195" cy="230832"/>
                      </a:xfrm>
                      <a:prstGeom prst="rect">
                        <a:avLst/>
                      </a:prstGeom>
                      <a:noFill/>
                    </p:spPr>
                    <p:txBody>
                      <a:bodyPr wrap="square" rtlCol="0">
                        <a:spAutoFit/>
                      </a:bodyPr>
                      <a:lstStyle/>
                      <a:p>
                        <a:r>
                          <a:rPr lang="fr-CA" sz="900" dirty="0"/>
                          <a:t>lac1_calculs()</a:t>
                        </a:r>
                      </a:p>
                    </p:txBody>
                  </p:sp>
                </p:grpSp>
                <p:sp>
                  <p:nvSpPr>
                    <p:cNvPr id="215" name="Rectangle: Rounded Corners 292">
                      <a:extLst>
                        <a:ext uri="{FF2B5EF4-FFF2-40B4-BE49-F238E27FC236}">
                          <a16:creationId xmlns:a16="http://schemas.microsoft.com/office/drawing/2014/main" id="{FE7CED3E-181A-AF7F-6C44-B5B13B920509}"/>
                        </a:ext>
                      </a:extLst>
                    </p:cNvPr>
                    <p:cNvSpPr>
                      <a:spLocks/>
                    </p:cNvSpPr>
                    <p:nvPr/>
                  </p:nvSpPr>
                  <p:spPr>
                    <a:xfrm>
                      <a:off x="403243" y="2034484"/>
                      <a:ext cx="1857983" cy="1927676"/>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212" name="Straight Arrow Connector 268">
                    <a:extLst>
                      <a:ext uri="{FF2B5EF4-FFF2-40B4-BE49-F238E27FC236}">
                        <a16:creationId xmlns:a16="http://schemas.microsoft.com/office/drawing/2014/main" id="{BCCF219C-AE51-32C1-A7AA-04DD7EC2C94F}"/>
                      </a:ext>
                    </a:extLst>
                  </p:cNvPr>
                  <p:cNvCxnSpPr>
                    <a:cxnSpLocks/>
                    <a:stCxn id="216"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13" name="Straight Arrow Connector 268">
                    <a:extLst>
                      <a:ext uri="{FF2B5EF4-FFF2-40B4-BE49-F238E27FC236}">
                        <a16:creationId xmlns:a16="http://schemas.microsoft.com/office/drawing/2014/main" id="{D50DEC55-974D-C7C0-1A0E-0F1F8048A889}"/>
                      </a:ext>
                    </a:extLst>
                  </p:cNvPr>
                  <p:cNvCxnSpPr>
                    <a:cxnSpLocks/>
                    <a:stCxn id="216"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207" name="ZoneTexte 206">
                  <a:extLst>
                    <a:ext uri="{FF2B5EF4-FFF2-40B4-BE49-F238E27FC236}">
                      <a16:creationId xmlns:a16="http://schemas.microsoft.com/office/drawing/2014/main" id="{7210E735-CE63-27D2-879F-06F3FCAE77C9}"/>
                    </a:ext>
                  </a:extLst>
                </p:cNvPr>
                <p:cNvSpPr txBox="1">
                  <a:spLocks/>
                </p:cNvSpPr>
                <p:nvPr/>
              </p:nvSpPr>
              <p:spPr>
                <a:xfrm>
                  <a:off x="9490401" y="2869063"/>
                  <a:ext cx="1149232" cy="184666"/>
                </a:xfrm>
                <a:prstGeom prst="rect">
                  <a:avLst/>
                </a:prstGeom>
                <a:noFill/>
              </p:spPr>
              <p:txBody>
                <a:bodyPr wrap="square" rtlCol="0">
                  <a:spAutoFit/>
                </a:bodyPr>
                <a:lstStyle/>
                <a:p>
                  <a:r>
                    <a:rPr lang="fr-CA" sz="600" dirty="0"/>
                    <a:t>volume_m3()</a:t>
                  </a:r>
                </a:p>
              </p:txBody>
            </p:sp>
            <p:grpSp>
              <p:nvGrpSpPr>
                <p:cNvPr id="208" name="Groupe 207">
                  <a:extLst>
                    <a:ext uri="{FF2B5EF4-FFF2-40B4-BE49-F238E27FC236}">
                      <a16:creationId xmlns:a16="http://schemas.microsoft.com/office/drawing/2014/main" id="{1F2B2C71-80F5-29E7-6DCD-90434B0EFE2D}"/>
                    </a:ext>
                  </a:extLst>
                </p:cNvPr>
                <p:cNvGrpSpPr>
                  <a:grpSpLocks/>
                </p:cNvGrpSpPr>
                <p:nvPr/>
              </p:nvGrpSpPr>
              <p:grpSpPr>
                <a:xfrm>
                  <a:off x="9332030" y="3154642"/>
                  <a:ext cx="1280256" cy="234536"/>
                  <a:chOff x="9213673" y="2065803"/>
                  <a:chExt cx="1280256" cy="234536"/>
                </a:xfrm>
              </p:grpSpPr>
              <p:pic>
                <p:nvPicPr>
                  <p:cNvPr id="209" name="Image 208">
                    <a:extLst>
                      <a:ext uri="{FF2B5EF4-FFF2-40B4-BE49-F238E27FC236}">
                        <a16:creationId xmlns:a16="http://schemas.microsoft.com/office/drawing/2014/main" id="{CD921400-D067-1AF8-5689-5301457A7EBF}"/>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210" name="ZoneTexte 209">
                    <a:extLst>
                      <a:ext uri="{FF2B5EF4-FFF2-40B4-BE49-F238E27FC236}">
                        <a16:creationId xmlns:a16="http://schemas.microsoft.com/office/drawing/2014/main" id="{B8BA19A2-5D54-36A9-57E8-80AE6CA81520}"/>
                      </a:ext>
                    </a:extLst>
                  </p:cNvPr>
                  <p:cNvSpPr txBox="1">
                    <a:spLocks/>
                  </p:cNvSpPr>
                  <p:nvPr/>
                </p:nvSpPr>
                <p:spPr>
                  <a:xfrm>
                    <a:off x="9344698" y="2101327"/>
                    <a:ext cx="1149231" cy="184666"/>
                  </a:xfrm>
                  <a:prstGeom prst="rect">
                    <a:avLst/>
                  </a:prstGeom>
                  <a:noFill/>
                </p:spPr>
                <p:txBody>
                  <a:bodyPr wrap="square" rtlCol="0">
                    <a:spAutoFit/>
                  </a:bodyPr>
                  <a:lstStyle/>
                  <a:p>
                    <a:r>
                      <a:rPr lang="fr-CA" sz="600" dirty="0" err="1"/>
                      <a:t>q_moy_annuel</a:t>
                    </a:r>
                    <a:r>
                      <a:rPr lang="fr-CA" sz="600" dirty="0"/>
                      <a:t>()</a:t>
                    </a:r>
                  </a:p>
                </p:txBody>
              </p:sp>
            </p:grpSp>
          </p:grpSp>
          <p:pic>
            <p:nvPicPr>
              <p:cNvPr id="202" name="Graphique 201" descr="Presse-papiers vérifié avec un remplissage uni">
                <a:extLst>
                  <a:ext uri="{FF2B5EF4-FFF2-40B4-BE49-F238E27FC236}">
                    <a16:creationId xmlns:a16="http://schemas.microsoft.com/office/drawing/2014/main" id="{F953826D-99CE-22A5-C545-AFAB3DA92F4B}"/>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129161" y="2765200"/>
                <a:ext cx="259479" cy="259479"/>
              </a:xfrm>
              <a:prstGeom prst="rect">
                <a:avLst/>
              </a:prstGeom>
            </p:spPr>
          </p:pic>
          <p:cxnSp>
            <p:nvCxnSpPr>
              <p:cNvPr id="203" name="Straight Arrow Connector 268">
                <a:extLst>
                  <a:ext uri="{FF2B5EF4-FFF2-40B4-BE49-F238E27FC236}">
                    <a16:creationId xmlns:a16="http://schemas.microsoft.com/office/drawing/2014/main" id="{522644AC-BA53-2844-4C71-5A56FE177C3C}"/>
                  </a:ext>
                </a:extLst>
              </p:cNvPr>
              <p:cNvCxnSpPr>
                <a:cxnSpLocks/>
              </p:cNvCxnSpPr>
              <p:nvPr/>
            </p:nvCxnSpPr>
            <p:spPr>
              <a:xfrm rot="16200000" flipH="1">
                <a:off x="8855719" y="3244777"/>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204" name="ZoneTexte 203">
                <a:extLst>
                  <a:ext uri="{FF2B5EF4-FFF2-40B4-BE49-F238E27FC236}">
                    <a16:creationId xmlns:a16="http://schemas.microsoft.com/office/drawing/2014/main" id="{41AC53CE-1C9D-3B5A-CD73-0E5457B13451}"/>
                  </a:ext>
                </a:extLst>
              </p:cNvPr>
              <p:cNvSpPr txBox="1">
                <a:spLocks/>
              </p:cNvSpPr>
              <p:nvPr/>
            </p:nvSpPr>
            <p:spPr>
              <a:xfrm>
                <a:off x="8817108" y="3642044"/>
                <a:ext cx="534284" cy="184666"/>
              </a:xfrm>
              <a:prstGeom prst="rect">
                <a:avLst/>
              </a:prstGeom>
              <a:noFill/>
            </p:spPr>
            <p:txBody>
              <a:bodyPr wrap="square" rtlCol="0">
                <a:spAutoFit/>
              </a:bodyPr>
              <a:lstStyle/>
              <a:p>
                <a:r>
                  <a:rPr lang="fr-CA" sz="600" dirty="0"/>
                  <a:t>Etc…</a:t>
                </a:r>
              </a:p>
            </p:txBody>
          </p:sp>
          <p:sp>
            <p:nvSpPr>
              <p:cNvPr id="205" name="ZoneTexte 204">
                <a:extLst>
                  <a:ext uri="{FF2B5EF4-FFF2-40B4-BE49-F238E27FC236}">
                    <a16:creationId xmlns:a16="http://schemas.microsoft.com/office/drawing/2014/main" id="{B936D56F-E621-2901-2B81-7FA87B37246F}"/>
                  </a:ext>
                </a:extLst>
              </p:cNvPr>
              <p:cNvSpPr txBox="1">
                <a:spLocks/>
              </p:cNvSpPr>
              <p:nvPr/>
            </p:nvSpPr>
            <p:spPr>
              <a:xfrm>
                <a:off x="9990857" y="3287024"/>
                <a:ext cx="771218" cy="1015663"/>
              </a:xfrm>
              <a:prstGeom prst="rect">
                <a:avLst/>
              </a:prstGeom>
              <a:noFill/>
            </p:spPr>
            <p:txBody>
              <a:bodyPr wrap="square" rtlCol="0">
                <a:spAutoFit/>
              </a:bodyPr>
              <a:lstStyle/>
              <a:p>
                <a:r>
                  <a:rPr lang="fr-CA" sz="600" dirty="0" err="1"/>
                  <a:t>charge_aqua</a:t>
                </a:r>
                <a:r>
                  <a:rPr lang="fr-CA" sz="600" dirty="0"/>
                  <a:t> ()</a:t>
                </a:r>
              </a:p>
              <a:p>
                <a:r>
                  <a:rPr lang="fr-CA" sz="600" dirty="0" err="1"/>
                  <a:t>charge_mh</a:t>
                </a:r>
                <a:r>
                  <a:rPr lang="fr-CA" sz="600" dirty="0"/>
                  <a:t> ()</a:t>
                </a:r>
              </a:p>
              <a:p>
                <a:r>
                  <a:rPr lang="fr-CA" sz="600" dirty="0" err="1"/>
                  <a:t>charge_foret</a:t>
                </a:r>
                <a:r>
                  <a:rPr lang="fr-CA" sz="600" dirty="0"/>
                  <a:t> ()</a:t>
                </a:r>
              </a:p>
              <a:p>
                <a:r>
                  <a:rPr lang="fr-CA" sz="600" dirty="0" err="1"/>
                  <a:t>charge_solnu</a:t>
                </a:r>
                <a:r>
                  <a:rPr lang="fr-CA" sz="600" dirty="0"/>
                  <a:t> ()</a:t>
                </a:r>
              </a:p>
              <a:p>
                <a:r>
                  <a:rPr lang="fr-CA" sz="600" dirty="0" err="1"/>
                  <a:t>charge_agri</a:t>
                </a:r>
                <a:r>
                  <a:rPr lang="fr-CA" sz="600" dirty="0"/>
                  <a:t> ()</a:t>
                </a:r>
              </a:p>
              <a:p>
                <a:r>
                  <a:rPr lang="fr-CA" sz="600" dirty="0" err="1"/>
                  <a:t>charge_coupe</a:t>
                </a:r>
                <a:r>
                  <a:rPr lang="fr-CA" sz="600" dirty="0"/>
                  <a:t> ()</a:t>
                </a:r>
              </a:p>
              <a:p>
                <a:r>
                  <a:rPr lang="fr-CA" sz="600" dirty="0" err="1"/>
                  <a:t>charge_anthro</a:t>
                </a:r>
                <a:r>
                  <a:rPr lang="fr-CA" sz="600" dirty="0"/>
                  <a:t> ()</a:t>
                </a:r>
              </a:p>
              <a:p>
                <a:r>
                  <a:rPr lang="fr-CA" sz="600" dirty="0" err="1"/>
                  <a:t>charge_nd</a:t>
                </a:r>
                <a:r>
                  <a:rPr lang="fr-CA" sz="600" dirty="0"/>
                  <a:t> ()</a:t>
                </a:r>
              </a:p>
              <a:p>
                <a:r>
                  <a:rPr lang="fr-CA" sz="600" dirty="0" err="1"/>
                  <a:t>charge_ent</a:t>
                </a:r>
                <a:r>
                  <a:rPr lang="fr-CA" sz="600" dirty="0"/>
                  <a:t> ()</a:t>
                </a:r>
              </a:p>
              <a:p>
                <a:r>
                  <a:rPr lang="fr-CA" sz="600" dirty="0" err="1"/>
                  <a:t>charge_ent_nat</a:t>
                </a:r>
                <a:r>
                  <a:rPr lang="fr-CA" sz="600" dirty="0"/>
                  <a:t> ()</a:t>
                </a:r>
              </a:p>
            </p:txBody>
          </p:sp>
        </p:grpSp>
        <p:sp>
          <p:nvSpPr>
            <p:cNvPr id="250" name="ZoneTexte 249">
              <a:extLst>
                <a:ext uri="{FF2B5EF4-FFF2-40B4-BE49-F238E27FC236}">
                  <a16:creationId xmlns:a16="http://schemas.microsoft.com/office/drawing/2014/main" id="{D340A80A-07CA-8C3A-9A09-589EE619A99F}"/>
                </a:ext>
              </a:extLst>
            </p:cNvPr>
            <p:cNvSpPr txBox="1">
              <a:spLocks/>
            </p:cNvSpPr>
            <p:nvPr/>
          </p:nvSpPr>
          <p:spPr>
            <a:xfrm>
              <a:off x="3651933" y="5156553"/>
              <a:ext cx="904947" cy="1015663"/>
            </a:xfrm>
            <a:prstGeom prst="rect">
              <a:avLst/>
            </a:prstGeom>
            <a:noFill/>
          </p:spPr>
          <p:txBody>
            <a:bodyPr wrap="square" rtlCol="0">
              <a:spAutoFit/>
            </a:bodyPr>
            <a:lstStyle/>
            <a:p>
              <a:r>
                <a:rPr lang="fr-CA" sz="600" dirty="0" err="1"/>
                <a:t>pt_mod</a:t>
              </a:r>
              <a:r>
                <a:rPr lang="fr-CA" sz="600" dirty="0"/>
                <a:t> ()</a:t>
              </a:r>
            </a:p>
            <a:p>
              <a:r>
                <a:rPr lang="fr-CA" sz="600" dirty="0" err="1"/>
                <a:t>pt_mod_nat</a:t>
              </a:r>
              <a:r>
                <a:rPr lang="fr-CA" sz="600" dirty="0"/>
                <a:t> ()</a:t>
              </a:r>
            </a:p>
            <a:p>
              <a:r>
                <a:rPr lang="fr-CA" sz="600" dirty="0" err="1"/>
                <a:t>charge_sort</a:t>
              </a:r>
              <a:r>
                <a:rPr lang="fr-CA" sz="600" dirty="0"/>
                <a:t> ()</a:t>
              </a:r>
            </a:p>
            <a:p>
              <a:r>
                <a:rPr lang="fr-CA" sz="600" dirty="0" err="1"/>
                <a:t>charge_sort_nat</a:t>
              </a:r>
              <a:r>
                <a:rPr lang="fr-CA" sz="600" dirty="0"/>
                <a:t> ()</a:t>
              </a:r>
            </a:p>
            <a:p>
              <a:r>
                <a:rPr lang="fr-CA" sz="600" dirty="0" err="1"/>
                <a:t>charge_sort_mes</a:t>
              </a:r>
              <a:r>
                <a:rPr lang="fr-CA" sz="600" dirty="0"/>
                <a:t> ()</a:t>
              </a:r>
            </a:p>
            <a:p>
              <a:r>
                <a:rPr lang="fr-CA" sz="600" dirty="0" err="1"/>
                <a:t>pt_mod_rejet</a:t>
              </a:r>
              <a:r>
                <a:rPr lang="fr-CA" sz="600" dirty="0"/>
                <a:t> ()</a:t>
              </a:r>
            </a:p>
            <a:p>
              <a:r>
                <a:rPr lang="fr-CA" sz="600" dirty="0" err="1"/>
                <a:t>charge_sort_rejet</a:t>
              </a:r>
              <a:r>
                <a:rPr lang="fr-CA" sz="600" dirty="0"/>
                <a:t> ()</a:t>
              </a:r>
            </a:p>
            <a:p>
              <a:r>
                <a:rPr lang="fr-CA" sz="600" dirty="0" err="1"/>
                <a:t>aug_rel_charge_ent</a:t>
              </a:r>
              <a:r>
                <a:rPr lang="fr-CA" sz="600" dirty="0"/>
                <a:t> ()</a:t>
              </a:r>
            </a:p>
            <a:p>
              <a:r>
                <a:rPr lang="fr-CA" sz="600" dirty="0" err="1"/>
                <a:t>aug_rel_pt</a:t>
              </a:r>
              <a:r>
                <a:rPr lang="fr-CA" sz="600" dirty="0"/>
                <a:t> ()</a:t>
              </a:r>
            </a:p>
            <a:p>
              <a:r>
                <a:rPr lang="fr-CA" sz="600" dirty="0" err="1"/>
                <a:t>charge_nat_tot</a:t>
              </a:r>
              <a:r>
                <a:rPr lang="fr-CA" sz="600" dirty="0"/>
                <a:t> ()</a:t>
              </a:r>
            </a:p>
          </p:txBody>
        </p:sp>
        <p:sp>
          <p:nvSpPr>
            <p:cNvPr id="255" name="Accolade ouvrante 254">
              <a:extLst>
                <a:ext uri="{FF2B5EF4-FFF2-40B4-BE49-F238E27FC236}">
                  <a16:creationId xmlns:a16="http://schemas.microsoft.com/office/drawing/2014/main" id="{9D0CD6B1-B55E-29FB-9F23-9AC5E1CB1B10}"/>
                </a:ext>
              </a:extLst>
            </p:cNvPr>
            <p:cNvSpPr>
              <a:spLocks/>
            </p:cNvSpPr>
            <p:nvPr/>
          </p:nvSpPr>
          <p:spPr>
            <a:xfrm>
              <a:off x="3495757" y="5168368"/>
              <a:ext cx="301213" cy="977888"/>
            </a:xfrm>
            <a:prstGeom prst="leftBrace">
              <a:avLst>
                <a:gd name="adj1" fmla="val 40628"/>
                <a:gd name="adj2" fmla="val 50000"/>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a:p>
          </p:txBody>
        </p:sp>
        <p:sp>
          <p:nvSpPr>
            <p:cNvPr id="257" name="ZoneTexte 256">
              <a:extLst>
                <a:ext uri="{FF2B5EF4-FFF2-40B4-BE49-F238E27FC236}">
                  <a16:creationId xmlns:a16="http://schemas.microsoft.com/office/drawing/2014/main" id="{2213FB84-0B80-3877-BD36-A47AFD331E83}"/>
                </a:ext>
              </a:extLst>
            </p:cNvPr>
            <p:cNvSpPr txBox="1">
              <a:spLocks/>
            </p:cNvSpPr>
            <p:nvPr/>
          </p:nvSpPr>
          <p:spPr>
            <a:xfrm>
              <a:off x="4433758" y="4358668"/>
              <a:ext cx="712245" cy="430887"/>
            </a:xfrm>
            <a:prstGeom prst="rect">
              <a:avLst/>
            </a:prstGeom>
            <a:noFill/>
          </p:spPr>
          <p:txBody>
            <a:bodyPr wrap="square" rtlCol="0">
              <a:spAutoFit/>
            </a:bodyPr>
            <a:lstStyle/>
            <a:p>
              <a:r>
                <a:rPr lang="fr-CA" sz="1100" i="1" dirty="0"/>
                <a:t>Liste de réactifs</a:t>
              </a:r>
            </a:p>
          </p:txBody>
        </p:sp>
      </p:grpSp>
      <p:cxnSp>
        <p:nvCxnSpPr>
          <p:cNvPr id="161" name="Straight Arrow Connector 268">
            <a:extLst>
              <a:ext uri="{FF2B5EF4-FFF2-40B4-BE49-F238E27FC236}">
                <a16:creationId xmlns:a16="http://schemas.microsoft.com/office/drawing/2014/main" id="{F29CDA59-4B08-CDAD-BEE0-0648190F227F}"/>
              </a:ext>
            </a:extLst>
          </p:cNvPr>
          <p:cNvCxnSpPr>
            <a:cxnSpLocks/>
            <a:stCxn id="152" idx="3"/>
            <a:endCxn id="111" idx="1"/>
          </p:cNvCxnSpPr>
          <p:nvPr/>
        </p:nvCxnSpPr>
        <p:spPr>
          <a:xfrm flipV="1">
            <a:off x="6440096" y="1362202"/>
            <a:ext cx="790382" cy="463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59" name="Straight Arrow Connector 268">
            <a:extLst>
              <a:ext uri="{FF2B5EF4-FFF2-40B4-BE49-F238E27FC236}">
                <a16:creationId xmlns:a16="http://schemas.microsoft.com/office/drawing/2014/main" id="{02A4AE5B-F9D4-1145-675D-897157D86244}"/>
              </a:ext>
            </a:extLst>
          </p:cNvPr>
          <p:cNvCxnSpPr>
            <a:cxnSpLocks/>
            <a:stCxn id="35" idx="1"/>
            <a:endCxn id="222" idx="3"/>
          </p:cNvCxnSpPr>
          <p:nvPr/>
        </p:nvCxnSpPr>
        <p:spPr>
          <a:xfrm rot="10800000" flipV="1">
            <a:off x="3223370" y="2411867"/>
            <a:ext cx="431702" cy="613447"/>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79" name="Groupe 278">
            <a:extLst>
              <a:ext uri="{FF2B5EF4-FFF2-40B4-BE49-F238E27FC236}">
                <a16:creationId xmlns:a16="http://schemas.microsoft.com/office/drawing/2014/main" id="{61822697-981A-D9C2-63B6-FB64E808FDB1}"/>
              </a:ext>
            </a:extLst>
          </p:cNvPr>
          <p:cNvGrpSpPr>
            <a:grpSpLocks/>
          </p:cNvGrpSpPr>
          <p:nvPr/>
        </p:nvGrpSpPr>
        <p:grpSpPr>
          <a:xfrm>
            <a:off x="7234975" y="3133048"/>
            <a:ext cx="1477312" cy="361097"/>
            <a:chOff x="4623968" y="908424"/>
            <a:chExt cx="1477312" cy="493758"/>
          </a:xfrm>
        </p:grpSpPr>
        <p:sp>
          <p:nvSpPr>
            <p:cNvPr id="280" name="Rectangle 279">
              <a:extLst>
                <a:ext uri="{FF2B5EF4-FFF2-40B4-BE49-F238E27FC236}">
                  <a16:creationId xmlns:a16="http://schemas.microsoft.com/office/drawing/2014/main" id="{B926AD5A-23D4-A387-AB9C-FADA975674D7}"/>
                </a:ext>
              </a:extLst>
            </p:cNvPr>
            <p:cNvSpPr>
              <a:spLocks/>
            </p:cNvSpPr>
            <p:nvPr/>
          </p:nvSpPr>
          <p:spPr>
            <a:xfrm>
              <a:off x="4667722" y="908424"/>
              <a:ext cx="1281113" cy="493758"/>
            </a:xfrm>
            <a:prstGeom prst="rect">
              <a:avLst/>
            </a:prstGeom>
            <a:solidFill>
              <a:schemeClr val="accent6">
                <a:lumMod val="20000"/>
                <a:lumOff val="80000"/>
              </a:schemeClr>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281" name="ZoneTexte 280">
              <a:extLst>
                <a:ext uri="{FF2B5EF4-FFF2-40B4-BE49-F238E27FC236}">
                  <a16:creationId xmlns:a16="http://schemas.microsoft.com/office/drawing/2014/main" id="{AA54A76B-0420-2217-D135-56FD497A791A}"/>
                </a:ext>
              </a:extLst>
            </p:cNvPr>
            <p:cNvSpPr txBox="1">
              <a:spLocks/>
            </p:cNvSpPr>
            <p:nvPr/>
          </p:nvSpPr>
          <p:spPr>
            <a:xfrm>
              <a:off x="4623968" y="989254"/>
              <a:ext cx="1477312" cy="378764"/>
            </a:xfrm>
            <a:prstGeom prst="rect">
              <a:avLst/>
            </a:prstGeom>
            <a:noFill/>
          </p:spPr>
          <p:txBody>
            <a:bodyPr wrap="square" rtlCol="0">
              <a:spAutoFit/>
            </a:bodyPr>
            <a:lstStyle/>
            <a:p>
              <a:r>
                <a:rPr lang="fr-CA" sz="1200" dirty="0" err="1"/>
                <a:t>mod_charge_rejet</a:t>
              </a:r>
              <a:endParaRPr lang="fr-CA" sz="1200" dirty="0"/>
            </a:p>
          </p:txBody>
        </p:sp>
      </p:grpSp>
      <p:cxnSp>
        <p:nvCxnSpPr>
          <p:cNvPr id="282" name="Straight Arrow Connector 268">
            <a:extLst>
              <a:ext uri="{FF2B5EF4-FFF2-40B4-BE49-F238E27FC236}">
                <a16:creationId xmlns:a16="http://schemas.microsoft.com/office/drawing/2014/main" id="{7B1AABCE-F6CC-8D36-9AE4-CD5FF647A1B2}"/>
              </a:ext>
            </a:extLst>
          </p:cNvPr>
          <p:cNvCxnSpPr>
            <a:cxnSpLocks/>
            <a:stCxn id="127" idx="1"/>
            <a:endCxn id="280" idx="3"/>
          </p:cNvCxnSpPr>
          <p:nvPr/>
        </p:nvCxnSpPr>
        <p:spPr>
          <a:xfrm rot="10800000" flipV="1">
            <a:off x="8559843" y="2631441"/>
            <a:ext cx="1033237" cy="682156"/>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85" name="Straight Arrow Connector 268">
            <a:extLst>
              <a:ext uri="{FF2B5EF4-FFF2-40B4-BE49-F238E27FC236}">
                <a16:creationId xmlns:a16="http://schemas.microsoft.com/office/drawing/2014/main" id="{F5B56959-5723-CB9C-67A1-E18FCE8FFCA1}"/>
              </a:ext>
            </a:extLst>
          </p:cNvPr>
          <p:cNvCxnSpPr>
            <a:cxnSpLocks/>
            <a:stCxn id="35" idx="3"/>
            <a:endCxn id="280" idx="0"/>
          </p:cNvCxnSpPr>
          <p:nvPr/>
        </p:nvCxnSpPr>
        <p:spPr>
          <a:xfrm>
            <a:off x="6579223" y="2411868"/>
            <a:ext cx="1340063" cy="721180"/>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95" name="Groupe 294">
            <a:extLst>
              <a:ext uri="{FF2B5EF4-FFF2-40B4-BE49-F238E27FC236}">
                <a16:creationId xmlns:a16="http://schemas.microsoft.com/office/drawing/2014/main" id="{FED96564-8476-912E-B50A-C73C77AB34DB}"/>
              </a:ext>
            </a:extLst>
          </p:cNvPr>
          <p:cNvGrpSpPr>
            <a:grpSpLocks/>
          </p:cNvGrpSpPr>
          <p:nvPr/>
        </p:nvGrpSpPr>
        <p:grpSpPr>
          <a:xfrm>
            <a:off x="7607570" y="2447905"/>
            <a:ext cx="1613282" cy="234536"/>
            <a:chOff x="3832924" y="4001373"/>
            <a:chExt cx="1613282" cy="234536"/>
          </a:xfrm>
        </p:grpSpPr>
        <p:pic>
          <p:nvPicPr>
            <p:cNvPr id="296" name="Image 295">
              <a:extLst>
                <a:ext uri="{FF2B5EF4-FFF2-40B4-BE49-F238E27FC236}">
                  <a16:creationId xmlns:a16="http://schemas.microsoft.com/office/drawing/2014/main" id="{975D88FC-7DB4-A6BB-73BB-934B2C2EFEE2}"/>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3922332" y="4001373"/>
              <a:ext cx="174699" cy="234536"/>
            </a:xfrm>
            <a:prstGeom prst="rect">
              <a:avLst/>
            </a:prstGeom>
          </p:spPr>
        </p:pic>
        <p:sp>
          <p:nvSpPr>
            <p:cNvPr id="297" name="ZoneTexte 296">
              <a:extLst>
                <a:ext uri="{FF2B5EF4-FFF2-40B4-BE49-F238E27FC236}">
                  <a16:creationId xmlns:a16="http://schemas.microsoft.com/office/drawing/2014/main" id="{20EFBD9F-BBF9-E11D-B927-6402275032EE}"/>
                </a:ext>
              </a:extLst>
            </p:cNvPr>
            <p:cNvSpPr txBox="1">
              <a:spLocks/>
            </p:cNvSpPr>
            <p:nvPr/>
          </p:nvSpPr>
          <p:spPr>
            <a:xfrm>
              <a:off x="4053357" y="4036897"/>
              <a:ext cx="1392849" cy="184666"/>
            </a:xfrm>
            <a:prstGeom prst="rect">
              <a:avLst/>
            </a:prstGeom>
            <a:noFill/>
          </p:spPr>
          <p:txBody>
            <a:bodyPr wrap="square" rtlCol="0">
              <a:spAutoFit/>
            </a:bodyPr>
            <a:lstStyle/>
            <a:p>
              <a:r>
                <a:rPr lang="fr-CA" sz="600" dirty="0"/>
                <a:t>lac1_volume_rejet_m3_annuel()</a:t>
              </a:r>
            </a:p>
          </p:txBody>
        </p:sp>
        <p:sp>
          <p:nvSpPr>
            <p:cNvPr id="298" name="Rectangle: Rounded Corners 292">
              <a:extLst>
                <a:ext uri="{FF2B5EF4-FFF2-40B4-BE49-F238E27FC236}">
                  <a16:creationId xmlns:a16="http://schemas.microsoft.com/office/drawing/2014/main" id="{09CE97B0-A8EA-DC16-C4A4-687C2CD78778}"/>
                </a:ext>
              </a:extLst>
            </p:cNvPr>
            <p:cNvSpPr>
              <a:spLocks/>
            </p:cNvSpPr>
            <p:nvPr/>
          </p:nvSpPr>
          <p:spPr>
            <a:xfrm>
              <a:off x="3832924" y="4014093"/>
              <a:ext cx="1472606" cy="219322"/>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grpSp>
        <p:nvGrpSpPr>
          <p:cNvPr id="299" name="Groupe 298">
            <a:extLst>
              <a:ext uri="{FF2B5EF4-FFF2-40B4-BE49-F238E27FC236}">
                <a16:creationId xmlns:a16="http://schemas.microsoft.com/office/drawing/2014/main" id="{4A3A21A4-FB88-2428-A1C7-E847676FAE3F}"/>
              </a:ext>
            </a:extLst>
          </p:cNvPr>
          <p:cNvGrpSpPr>
            <a:grpSpLocks/>
          </p:cNvGrpSpPr>
          <p:nvPr/>
        </p:nvGrpSpPr>
        <p:grpSpPr>
          <a:xfrm>
            <a:off x="6762489" y="1809613"/>
            <a:ext cx="2094123" cy="261610"/>
            <a:chOff x="5052910" y="3678729"/>
            <a:chExt cx="2094123" cy="261610"/>
          </a:xfrm>
        </p:grpSpPr>
        <p:sp>
          <p:nvSpPr>
            <p:cNvPr id="300" name="Rectangle 299">
              <a:extLst>
                <a:ext uri="{FF2B5EF4-FFF2-40B4-BE49-F238E27FC236}">
                  <a16:creationId xmlns:a16="http://schemas.microsoft.com/office/drawing/2014/main" id="{4345521B-95BC-EF51-94B2-345A9D6A250D}"/>
                </a:ext>
              </a:extLst>
            </p:cNvPr>
            <p:cNvSpPr>
              <a:spLocks/>
            </p:cNvSpPr>
            <p:nvPr/>
          </p:nvSpPr>
          <p:spPr>
            <a:xfrm>
              <a:off x="5112899" y="3683364"/>
              <a:ext cx="1919807" cy="247478"/>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301" name="ZoneTexte 300">
              <a:extLst>
                <a:ext uri="{FF2B5EF4-FFF2-40B4-BE49-F238E27FC236}">
                  <a16:creationId xmlns:a16="http://schemas.microsoft.com/office/drawing/2014/main" id="{B61447D3-1863-6C22-BC2F-9B6523B177DA}"/>
                </a:ext>
              </a:extLst>
            </p:cNvPr>
            <p:cNvSpPr txBox="1">
              <a:spLocks/>
            </p:cNvSpPr>
            <p:nvPr/>
          </p:nvSpPr>
          <p:spPr>
            <a:xfrm>
              <a:off x="5052910" y="3678729"/>
              <a:ext cx="2094123" cy="261610"/>
            </a:xfrm>
            <a:prstGeom prst="rect">
              <a:avLst/>
            </a:prstGeom>
            <a:noFill/>
          </p:spPr>
          <p:txBody>
            <a:bodyPr wrap="square">
              <a:spAutoFit/>
            </a:bodyPr>
            <a:lstStyle/>
            <a:p>
              <a:r>
                <a:rPr lang="fr-CA" sz="1100" dirty="0"/>
                <a:t>mod_volume_rejet_m3_annuel</a:t>
              </a:r>
            </a:p>
          </p:txBody>
        </p:sp>
      </p:grpSp>
      <p:cxnSp>
        <p:nvCxnSpPr>
          <p:cNvPr id="302" name="Straight Arrow Connector 268">
            <a:extLst>
              <a:ext uri="{FF2B5EF4-FFF2-40B4-BE49-F238E27FC236}">
                <a16:creationId xmlns:a16="http://schemas.microsoft.com/office/drawing/2014/main" id="{066FFC32-E8B5-CA59-191E-488F8924FC72}"/>
              </a:ext>
            </a:extLst>
          </p:cNvPr>
          <p:cNvCxnSpPr>
            <a:cxnSpLocks/>
            <a:stCxn id="35" idx="3"/>
            <a:endCxn id="300" idx="1"/>
          </p:cNvCxnSpPr>
          <p:nvPr/>
        </p:nvCxnSpPr>
        <p:spPr>
          <a:xfrm flipV="1">
            <a:off x="6579223" y="1937987"/>
            <a:ext cx="243255" cy="47388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05" name="Straight Arrow Connector 268">
            <a:extLst>
              <a:ext uri="{FF2B5EF4-FFF2-40B4-BE49-F238E27FC236}">
                <a16:creationId xmlns:a16="http://schemas.microsoft.com/office/drawing/2014/main" id="{9BF156CB-D668-9031-9E28-771CDA3058A4}"/>
              </a:ext>
            </a:extLst>
          </p:cNvPr>
          <p:cNvCxnSpPr>
            <a:cxnSpLocks/>
            <a:stCxn id="300" idx="2"/>
            <a:endCxn id="298" idx="0"/>
          </p:cNvCxnSpPr>
          <p:nvPr/>
        </p:nvCxnSpPr>
        <p:spPr>
          <a:xfrm rot="16200000" flipH="1">
            <a:off x="7863678" y="1980429"/>
            <a:ext cx="398899" cy="56149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08" name="Straight Arrow Connector 268">
            <a:extLst>
              <a:ext uri="{FF2B5EF4-FFF2-40B4-BE49-F238E27FC236}">
                <a16:creationId xmlns:a16="http://schemas.microsoft.com/office/drawing/2014/main" id="{DC678F19-553F-8C8D-EB94-81C40732D29D}"/>
              </a:ext>
            </a:extLst>
          </p:cNvPr>
          <p:cNvCxnSpPr>
            <a:cxnSpLocks/>
            <a:stCxn id="298" idx="2"/>
            <a:endCxn id="280" idx="0"/>
          </p:cNvCxnSpPr>
          <p:nvPr/>
        </p:nvCxnSpPr>
        <p:spPr>
          <a:xfrm rot="5400000">
            <a:off x="7905030" y="2694204"/>
            <a:ext cx="453101" cy="424587"/>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11" name="Straight Arrow Connector 268">
            <a:extLst>
              <a:ext uri="{FF2B5EF4-FFF2-40B4-BE49-F238E27FC236}">
                <a16:creationId xmlns:a16="http://schemas.microsoft.com/office/drawing/2014/main" id="{48FD4B67-18D8-6813-1C77-046130796E02}"/>
              </a:ext>
            </a:extLst>
          </p:cNvPr>
          <p:cNvCxnSpPr>
            <a:cxnSpLocks/>
            <a:stCxn id="280" idx="2"/>
            <a:endCxn id="270" idx="3"/>
          </p:cNvCxnSpPr>
          <p:nvPr/>
        </p:nvCxnSpPr>
        <p:spPr>
          <a:xfrm rot="16200000" flipH="1">
            <a:off x="7115742" y="4297688"/>
            <a:ext cx="2237508" cy="630421"/>
          </a:xfrm>
          <a:prstGeom prst="curvedConnector4">
            <a:avLst>
              <a:gd name="adj1" fmla="val 43115"/>
              <a:gd name="adj2" fmla="val 137869"/>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068" name="Groupe 2067">
            <a:extLst>
              <a:ext uri="{FF2B5EF4-FFF2-40B4-BE49-F238E27FC236}">
                <a16:creationId xmlns:a16="http://schemas.microsoft.com/office/drawing/2014/main" id="{5A88A130-6959-B13B-3848-C9E8AC5B32D5}"/>
              </a:ext>
            </a:extLst>
          </p:cNvPr>
          <p:cNvGrpSpPr>
            <a:grpSpLocks/>
          </p:cNvGrpSpPr>
          <p:nvPr/>
        </p:nvGrpSpPr>
        <p:grpSpPr>
          <a:xfrm>
            <a:off x="4721861" y="4170580"/>
            <a:ext cx="2552323" cy="799462"/>
            <a:chOff x="6167958" y="5658212"/>
            <a:chExt cx="2552323" cy="799462"/>
          </a:xfrm>
        </p:grpSpPr>
        <p:sp>
          <p:nvSpPr>
            <p:cNvPr id="375" name="Rectangle 374">
              <a:extLst>
                <a:ext uri="{FF2B5EF4-FFF2-40B4-BE49-F238E27FC236}">
                  <a16:creationId xmlns:a16="http://schemas.microsoft.com/office/drawing/2014/main" id="{AC1175D7-ACA5-7500-A2AD-1AA9E19A57A0}"/>
                </a:ext>
              </a:extLst>
            </p:cNvPr>
            <p:cNvSpPr>
              <a:spLocks/>
            </p:cNvSpPr>
            <p:nvPr/>
          </p:nvSpPr>
          <p:spPr>
            <a:xfrm>
              <a:off x="6242127" y="5695791"/>
              <a:ext cx="2478154" cy="761883"/>
            </a:xfrm>
            <a:prstGeom prst="rect">
              <a:avLst/>
            </a:prstGeom>
            <a:solidFill>
              <a:schemeClr val="accent4">
                <a:lumMod val="20000"/>
                <a:lumOff val="80000"/>
              </a:schemeClr>
            </a:solid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a:p>
          </p:txBody>
        </p:sp>
        <p:sp>
          <p:nvSpPr>
            <p:cNvPr id="376" name="ZoneTexte 375">
              <a:extLst>
                <a:ext uri="{FF2B5EF4-FFF2-40B4-BE49-F238E27FC236}">
                  <a16:creationId xmlns:a16="http://schemas.microsoft.com/office/drawing/2014/main" id="{E4412B01-D268-C272-DBB8-61DE14302174}"/>
                </a:ext>
              </a:extLst>
            </p:cNvPr>
            <p:cNvSpPr txBox="1">
              <a:spLocks/>
            </p:cNvSpPr>
            <p:nvPr/>
          </p:nvSpPr>
          <p:spPr>
            <a:xfrm>
              <a:off x="6167958" y="5658212"/>
              <a:ext cx="2019216" cy="307777"/>
            </a:xfrm>
            <a:prstGeom prst="rect">
              <a:avLst/>
            </a:prstGeom>
            <a:noFill/>
          </p:spPr>
          <p:txBody>
            <a:bodyPr wrap="square" rtlCol="0">
              <a:spAutoFit/>
            </a:bodyPr>
            <a:lstStyle/>
            <a:p>
              <a:r>
                <a:rPr lang="fr-CA" sz="1400" dirty="0" err="1"/>
                <a:t>mod_export</a:t>
              </a:r>
              <a:endParaRPr lang="fr-CA" sz="1400" dirty="0"/>
            </a:p>
          </p:txBody>
        </p:sp>
        <p:grpSp>
          <p:nvGrpSpPr>
            <p:cNvPr id="414" name="Groupe 413">
              <a:extLst>
                <a:ext uri="{FF2B5EF4-FFF2-40B4-BE49-F238E27FC236}">
                  <a16:creationId xmlns:a16="http://schemas.microsoft.com/office/drawing/2014/main" id="{F9DD8551-BC33-9779-A4BD-AE80CE70078C}"/>
                </a:ext>
              </a:extLst>
            </p:cNvPr>
            <p:cNvGrpSpPr>
              <a:grpSpLocks/>
            </p:cNvGrpSpPr>
            <p:nvPr/>
          </p:nvGrpSpPr>
          <p:grpSpPr>
            <a:xfrm>
              <a:off x="7223363" y="6002479"/>
              <a:ext cx="1337183" cy="416203"/>
              <a:chOff x="9400444" y="5794118"/>
              <a:chExt cx="1337183" cy="416203"/>
            </a:xfrm>
          </p:grpSpPr>
          <p:grpSp>
            <p:nvGrpSpPr>
              <p:cNvPr id="409" name="Groupe 408">
                <a:extLst>
                  <a:ext uri="{FF2B5EF4-FFF2-40B4-BE49-F238E27FC236}">
                    <a16:creationId xmlns:a16="http://schemas.microsoft.com/office/drawing/2014/main" id="{C1DFCAF9-01CB-EC94-B0CC-564BBEA080C8}"/>
                  </a:ext>
                </a:extLst>
              </p:cNvPr>
              <p:cNvGrpSpPr>
                <a:grpSpLocks/>
              </p:cNvGrpSpPr>
              <p:nvPr/>
            </p:nvGrpSpPr>
            <p:grpSpPr>
              <a:xfrm>
                <a:off x="9440491" y="5794118"/>
                <a:ext cx="1297136" cy="416203"/>
                <a:chOff x="4083907" y="1248465"/>
                <a:chExt cx="1297136" cy="416203"/>
              </a:xfrm>
            </p:grpSpPr>
            <p:sp>
              <p:nvSpPr>
                <p:cNvPr id="410" name="Rectangle: Rounded Corners 292">
                  <a:extLst>
                    <a:ext uri="{FF2B5EF4-FFF2-40B4-BE49-F238E27FC236}">
                      <a16:creationId xmlns:a16="http://schemas.microsoft.com/office/drawing/2014/main" id="{2B9882F9-2BCB-7E2E-F13C-23DF240B4B5E}"/>
                    </a:ext>
                  </a:extLst>
                </p:cNvPr>
                <p:cNvSpPr>
                  <a:spLocks/>
                </p:cNvSpPr>
                <p:nvPr/>
              </p:nvSpPr>
              <p:spPr>
                <a:xfrm>
                  <a:off x="4083907" y="1248465"/>
                  <a:ext cx="1297136" cy="393322"/>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sp>
              <p:nvSpPr>
                <p:cNvPr id="413" name="TextBox 132">
                  <a:extLst>
                    <a:ext uri="{FF2B5EF4-FFF2-40B4-BE49-F238E27FC236}">
                      <a16:creationId xmlns:a16="http://schemas.microsoft.com/office/drawing/2014/main" id="{05474A20-AE98-C2B1-8D6C-4FE81CDE9FBA}"/>
                    </a:ext>
                  </a:extLst>
                </p:cNvPr>
                <p:cNvSpPr txBox="1">
                  <a:spLocks/>
                </p:cNvSpPr>
                <p:nvPr/>
              </p:nvSpPr>
              <p:spPr>
                <a:xfrm>
                  <a:off x="4406323" y="1264558"/>
                  <a:ext cx="974720" cy="400110"/>
                </a:xfrm>
                <a:prstGeom prst="rect">
                  <a:avLst/>
                </a:prstGeom>
                <a:noFill/>
              </p:spPr>
              <p:txBody>
                <a:bodyPr wrap="square" rtlCol="0">
                  <a:spAutoFit/>
                </a:bodyPr>
                <a:lstStyle/>
                <a:p>
                  <a:r>
                    <a:rPr lang="fr-CA" sz="1000" dirty="0"/>
                    <a:t>resultats_OER.docx</a:t>
                  </a:r>
                </a:p>
              </p:txBody>
            </p:sp>
          </p:grpSp>
          <p:pic>
            <p:nvPicPr>
              <p:cNvPr id="2050" name="Picture 2" descr="Microsoft Word Logo : histoire, signification de l'emblème">
                <a:extLst>
                  <a:ext uri="{FF2B5EF4-FFF2-40B4-BE49-F238E27FC236}">
                    <a16:creationId xmlns:a16="http://schemas.microsoft.com/office/drawing/2014/main" id="{8E2B004F-2393-03D1-E153-1A9D95AA3BA2}"/>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400444" y="5860531"/>
                <a:ext cx="463104" cy="26049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16" name="Groupe 415">
              <a:extLst>
                <a:ext uri="{FF2B5EF4-FFF2-40B4-BE49-F238E27FC236}">
                  <a16:creationId xmlns:a16="http://schemas.microsoft.com/office/drawing/2014/main" id="{2FA6BC4A-E683-1CD7-B9AF-95B3624A9FA8}"/>
                </a:ext>
              </a:extLst>
            </p:cNvPr>
            <p:cNvGrpSpPr>
              <a:grpSpLocks/>
            </p:cNvGrpSpPr>
            <p:nvPr/>
          </p:nvGrpSpPr>
          <p:grpSpPr>
            <a:xfrm>
              <a:off x="6327011" y="6085885"/>
              <a:ext cx="741521" cy="250890"/>
              <a:chOff x="1721461" y="1834916"/>
              <a:chExt cx="741521" cy="250890"/>
            </a:xfrm>
          </p:grpSpPr>
          <p:sp>
            <p:nvSpPr>
              <p:cNvPr id="417" name="Rectangle: Rounded Corners 292">
                <a:extLst>
                  <a:ext uri="{FF2B5EF4-FFF2-40B4-BE49-F238E27FC236}">
                    <a16:creationId xmlns:a16="http://schemas.microsoft.com/office/drawing/2014/main" id="{E71B327F-30B2-0850-51AD-0D698DFE8326}"/>
                  </a:ext>
                </a:extLst>
              </p:cNvPr>
              <p:cNvSpPr>
                <a:spLocks/>
              </p:cNvSpPr>
              <p:nvPr/>
            </p:nvSpPr>
            <p:spPr>
              <a:xfrm>
                <a:off x="1721461" y="1837329"/>
                <a:ext cx="678262" cy="248477"/>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nvGrpSpPr>
              <p:cNvPr id="418" name="Groupe 417">
                <a:extLst>
                  <a:ext uri="{FF2B5EF4-FFF2-40B4-BE49-F238E27FC236}">
                    <a16:creationId xmlns:a16="http://schemas.microsoft.com/office/drawing/2014/main" id="{FFD6702D-E763-EFFB-EE1A-C0ED9D9A086F}"/>
                  </a:ext>
                </a:extLst>
              </p:cNvPr>
              <p:cNvGrpSpPr>
                <a:grpSpLocks/>
              </p:cNvGrpSpPr>
              <p:nvPr/>
            </p:nvGrpSpPr>
            <p:grpSpPr>
              <a:xfrm>
                <a:off x="1750886" y="1834916"/>
                <a:ext cx="712096" cy="246221"/>
                <a:chOff x="413852" y="3168571"/>
                <a:chExt cx="712096" cy="246221"/>
              </a:xfrm>
            </p:grpSpPr>
            <p:pic>
              <p:nvPicPr>
                <p:cNvPr id="419" name="Image 418">
                  <a:extLst>
                    <a:ext uri="{FF2B5EF4-FFF2-40B4-BE49-F238E27FC236}">
                      <a16:creationId xmlns:a16="http://schemas.microsoft.com/office/drawing/2014/main" id="{EEC9A5F9-2598-9AB0-EB94-35B08A9CB160}"/>
                    </a:ext>
                  </a:extLst>
                </p:cNvPr>
                <p:cNvPicPr>
                  <a:picLocks noChangeAspect="1"/>
                </p:cNvPicPr>
                <p:nvPr/>
              </p:nvPicPr>
              <p:blipFill>
                <a:blip r:embed="rId13">
                  <a:duotone>
                    <a:prstClr val="black"/>
                    <a:schemeClr val="tx2">
                      <a:tint val="45000"/>
                      <a:satMod val="400000"/>
                    </a:schemeClr>
                  </a:duotone>
                  <a:extLst>
                    <a:ext uri="{BEBA8EAE-BF5A-486C-A8C5-ECC9F3942E4B}">
                      <a14:imgProps xmlns:a14="http://schemas.microsoft.com/office/drawing/2010/main">
                        <a14:imgLayer r:embed="rId14">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413852" y="3198958"/>
                  <a:ext cx="207992" cy="207992"/>
                </a:xfrm>
                <a:prstGeom prst="rect">
                  <a:avLst/>
                </a:prstGeom>
              </p:spPr>
            </p:pic>
            <p:sp>
              <p:nvSpPr>
                <p:cNvPr id="420" name="TextBox 132">
                  <a:extLst>
                    <a:ext uri="{FF2B5EF4-FFF2-40B4-BE49-F238E27FC236}">
                      <a16:creationId xmlns:a16="http://schemas.microsoft.com/office/drawing/2014/main" id="{B43743BC-5637-3EA7-EA69-55ADF5166B29}"/>
                    </a:ext>
                  </a:extLst>
                </p:cNvPr>
                <p:cNvSpPr txBox="1">
                  <a:spLocks/>
                </p:cNvSpPr>
                <p:nvPr/>
              </p:nvSpPr>
              <p:spPr>
                <a:xfrm>
                  <a:off x="520754" y="3168571"/>
                  <a:ext cx="605194" cy="246221"/>
                </a:xfrm>
                <a:prstGeom prst="rect">
                  <a:avLst/>
                </a:prstGeom>
                <a:noFill/>
              </p:spPr>
              <p:txBody>
                <a:bodyPr wrap="square" rtlCol="0">
                  <a:spAutoFit/>
                </a:bodyPr>
                <a:lstStyle/>
                <a:p>
                  <a:r>
                    <a:rPr lang="fr-CA" sz="1000" dirty="0"/>
                    <a:t>report</a:t>
                  </a:r>
                </a:p>
              </p:txBody>
            </p:sp>
          </p:grpSp>
        </p:grpSp>
      </p:grpSp>
      <p:cxnSp>
        <p:nvCxnSpPr>
          <p:cNvPr id="428" name="Straight Arrow Connector 268">
            <a:extLst>
              <a:ext uri="{FF2B5EF4-FFF2-40B4-BE49-F238E27FC236}">
                <a16:creationId xmlns:a16="http://schemas.microsoft.com/office/drawing/2014/main" id="{B789B174-2D40-1B89-31E5-8ACEE493BE78}"/>
              </a:ext>
            </a:extLst>
          </p:cNvPr>
          <p:cNvCxnSpPr>
            <a:cxnSpLocks/>
            <a:stCxn id="270" idx="1"/>
            <a:endCxn id="375" idx="2"/>
          </p:cNvCxnSpPr>
          <p:nvPr/>
        </p:nvCxnSpPr>
        <p:spPr>
          <a:xfrm rot="10800000">
            <a:off x="6035107" y="4970043"/>
            <a:ext cx="838660" cy="761611"/>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32" name="Straight Arrow Connector 268">
            <a:extLst>
              <a:ext uri="{FF2B5EF4-FFF2-40B4-BE49-F238E27FC236}">
                <a16:creationId xmlns:a16="http://schemas.microsoft.com/office/drawing/2014/main" id="{94BCF815-042F-BC14-7211-72478E252440}"/>
              </a:ext>
            </a:extLst>
          </p:cNvPr>
          <p:cNvCxnSpPr>
            <a:cxnSpLocks/>
            <a:stCxn id="35" idx="3"/>
            <a:endCxn id="375" idx="0"/>
          </p:cNvCxnSpPr>
          <p:nvPr/>
        </p:nvCxnSpPr>
        <p:spPr>
          <a:xfrm flipH="1">
            <a:off x="6035107" y="2411868"/>
            <a:ext cx="544116" cy="1796291"/>
          </a:xfrm>
          <a:prstGeom prst="curvedConnector4">
            <a:avLst>
              <a:gd name="adj1" fmla="val -42013"/>
              <a:gd name="adj2" fmla="val 84054"/>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35" name="Straight Arrow Connector 268">
            <a:extLst>
              <a:ext uri="{FF2B5EF4-FFF2-40B4-BE49-F238E27FC236}">
                <a16:creationId xmlns:a16="http://schemas.microsoft.com/office/drawing/2014/main" id="{3EF23187-7673-A9BD-3D98-C00CE15D56A0}"/>
              </a:ext>
            </a:extLst>
          </p:cNvPr>
          <p:cNvCxnSpPr>
            <a:cxnSpLocks/>
            <a:stCxn id="215" idx="3"/>
            <a:endCxn id="375" idx="1"/>
          </p:cNvCxnSpPr>
          <p:nvPr/>
        </p:nvCxnSpPr>
        <p:spPr>
          <a:xfrm>
            <a:off x="2015741" y="4347098"/>
            <a:ext cx="2780289" cy="24200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39" name="Straight Arrow Connector 268">
            <a:extLst>
              <a:ext uri="{FF2B5EF4-FFF2-40B4-BE49-F238E27FC236}">
                <a16:creationId xmlns:a16="http://schemas.microsoft.com/office/drawing/2014/main" id="{9D1BD6F5-E84F-9933-EF3B-446F6A2CB07E}"/>
              </a:ext>
            </a:extLst>
          </p:cNvPr>
          <p:cNvCxnSpPr>
            <a:cxnSpLocks/>
            <a:stCxn id="35" idx="2"/>
            <a:endCxn id="315" idx="0"/>
          </p:cNvCxnSpPr>
          <p:nvPr/>
        </p:nvCxnSpPr>
        <p:spPr>
          <a:xfrm rot="5400000">
            <a:off x="3443767" y="3691831"/>
            <a:ext cx="1729932" cy="1616830"/>
          </a:xfrm>
          <a:prstGeom prst="curvedConnector3">
            <a:avLst>
              <a:gd name="adj1" fmla="val 36941"/>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42" name="Straight Arrow Connector 268">
            <a:extLst>
              <a:ext uri="{FF2B5EF4-FFF2-40B4-BE49-F238E27FC236}">
                <a16:creationId xmlns:a16="http://schemas.microsoft.com/office/drawing/2014/main" id="{AF9546B7-82B3-EA84-CDF8-0D044616C146}"/>
              </a:ext>
            </a:extLst>
          </p:cNvPr>
          <p:cNvCxnSpPr>
            <a:cxnSpLocks/>
            <a:stCxn id="270" idx="1"/>
            <a:endCxn id="315" idx="3"/>
          </p:cNvCxnSpPr>
          <p:nvPr/>
        </p:nvCxnSpPr>
        <p:spPr>
          <a:xfrm rot="10800000" flipV="1">
            <a:off x="4934291" y="5731653"/>
            <a:ext cx="1939477" cy="277066"/>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45" name="Straight Arrow Connector 268">
            <a:extLst>
              <a:ext uri="{FF2B5EF4-FFF2-40B4-BE49-F238E27FC236}">
                <a16:creationId xmlns:a16="http://schemas.microsoft.com/office/drawing/2014/main" id="{F1B283D9-11CA-EAE6-4FB0-034AADAF7C28}"/>
              </a:ext>
            </a:extLst>
          </p:cNvPr>
          <p:cNvCxnSpPr>
            <a:cxnSpLocks/>
            <a:stCxn id="127" idx="2"/>
            <a:endCxn id="315" idx="2"/>
          </p:cNvCxnSpPr>
          <p:nvPr/>
        </p:nvCxnSpPr>
        <p:spPr>
          <a:xfrm rot="5400000">
            <a:off x="5180298" y="1453486"/>
            <a:ext cx="3518760" cy="6878719"/>
          </a:xfrm>
          <a:prstGeom prst="curvedConnector3">
            <a:avLst>
              <a:gd name="adj1" fmla="val 104051"/>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048" name="Straight Arrow Connector 268">
            <a:extLst>
              <a:ext uri="{FF2B5EF4-FFF2-40B4-BE49-F238E27FC236}">
                <a16:creationId xmlns:a16="http://schemas.microsoft.com/office/drawing/2014/main" id="{FA9E09D8-0601-17BC-D23C-66C70ED58C0E}"/>
              </a:ext>
            </a:extLst>
          </p:cNvPr>
          <p:cNvCxnSpPr>
            <a:cxnSpLocks/>
            <a:stCxn id="215" idx="2"/>
            <a:endCxn id="315" idx="1"/>
          </p:cNvCxnSpPr>
          <p:nvPr/>
        </p:nvCxnSpPr>
        <p:spPr>
          <a:xfrm rot="16200000" flipH="1">
            <a:off x="1227656" y="5170029"/>
            <a:ext cx="697783" cy="979595"/>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112" name="Groupe 2111">
            <a:extLst>
              <a:ext uri="{FF2B5EF4-FFF2-40B4-BE49-F238E27FC236}">
                <a16:creationId xmlns:a16="http://schemas.microsoft.com/office/drawing/2014/main" id="{DCF8F375-0375-8D32-2BA6-925BA2876828}"/>
              </a:ext>
            </a:extLst>
          </p:cNvPr>
          <p:cNvGrpSpPr>
            <a:grpSpLocks/>
          </p:cNvGrpSpPr>
          <p:nvPr/>
        </p:nvGrpSpPr>
        <p:grpSpPr>
          <a:xfrm>
            <a:off x="6873767" y="5251641"/>
            <a:ext cx="1991169" cy="788105"/>
            <a:chOff x="6873767" y="5251641"/>
            <a:chExt cx="1991169" cy="788105"/>
          </a:xfrm>
        </p:grpSpPr>
        <p:grpSp>
          <p:nvGrpSpPr>
            <p:cNvPr id="262" name="Groupe 261">
              <a:extLst>
                <a:ext uri="{FF2B5EF4-FFF2-40B4-BE49-F238E27FC236}">
                  <a16:creationId xmlns:a16="http://schemas.microsoft.com/office/drawing/2014/main" id="{4A90849F-D945-8870-8DBE-18D23D28BC4A}"/>
                </a:ext>
              </a:extLst>
            </p:cNvPr>
            <p:cNvGrpSpPr>
              <a:grpSpLocks/>
            </p:cNvGrpSpPr>
            <p:nvPr/>
          </p:nvGrpSpPr>
          <p:grpSpPr>
            <a:xfrm>
              <a:off x="6873767" y="5423560"/>
              <a:ext cx="1675940" cy="616186"/>
              <a:chOff x="7431801" y="4178844"/>
              <a:chExt cx="1675940" cy="616186"/>
            </a:xfrm>
          </p:grpSpPr>
          <p:grpSp>
            <p:nvGrpSpPr>
              <p:cNvPr id="263" name="Groupe 262">
                <a:extLst>
                  <a:ext uri="{FF2B5EF4-FFF2-40B4-BE49-F238E27FC236}">
                    <a16:creationId xmlns:a16="http://schemas.microsoft.com/office/drawing/2014/main" id="{0C0E716E-80EA-36B9-7ABE-38AA08DDAEC4}"/>
                  </a:ext>
                </a:extLst>
              </p:cNvPr>
              <p:cNvGrpSpPr>
                <a:grpSpLocks/>
              </p:cNvGrpSpPr>
              <p:nvPr/>
            </p:nvGrpSpPr>
            <p:grpSpPr>
              <a:xfrm>
                <a:off x="7431801" y="4178844"/>
                <a:ext cx="1675940" cy="616186"/>
                <a:chOff x="8963693" y="2502169"/>
                <a:chExt cx="1675940" cy="616186"/>
              </a:xfrm>
            </p:grpSpPr>
            <p:grpSp>
              <p:nvGrpSpPr>
                <p:cNvPr id="265" name="Groupe 264">
                  <a:extLst>
                    <a:ext uri="{FF2B5EF4-FFF2-40B4-BE49-F238E27FC236}">
                      <a16:creationId xmlns:a16="http://schemas.microsoft.com/office/drawing/2014/main" id="{3F275378-F467-1972-0ED7-97A280A67150}"/>
                    </a:ext>
                  </a:extLst>
                </p:cNvPr>
                <p:cNvGrpSpPr>
                  <a:grpSpLocks/>
                </p:cNvGrpSpPr>
                <p:nvPr/>
              </p:nvGrpSpPr>
              <p:grpSpPr>
                <a:xfrm>
                  <a:off x="8963693" y="2502169"/>
                  <a:ext cx="1675940" cy="616186"/>
                  <a:chOff x="9860316" y="4533514"/>
                  <a:chExt cx="1675940" cy="616186"/>
                </a:xfrm>
              </p:grpSpPr>
              <p:grpSp>
                <p:nvGrpSpPr>
                  <p:cNvPr id="267" name="Groupe 266">
                    <a:extLst>
                      <a:ext uri="{FF2B5EF4-FFF2-40B4-BE49-F238E27FC236}">
                        <a16:creationId xmlns:a16="http://schemas.microsoft.com/office/drawing/2014/main" id="{AE11D496-1662-A06E-9C0E-CB04DCC8D38C}"/>
                      </a:ext>
                    </a:extLst>
                  </p:cNvPr>
                  <p:cNvGrpSpPr>
                    <a:grpSpLocks/>
                  </p:cNvGrpSpPr>
                  <p:nvPr/>
                </p:nvGrpSpPr>
                <p:grpSpPr>
                  <a:xfrm>
                    <a:off x="9860316" y="4533514"/>
                    <a:ext cx="1675940" cy="616186"/>
                    <a:chOff x="416070" y="2029298"/>
                    <a:chExt cx="1675940" cy="616186"/>
                  </a:xfrm>
                </p:grpSpPr>
                <p:sp>
                  <p:nvSpPr>
                    <p:cNvPr id="270" name="Rectangle: Rounded Corners 292">
                      <a:extLst>
                        <a:ext uri="{FF2B5EF4-FFF2-40B4-BE49-F238E27FC236}">
                          <a16:creationId xmlns:a16="http://schemas.microsoft.com/office/drawing/2014/main" id="{353AFF41-DD34-7C0A-284B-62759BA8F8BD}"/>
                        </a:ext>
                      </a:extLst>
                    </p:cNvPr>
                    <p:cNvSpPr>
                      <a:spLocks/>
                    </p:cNvSpPr>
                    <p:nvPr/>
                  </p:nvSpPr>
                  <p:spPr>
                    <a:xfrm>
                      <a:off x="416070" y="2029298"/>
                      <a:ext cx="1675940" cy="616186"/>
                    </a:xfrm>
                    <a:prstGeom prst="roundRect">
                      <a:avLst>
                        <a:gd name="adj" fmla="val 5099"/>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269" name="Groupe 268">
                      <a:extLst>
                        <a:ext uri="{FF2B5EF4-FFF2-40B4-BE49-F238E27FC236}">
                          <a16:creationId xmlns:a16="http://schemas.microsoft.com/office/drawing/2014/main" id="{05AF1267-6702-567B-27BD-4F82F7DF45F5}"/>
                        </a:ext>
                      </a:extLst>
                    </p:cNvPr>
                    <p:cNvGrpSpPr>
                      <a:grpSpLocks/>
                    </p:cNvGrpSpPr>
                    <p:nvPr/>
                  </p:nvGrpSpPr>
                  <p:grpSpPr>
                    <a:xfrm>
                      <a:off x="416070" y="2029298"/>
                      <a:ext cx="1094790" cy="331243"/>
                      <a:chOff x="780703" y="5853141"/>
                      <a:chExt cx="1094790" cy="331243"/>
                    </a:xfrm>
                  </p:grpSpPr>
                  <p:pic>
                    <p:nvPicPr>
                      <p:cNvPr id="271" name="Graphique 270" descr="Presse-papiers vérifié avec un remplissage uni">
                        <a:extLst>
                          <a:ext uri="{FF2B5EF4-FFF2-40B4-BE49-F238E27FC236}">
                            <a16:creationId xmlns:a16="http://schemas.microsoft.com/office/drawing/2014/main" id="{D63C1596-A2E1-972F-7D00-ADD5C4A216B0}"/>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80703" y="5853141"/>
                        <a:ext cx="331243" cy="331243"/>
                      </a:xfrm>
                      <a:prstGeom prst="rect">
                        <a:avLst/>
                      </a:prstGeom>
                    </p:spPr>
                  </p:pic>
                  <p:sp>
                    <p:nvSpPr>
                      <p:cNvPr id="272" name="TextBox 132">
                        <a:extLst>
                          <a:ext uri="{FF2B5EF4-FFF2-40B4-BE49-F238E27FC236}">
                            <a16:creationId xmlns:a16="http://schemas.microsoft.com/office/drawing/2014/main" id="{F63CC45C-79B3-4EAF-E928-5DCFE9A9A98C}"/>
                          </a:ext>
                        </a:extLst>
                      </p:cNvPr>
                      <p:cNvSpPr txBox="1">
                        <a:spLocks/>
                      </p:cNvSpPr>
                      <p:nvPr/>
                    </p:nvSpPr>
                    <p:spPr>
                      <a:xfrm>
                        <a:off x="981298" y="5940230"/>
                        <a:ext cx="894195" cy="184666"/>
                      </a:xfrm>
                      <a:prstGeom prst="rect">
                        <a:avLst/>
                      </a:prstGeom>
                      <a:noFill/>
                    </p:spPr>
                    <p:txBody>
                      <a:bodyPr wrap="square" rtlCol="0">
                        <a:spAutoFit/>
                      </a:bodyPr>
                      <a:lstStyle/>
                      <a:p>
                        <a:r>
                          <a:rPr lang="fr-CA" sz="600" dirty="0"/>
                          <a:t>lac1_charge_rejet</a:t>
                        </a:r>
                      </a:p>
                    </p:txBody>
                  </p:sp>
                </p:grpSp>
              </p:grpSp>
              <p:cxnSp>
                <p:nvCxnSpPr>
                  <p:cNvPr id="268" name="Straight Arrow Connector 268">
                    <a:extLst>
                      <a:ext uri="{FF2B5EF4-FFF2-40B4-BE49-F238E27FC236}">
                        <a16:creationId xmlns:a16="http://schemas.microsoft.com/office/drawing/2014/main" id="{D089AE6C-524D-2001-35CD-BBF935410125}"/>
                      </a:ext>
                    </a:extLst>
                  </p:cNvPr>
                  <p:cNvCxnSpPr>
                    <a:cxnSpLocks/>
                    <a:stCxn id="271"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266" name="ZoneTexte 265">
                  <a:extLst>
                    <a:ext uri="{FF2B5EF4-FFF2-40B4-BE49-F238E27FC236}">
                      <a16:creationId xmlns:a16="http://schemas.microsoft.com/office/drawing/2014/main" id="{7920AA82-08B5-AED8-BC68-A78D9F101B1C}"/>
                    </a:ext>
                  </a:extLst>
                </p:cNvPr>
                <p:cNvSpPr txBox="1">
                  <a:spLocks/>
                </p:cNvSpPr>
                <p:nvPr/>
              </p:nvSpPr>
              <p:spPr>
                <a:xfrm>
                  <a:off x="9490401" y="2869063"/>
                  <a:ext cx="1149232" cy="200055"/>
                </a:xfrm>
                <a:prstGeom prst="rect">
                  <a:avLst/>
                </a:prstGeom>
                <a:noFill/>
              </p:spPr>
              <p:txBody>
                <a:bodyPr wrap="square" rtlCol="0">
                  <a:spAutoFit/>
                </a:bodyPr>
                <a:lstStyle/>
                <a:p>
                  <a:r>
                    <a:rPr lang="fr-CA" sz="700" dirty="0" err="1"/>
                    <a:t>charge_rejet_kg_annuel</a:t>
                  </a:r>
                  <a:r>
                    <a:rPr lang="fr-CA" sz="700" dirty="0"/>
                    <a:t>()</a:t>
                  </a:r>
                </a:p>
              </p:txBody>
            </p:sp>
          </p:grpSp>
          <p:pic>
            <p:nvPicPr>
              <p:cNvPr id="264" name="Graphique 263" descr="Presse-papiers vérifié avec un remplissage uni">
                <a:extLst>
                  <a:ext uri="{FF2B5EF4-FFF2-40B4-BE49-F238E27FC236}">
                    <a16:creationId xmlns:a16="http://schemas.microsoft.com/office/drawing/2014/main" id="{E5E4840D-D9EA-2B49-2164-A90CBF155EC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701752" y="4463787"/>
                <a:ext cx="331243" cy="331243"/>
              </a:xfrm>
              <a:prstGeom prst="rect">
                <a:avLst/>
              </a:prstGeom>
            </p:spPr>
          </p:pic>
        </p:grpSp>
        <p:sp>
          <p:nvSpPr>
            <p:cNvPr id="2111" name="ZoneTexte 2110">
              <a:extLst>
                <a:ext uri="{FF2B5EF4-FFF2-40B4-BE49-F238E27FC236}">
                  <a16:creationId xmlns:a16="http://schemas.microsoft.com/office/drawing/2014/main" id="{9BE67DCE-8470-62A2-0190-42E29E38DD59}"/>
                </a:ext>
              </a:extLst>
            </p:cNvPr>
            <p:cNvSpPr txBox="1">
              <a:spLocks/>
            </p:cNvSpPr>
            <p:nvPr/>
          </p:nvSpPr>
          <p:spPr>
            <a:xfrm>
              <a:off x="7715704" y="5251641"/>
              <a:ext cx="1149232" cy="369332"/>
            </a:xfrm>
            <a:prstGeom prst="rect">
              <a:avLst/>
            </a:prstGeom>
            <a:noFill/>
          </p:spPr>
          <p:txBody>
            <a:bodyPr wrap="square" rtlCol="0">
              <a:spAutoFit/>
            </a:bodyPr>
            <a:lstStyle/>
            <a:p>
              <a:r>
                <a:rPr lang="fr-CA" sz="900" i="1" dirty="0"/>
                <a:t>Liste de liste de réactifs</a:t>
              </a:r>
            </a:p>
          </p:txBody>
        </p:sp>
      </p:grpSp>
      <p:grpSp>
        <p:nvGrpSpPr>
          <p:cNvPr id="22" name="Groupe 21">
            <a:extLst>
              <a:ext uri="{FF2B5EF4-FFF2-40B4-BE49-F238E27FC236}">
                <a16:creationId xmlns:a16="http://schemas.microsoft.com/office/drawing/2014/main" id="{44300DDC-F003-1D1B-B0CE-4F35AA154BAF}"/>
              </a:ext>
            </a:extLst>
          </p:cNvPr>
          <p:cNvGrpSpPr/>
          <p:nvPr/>
        </p:nvGrpSpPr>
        <p:grpSpPr>
          <a:xfrm>
            <a:off x="11220974" y="4978501"/>
            <a:ext cx="901719" cy="234536"/>
            <a:chOff x="814800" y="3911539"/>
            <a:chExt cx="901719" cy="234536"/>
          </a:xfrm>
        </p:grpSpPr>
        <p:sp>
          <p:nvSpPr>
            <p:cNvPr id="44" name="TextBox 132">
              <a:extLst>
                <a:ext uri="{FF2B5EF4-FFF2-40B4-BE49-F238E27FC236}">
                  <a16:creationId xmlns:a16="http://schemas.microsoft.com/office/drawing/2014/main" id="{67F7EBFE-FD6D-EBFE-CCA4-BDAD660131D8}"/>
                </a:ext>
              </a:extLst>
            </p:cNvPr>
            <p:cNvSpPr txBox="1"/>
            <p:nvPr/>
          </p:nvSpPr>
          <p:spPr>
            <a:xfrm>
              <a:off x="955705" y="3950299"/>
              <a:ext cx="760814" cy="169277"/>
            </a:xfrm>
            <a:prstGeom prst="rect">
              <a:avLst/>
            </a:prstGeom>
            <a:noFill/>
          </p:spPr>
          <p:txBody>
            <a:bodyPr wrap="square" rtlCol="0">
              <a:spAutoFit/>
            </a:bodyPr>
            <a:lstStyle/>
            <a:p>
              <a:r>
                <a:rPr lang="fr-CA" sz="500" dirty="0" err="1"/>
                <a:t>Vector</a:t>
              </a:r>
              <a:endParaRPr lang="fr-CA" sz="500" dirty="0"/>
            </a:p>
          </p:txBody>
        </p:sp>
        <p:pic>
          <p:nvPicPr>
            <p:cNvPr id="45" name="Image 44">
              <a:extLst>
                <a:ext uri="{FF2B5EF4-FFF2-40B4-BE49-F238E27FC236}">
                  <a16:creationId xmlns:a16="http://schemas.microsoft.com/office/drawing/2014/main" id="{01516879-8AB6-BDE2-5EB8-52878A1081AA}"/>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nvGrpSpPr>
          <p:cNvPr id="47" name="Groupe 46">
            <a:extLst>
              <a:ext uri="{FF2B5EF4-FFF2-40B4-BE49-F238E27FC236}">
                <a16:creationId xmlns:a16="http://schemas.microsoft.com/office/drawing/2014/main" id="{67AFEA69-5606-5B90-CAEE-334F99E79AC4}"/>
              </a:ext>
            </a:extLst>
          </p:cNvPr>
          <p:cNvGrpSpPr/>
          <p:nvPr/>
        </p:nvGrpSpPr>
        <p:grpSpPr>
          <a:xfrm>
            <a:off x="11220974" y="5762364"/>
            <a:ext cx="535420" cy="207992"/>
            <a:chOff x="795310" y="4195999"/>
            <a:chExt cx="535420" cy="207992"/>
          </a:xfrm>
        </p:grpSpPr>
        <p:pic>
          <p:nvPicPr>
            <p:cNvPr id="48" name="Graphique 47" descr="Graphique à barres avec un remplissage uni">
              <a:extLst>
                <a:ext uri="{FF2B5EF4-FFF2-40B4-BE49-F238E27FC236}">
                  <a16:creationId xmlns:a16="http://schemas.microsoft.com/office/drawing/2014/main" id="{FD3FE576-4906-C7B8-8F86-B5A529FE10C5}"/>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5310" y="4195999"/>
              <a:ext cx="207992" cy="207992"/>
            </a:xfrm>
            <a:prstGeom prst="rect">
              <a:avLst/>
            </a:prstGeom>
          </p:spPr>
        </p:pic>
        <p:sp>
          <p:nvSpPr>
            <p:cNvPr id="49" name="TextBox 132">
              <a:extLst>
                <a:ext uri="{FF2B5EF4-FFF2-40B4-BE49-F238E27FC236}">
                  <a16:creationId xmlns:a16="http://schemas.microsoft.com/office/drawing/2014/main" id="{F2E888C7-B33D-81F9-6574-82E54F5A5E78}"/>
                </a:ext>
              </a:extLst>
            </p:cNvPr>
            <p:cNvSpPr txBox="1"/>
            <p:nvPr/>
          </p:nvSpPr>
          <p:spPr>
            <a:xfrm>
              <a:off x="978234" y="4215356"/>
              <a:ext cx="352496" cy="169277"/>
            </a:xfrm>
            <a:prstGeom prst="rect">
              <a:avLst/>
            </a:prstGeom>
            <a:noFill/>
          </p:spPr>
          <p:txBody>
            <a:bodyPr wrap="square" rtlCol="0">
              <a:spAutoFit/>
            </a:bodyPr>
            <a:lstStyle/>
            <a:p>
              <a:r>
                <a:rPr lang="fr-CA" sz="500" dirty="0" err="1"/>
                <a:t>ggplot</a:t>
              </a:r>
              <a:endParaRPr lang="fr-CA" sz="500" dirty="0"/>
            </a:p>
          </p:txBody>
        </p:sp>
      </p:grpSp>
      <p:grpSp>
        <p:nvGrpSpPr>
          <p:cNvPr id="50" name="Groupe 49">
            <a:extLst>
              <a:ext uri="{FF2B5EF4-FFF2-40B4-BE49-F238E27FC236}">
                <a16:creationId xmlns:a16="http://schemas.microsoft.com/office/drawing/2014/main" id="{B639DC85-17EE-993D-813D-290068CA0F1D}"/>
              </a:ext>
            </a:extLst>
          </p:cNvPr>
          <p:cNvGrpSpPr/>
          <p:nvPr/>
        </p:nvGrpSpPr>
        <p:grpSpPr>
          <a:xfrm>
            <a:off x="11220974" y="4673097"/>
            <a:ext cx="1017259" cy="280267"/>
            <a:chOff x="829412" y="2006063"/>
            <a:chExt cx="1017259" cy="280267"/>
          </a:xfrm>
        </p:grpSpPr>
        <p:pic>
          <p:nvPicPr>
            <p:cNvPr id="51" name="Image 50">
              <a:extLst>
                <a:ext uri="{FF2B5EF4-FFF2-40B4-BE49-F238E27FC236}">
                  <a16:creationId xmlns:a16="http://schemas.microsoft.com/office/drawing/2014/main" id="{F22C3CA9-63DB-A238-6F12-84527831858E}"/>
                </a:ext>
              </a:extLst>
            </p:cNvPr>
            <p:cNvPicPr>
              <a:picLocks noChangeAspect="1"/>
            </p:cNvPicPr>
            <p:nvPr/>
          </p:nvPicPr>
          <p:blipFill>
            <a:blip r:embed="rId18"/>
            <a:srcRect l="14365" r="13627" b="16036"/>
            <a:stretch/>
          </p:blipFill>
          <p:spPr>
            <a:xfrm>
              <a:off x="829412" y="2006063"/>
              <a:ext cx="223190" cy="280267"/>
            </a:xfrm>
            <a:prstGeom prst="rect">
              <a:avLst/>
            </a:prstGeom>
          </p:spPr>
        </p:pic>
        <p:sp>
          <p:nvSpPr>
            <p:cNvPr id="52" name="TextBox 132">
              <a:extLst>
                <a:ext uri="{FF2B5EF4-FFF2-40B4-BE49-F238E27FC236}">
                  <a16:creationId xmlns:a16="http://schemas.microsoft.com/office/drawing/2014/main" id="{00282B36-3D6C-2E92-F6AE-5FEBEDE4D025}"/>
                </a:ext>
              </a:extLst>
            </p:cNvPr>
            <p:cNvSpPr txBox="1"/>
            <p:nvPr/>
          </p:nvSpPr>
          <p:spPr>
            <a:xfrm>
              <a:off x="1006927" y="2065570"/>
              <a:ext cx="839744" cy="169277"/>
            </a:xfrm>
            <a:prstGeom prst="rect">
              <a:avLst/>
            </a:prstGeom>
            <a:noFill/>
          </p:spPr>
          <p:txBody>
            <a:bodyPr wrap="square" rtlCol="0">
              <a:spAutoFit/>
            </a:bodyPr>
            <a:lstStyle/>
            <a:p>
              <a:r>
                <a:rPr lang="fr-CA" sz="500" dirty="0"/>
                <a:t>Instructions/ texte fixe</a:t>
              </a:r>
            </a:p>
          </p:txBody>
        </p:sp>
      </p:grpSp>
      <p:grpSp>
        <p:nvGrpSpPr>
          <p:cNvPr id="53" name="Groupe 52">
            <a:extLst>
              <a:ext uri="{FF2B5EF4-FFF2-40B4-BE49-F238E27FC236}">
                <a16:creationId xmlns:a16="http://schemas.microsoft.com/office/drawing/2014/main" id="{4FC51F77-29E8-5B6F-2E1E-21274D27E790}"/>
              </a:ext>
            </a:extLst>
          </p:cNvPr>
          <p:cNvGrpSpPr/>
          <p:nvPr/>
        </p:nvGrpSpPr>
        <p:grpSpPr>
          <a:xfrm>
            <a:off x="11220974" y="5992133"/>
            <a:ext cx="535113" cy="280268"/>
            <a:chOff x="840014" y="4528336"/>
            <a:chExt cx="535113" cy="280268"/>
          </a:xfrm>
        </p:grpSpPr>
        <p:pic>
          <p:nvPicPr>
            <p:cNvPr id="54" name="Graphique 53" descr="Presse-papiers vérifié avec un remplissage uni">
              <a:extLst>
                <a:ext uri="{FF2B5EF4-FFF2-40B4-BE49-F238E27FC236}">
                  <a16:creationId xmlns:a16="http://schemas.microsoft.com/office/drawing/2014/main" id="{447D45B8-382B-8330-6CF1-86DB8AD65D0C}"/>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40014" y="4528336"/>
              <a:ext cx="280268" cy="280268"/>
            </a:xfrm>
            <a:prstGeom prst="rect">
              <a:avLst/>
            </a:prstGeom>
          </p:spPr>
        </p:pic>
        <p:sp>
          <p:nvSpPr>
            <p:cNvPr id="57" name="TextBox 132">
              <a:extLst>
                <a:ext uri="{FF2B5EF4-FFF2-40B4-BE49-F238E27FC236}">
                  <a16:creationId xmlns:a16="http://schemas.microsoft.com/office/drawing/2014/main" id="{FA216DA6-84AF-B868-4964-8454C9C3E76F}"/>
                </a:ext>
              </a:extLst>
            </p:cNvPr>
            <p:cNvSpPr txBox="1"/>
            <p:nvPr/>
          </p:nvSpPr>
          <p:spPr>
            <a:xfrm>
              <a:off x="1043884" y="4546330"/>
              <a:ext cx="331243" cy="169277"/>
            </a:xfrm>
            <a:prstGeom prst="rect">
              <a:avLst/>
            </a:prstGeom>
            <a:noFill/>
          </p:spPr>
          <p:txBody>
            <a:bodyPr wrap="square" rtlCol="0">
              <a:spAutoFit/>
            </a:bodyPr>
            <a:lstStyle/>
            <a:p>
              <a:r>
                <a:rPr lang="fr-CA" sz="500" dirty="0" err="1"/>
                <a:t>list</a:t>
              </a:r>
              <a:endParaRPr lang="fr-CA" sz="500" dirty="0"/>
            </a:p>
          </p:txBody>
        </p:sp>
      </p:grpSp>
      <p:grpSp>
        <p:nvGrpSpPr>
          <p:cNvPr id="59" name="Groupe 58">
            <a:extLst>
              <a:ext uri="{FF2B5EF4-FFF2-40B4-BE49-F238E27FC236}">
                <a16:creationId xmlns:a16="http://schemas.microsoft.com/office/drawing/2014/main" id="{29D15FC8-AD8E-9E7A-E907-EC02A3E3620F}"/>
              </a:ext>
            </a:extLst>
          </p:cNvPr>
          <p:cNvGrpSpPr/>
          <p:nvPr/>
        </p:nvGrpSpPr>
        <p:grpSpPr>
          <a:xfrm>
            <a:off x="11220974" y="5206564"/>
            <a:ext cx="589196" cy="280268"/>
            <a:chOff x="684754" y="2369830"/>
            <a:chExt cx="589196" cy="280268"/>
          </a:xfrm>
        </p:grpSpPr>
        <p:pic>
          <p:nvPicPr>
            <p:cNvPr id="61" name="Graphique 60" descr="Tableau avec un remplissage uni">
              <a:extLst>
                <a:ext uri="{FF2B5EF4-FFF2-40B4-BE49-F238E27FC236}">
                  <a16:creationId xmlns:a16="http://schemas.microsoft.com/office/drawing/2014/main" id="{F2DD44B5-AF8F-5EEC-A7C3-2603BA8DBF4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84754" y="2369830"/>
              <a:ext cx="280268" cy="280268"/>
            </a:xfrm>
            <a:prstGeom prst="rect">
              <a:avLst/>
            </a:prstGeom>
          </p:spPr>
        </p:pic>
        <p:sp>
          <p:nvSpPr>
            <p:cNvPr id="83" name="TextBox 132">
              <a:extLst>
                <a:ext uri="{FF2B5EF4-FFF2-40B4-BE49-F238E27FC236}">
                  <a16:creationId xmlns:a16="http://schemas.microsoft.com/office/drawing/2014/main" id="{133995A8-21FB-35B5-3B45-9661923E8456}"/>
                </a:ext>
              </a:extLst>
            </p:cNvPr>
            <p:cNvSpPr txBox="1"/>
            <p:nvPr/>
          </p:nvSpPr>
          <p:spPr>
            <a:xfrm>
              <a:off x="886233" y="2416748"/>
              <a:ext cx="387717" cy="169277"/>
            </a:xfrm>
            <a:prstGeom prst="rect">
              <a:avLst/>
            </a:prstGeom>
            <a:noFill/>
          </p:spPr>
          <p:txBody>
            <a:bodyPr wrap="square" rtlCol="0">
              <a:spAutoFit/>
            </a:bodyPr>
            <a:lstStyle/>
            <a:p>
              <a:r>
                <a:rPr lang="fr-CA" sz="500" dirty="0"/>
                <a:t>Table</a:t>
              </a:r>
            </a:p>
          </p:txBody>
        </p:sp>
      </p:grpSp>
      <p:grpSp>
        <p:nvGrpSpPr>
          <p:cNvPr id="86" name="Groupe 85">
            <a:extLst>
              <a:ext uri="{FF2B5EF4-FFF2-40B4-BE49-F238E27FC236}">
                <a16:creationId xmlns:a16="http://schemas.microsoft.com/office/drawing/2014/main" id="{0C6B3C36-64D5-C810-7189-E4747D6AB0E1}"/>
              </a:ext>
            </a:extLst>
          </p:cNvPr>
          <p:cNvGrpSpPr/>
          <p:nvPr/>
        </p:nvGrpSpPr>
        <p:grpSpPr>
          <a:xfrm>
            <a:off x="2066345" y="5365212"/>
            <a:ext cx="2867946" cy="1287013"/>
            <a:chOff x="2066345" y="5365212"/>
            <a:chExt cx="2867946" cy="1287013"/>
          </a:xfrm>
        </p:grpSpPr>
        <p:grpSp>
          <p:nvGrpSpPr>
            <p:cNvPr id="373" name="Groupe 372">
              <a:extLst>
                <a:ext uri="{FF2B5EF4-FFF2-40B4-BE49-F238E27FC236}">
                  <a16:creationId xmlns:a16="http://schemas.microsoft.com/office/drawing/2014/main" id="{7BAC1595-CB17-743F-6C60-FC4B07E2A0CE}"/>
                </a:ext>
              </a:extLst>
            </p:cNvPr>
            <p:cNvGrpSpPr>
              <a:grpSpLocks/>
            </p:cNvGrpSpPr>
            <p:nvPr/>
          </p:nvGrpSpPr>
          <p:grpSpPr>
            <a:xfrm>
              <a:off x="2066345" y="5365212"/>
              <a:ext cx="2867946" cy="1287013"/>
              <a:chOff x="5068936" y="4892248"/>
              <a:chExt cx="2867946" cy="1287013"/>
            </a:xfrm>
          </p:grpSpPr>
          <p:sp>
            <p:nvSpPr>
              <p:cNvPr id="315" name="Rectangle 314">
                <a:extLst>
                  <a:ext uri="{FF2B5EF4-FFF2-40B4-BE49-F238E27FC236}">
                    <a16:creationId xmlns:a16="http://schemas.microsoft.com/office/drawing/2014/main" id="{DE4E14C5-3635-EC62-9E25-8CE16D1EAD98}"/>
                  </a:ext>
                </a:extLst>
              </p:cNvPr>
              <p:cNvSpPr>
                <a:spLocks/>
              </p:cNvSpPr>
              <p:nvPr/>
            </p:nvSpPr>
            <p:spPr>
              <a:xfrm>
                <a:off x="5068936" y="4892248"/>
                <a:ext cx="2867945" cy="1287013"/>
              </a:xfrm>
              <a:prstGeom prst="rect">
                <a:avLst/>
              </a:prstGeom>
              <a:solidFill>
                <a:schemeClr val="accent4">
                  <a:lumMod val="20000"/>
                  <a:lumOff val="80000"/>
                </a:schemeClr>
              </a:solid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316" name="ZoneTexte 315">
                <a:extLst>
                  <a:ext uri="{FF2B5EF4-FFF2-40B4-BE49-F238E27FC236}">
                    <a16:creationId xmlns:a16="http://schemas.microsoft.com/office/drawing/2014/main" id="{ECB61817-0C4F-A8D3-2F08-B91B1770B2F5}"/>
                  </a:ext>
                </a:extLst>
              </p:cNvPr>
              <p:cNvSpPr txBox="1">
                <a:spLocks/>
              </p:cNvSpPr>
              <p:nvPr/>
            </p:nvSpPr>
            <p:spPr>
              <a:xfrm>
                <a:off x="5068936" y="4910320"/>
                <a:ext cx="2019216" cy="307777"/>
              </a:xfrm>
              <a:prstGeom prst="rect">
                <a:avLst/>
              </a:prstGeom>
              <a:noFill/>
            </p:spPr>
            <p:txBody>
              <a:bodyPr wrap="square" rtlCol="0">
                <a:spAutoFit/>
              </a:bodyPr>
              <a:lstStyle/>
              <a:p>
                <a:r>
                  <a:rPr lang="fr-CA" sz="1400" dirty="0" err="1"/>
                  <a:t>mod_resultats</a:t>
                </a:r>
                <a:endParaRPr lang="fr-CA" sz="1400" dirty="0"/>
              </a:p>
            </p:txBody>
          </p:sp>
          <p:grpSp>
            <p:nvGrpSpPr>
              <p:cNvPr id="319" name="Groupe 318">
                <a:extLst>
                  <a:ext uri="{FF2B5EF4-FFF2-40B4-BE49-F238E27FC236}">
                    <a16:creationId xmlns:a16="http://schemas.microsoft.com/office/drawing/2014/main" id="{4470549A-3FF3-C267-0959-AC1F6E33A400}"/>
                  </a:ext>
                </a:extLst>
              </p:cNvPr>
              <p:cNvGrpSpPr>
                <a:grpSpLocks/>
              </p:cNvGrpSpPr>
              <p:nvPr/>
            </p:nvGrpSpPr>
            <p:grpSpPr>
              <a:xfrm>
                <a:off x="5165742" y="5222609"/>
                <a:ext cx="1254024" cy="284371"/>
                <a:chOff x="701420" y="3429000"/>
                <a:chExt cx="1254024" cy="284371"/>
              </a:xfrm>
            </p:grpSpPr>
            <p:sp>
              <p:nvSpPr>
                <p:cNvPr id="325" name="Rectangle: Rounded Corners 292">
                  <a:extLst>
                    <a:ext uri="{FF2B5EF4-FFF2-40B4-BE49-F238E27FC236}">
                      <a16:creationId xmlns:a16="http://schemas.microsoft.com/office/drawing/2014/main" id="{F4D2B491-30A5-7747-E4CC-6FF524B407E1}"/>
                    </a:ext>
                  </a:extLst>
                </p:cNvPr>
                <p:cNvSpPr>
                  <a:spLocks/>
                </p:cNvSpPr>
                <p:nvPr/>
              </p:nvSpPr>
              <p:spPr>
                <a:xfrm>
                  <a:off x="701420" y="3429000"/>
                  <a:ext cx="1248373"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326" name="Groupe 325">
                  <a:extLst>
                    <a:ext uri="{FF2B5EF4-FFF2-40B4-BE49-F238E27FC236}">
                      <a16:creationId xmlns:a16="http://schemas.microsoft.com/office/drawing/2014/main" id="{D95A4221-8DD7-3DE9-9926-C599B94B2827}"/>
                    </a:ext>
                  </a:extLst>
                </p:cNvPr>
                <p:cNvGrpSpPr>
                  <a:grpSpLocks/>
                </p:cNvGrpSpPr>
                <p:nvPr/>
              </p:nvGrpSpPr>
              <p:grpSpPr>
                <a:xfrm>
                  <a:off x="761837" y="3436287"/>
                  <a:ext cx="1193607" cy="254204"/>
                  <a:chOff x="814800" y="3911539"/>
                  <a:chExt cx="1193607" cy="254204"/>
                </a:xfrm>
              </p:grpSpPr>
              <p:sp>
                <p:nvSpPr>
                  <p:cNvPr id="327" name="TextBox 132">
                    <a:extLst>
                      <a:ext uri="{FF2B5EF4-FFF2-40B4-BE49-F238E27FC236}">
                        <a16:creationId xmlns:a16="http://schemas.microsoft.com/office/drawing/2014/main" id="{6A8495F7-D379-F254-6407-51E3376D7AD2}"/>
                      </a:ext>
                    </a:extLst>
                  </p:cNvPr>
                  <p:cNvSpPr txBox="1">
                    <a:spLocks/>
                  </p:cNvSpPr>
                  <p:nvPr/>
                </p:nvSpPr>
                <p:spPr>
                  <a:xfrm>
                    <a:off x="955705" y="3950299"/>
                    <a:ext cx="1052702" cy="215444"/>
                  </a:xfrm>
                  <a:prstGeom prst="rect">
                    <a:avLst/>
                  </a:prstGeom>
                  <a:noFill/>
                </p:spPr>
                <p:txBody>
                  <a:bodyPr wrap="square" rtlCol="0">
                    <a:spAutoFit/>
                  </a:bodyPr>
                  <a:lstStyle/>
                  <a:p>
                    <a:r>
                      <a:rPr lang="fr-CA" sz="800" dirty="0" err="1"/>
                      <a:t>result_mesures</a:t>
                    </a:r>
                    <a:endParaRPr lang="fr-CA" sz="500" dirty="0"/>
                  </a:p>
                </p:txBody>
              </p:sp>
              <p:pic>
                <p:nvPicPr>
                  <p:cNvPr id="328" name="Image 327">
                    <a:extLst>
                      <a:ext uri="{FF2B5EF4-FFF2-40B4-BE49-F238E27FC236}">
                        <a16:creationId xmlns:a16="http://schemas.microsoft.com/office/drawing/2014/main" id="{877F2EF1-5928-7FD4-31C2-5B48DE352002}"/>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320" name="Groupe 319">
                <a:extLst>
                  <a:ext uri="{FF2B5EF4-FFF2-40B4-BE49-F238E27FC236}">
                    <a16:creationId xmlns:a16="http://schemas.microsoft.com/office/drawing/2014/main" id="{BAD43961-647D-1B40-C098-927FF7BADFF2}"/>
                  </a:ext>
                </a:extLst>
              </p:cNvPr>
              <p:cNvGrpSpPr>
                <a:grpSpLocks/>
              </p:cNvGrpSpPr>
              <p:nvPr/>
            </p:nvGrpSpPr>
            <p:grpSpPr>
              <a:xfrm>
                <a:off x="6599840" y="5843482"/>
                <a:ext cx="1336385" cy="284371"/>
                <a:chOff x="712349" y="4155091"/>
                <a:chExt cx="1336385" cy="284371"/>
              </a:xfrm>
            </p:grpSpPr>
            <p:sp>
              <p:nvSpPr>
                <p:cNvPr id="321" name="Rectangle: Rounded Corners 292">
                  <a:extLst>
                    <a:ext uri="{FF2B5EF4-FFF2-40B4-BE49-F238E27FC236}">
                      <a16:creationId xmlns:a16="http://schemas.microsoft.com/office/drawing/2014/main" id="{9404754F-03FF-986C-BB67-1BFE4306BB88}"/>
                    </a:ext>
                  </a:extLst>
                </p:cNvPr>
                <p:cNvSpPr>
                  <a:spLocks/>
                </p:cNvSpPr>
                <p:nvPr/>
              </p:nvSpPr>
              <p:spPr>
                <a:xfrm>
                  <a:off x="712349" y="4155091"/>
                  <a:ext cx="1248373"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322" name="Groupe 321">
                  <a:extLst>
                    <a:ext uri="{FF2B5EF4-FFF2-40B4-BE49-F238E27FC236}">
                      <a16:creationId xmlns:a16="http://schemas.microsoft.com/office/drawing/2014/main" id="{615B806C-16AC-780C-684F-162D3937D6F0}"/>
                    </a:ext>
                  </a:extLst>
                </p:cNvPr>
                <p:cNvGrpSpPr>
                  <a:grpSpLocks/>
                </p:cNvGrpSpPr>
                <p:nvPr/>
              </p:nvGrpSpPr>
              <p:grpSpPr>
                <a:xfrm>
                  <a:off x="795310" y="4195999"/>
                  <a:ext cx="1253424" cy="234801"/>
                  <a:chOff x="795310" y="4195999"/>
                  <a:chExt cx="1253424" cy="234801"/>
                </a:xfrm>
              </p:grpSpPr>
              <p:pic>
                <p:nvPicPr>
                  <p:cNvPr id="323" name="Graphique 322" descr="Graphique à barres avec un remplissage uni">
                    <a:extLst>
                      <a:ext uri="{FF2B5EF4-FFF2-40B4-BE49-F238E27FC236}">
                        <a16:creationId xmlns:a16="http://schemas.microsoft.com/office/drawing/2014/main" id="{84E046DA-BF81-AF7D-D8B1-9BC6DF9CB56A}"/>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5310" y="4195999"/>
                    <a:ext cx="207992" cy="207992"/>
                  </a:xfrm>
                  <a:prstGeom prst="rect">
                    <a:avLst/>
                  </a:prstGeom>
                </p:spPr>
              </p:pic>
              <p:sp>
                <p:nvSpPr>
                  <p:cNvPr id="324" name="TextBox 132">
                    <a:extLst>
                      <a:ext uri="{FF2B5EF4-FFF2-40B4-BE49-F238E27FC236}">
                        <a16:creationId xmlns:a16="http://schemas.microsoft.com/office/drawing/2014/main" id="{016C13BB-2615-FF60-9697-7C288429B9CE}"/>
                      </a:ext>
                    </a:extLst>
                  </p:cNvPr>
                  <p:cNvSpPr txBox="1">
                    <a:spLocks/>
                  </p:cNvSpPr>
                  <p:nvPr/>
                </p:nvSpPr>
                <p:spPr>
                  <a:xfrm>
                    <a:off x="978234" y="4215356"/>
                    <a:ext cx="1070500" cy="215444"/>
                  </a:xfrm>
                  <a:prstGeom prst="rect">
                    <a:avLst/>
                  </a:prstGeom>
                  <a:noFill/>
                </p:spPr>
                <p:txBody>
                  <a:bodyPr wrap="square" rtlCol="0">
                    <a:spAutoFit/>
                  </a:bodyPr>
                  <a:lstStyle/>
                  <a:p>
                    <a:r>
                      <a:rPr lang="fr-CA" sz="800" dirty="0" err="1"/>
                      <a:t>graphique_charges</a:t>
                    </a:r>
                    <a:endParaRPr lang="fr-CA" sz="500" dirty="0"/>
                  </a:p>
                </p:txBody>
              </p:sp>
            </p:grpSp>
          </p:grpSp>
          <p:grpSp>
            <p:nvGrpSpPr>
              <p:cNvPr id="338" name="Groupe 337">
                <a:extLst>
                  <a:ext uri="{FF2B5EF4-FFF2-40B4-BE49-F238E27FC236}">
                    <a16:creationId xmlns:a16="http://schemas.microsoft.com/office/drawing/2014/main" id="{8CD22365-8A93-20E1-F191-8A2C0B40EA63}"/>
                  </a:ext>
                </a:extLst>
              </p:cNvPr>
              <p:cNvGrpSpPr>
                <a:grpSpLocks/>
              </p:cNvGrpSpPr>
              <p:nvPr/>
            </p:nvGrpSpPr>
            <p:grpSpPr>
              <a:xfrm>
                <a:off x="5165742" y="5515354"/>
                <a:ext cx="1456865" cy="284371"/>
                <a:chOff x="701420" y="3429000"/>
                <a:chExt cx="1456865" cy="284371"/>
              </a:xfrm>
            </p:grpSpPr>
            <p:sp>
              <p:nvSpPr>
                <p:cNvPr id="339" name="Rectangle: Rounded Corners 292">
                  <a:extLst>
                    <a:ext uri="{FF2B5EF4-FFF2-40B4-BE49-F238E27FC236}">
                      <a16:creationId xmlns:a16="http://schemas.microsoft.com/office/drawing/2014/main" id="{3CCE67DA-3C3F-AB66-48D9-9058CFBC9E1E}"/>
                    </a:ext>
                  </a:extLst>
                </p:cNvPr>
                <p:cNvSpPr>
                  <a:spLocks/>
                </p:cNvSpPr>
                <p:nvPr/>
              </p:nvSpPr>
              <p:spPr>
                <a:xfrm>
                  <a:off x="701420" y="3429000"/>
                  <a:ext cx="1355950"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340" name="Groupe 339">
                  <a:extLst>
                    <a:ext uri="{FF2B5EF4-FFF2-40B4-BE49-F238E27FC236}">
                      <a16:creationId xmlns:a16="http://schemas.microsoft.com/office/drawing/2014/main" id="{EDBBE9B1-D043-AA56-4DB4-67704ED82EDC}"/>
                    </a:ext>
                  </a:extLst>
                </p:cNvPr>
                <p:cNvGrpSpPr>
                  <a:grpSpLocks/>
                </p:cNvGrpSpPr>
                <p:nvPr/>
              </p:nvGrpSpPr>
              <p:grpSpPr>
                <a:xfrm>
                  <a:off x="761837" y="3436287"/>
                  <a:ext cx="1396448" cy="239169"/>
                  <a:chOff x="814800" y="3911539"/>
                  <a:chExt cx="1396448" cy="239169"/>
                </a:xfrm>
              </p:grpSpPr>
              <p:sp>
                <p:nvSpPr>
                  <p:cNvPr id="341" name="TextBox 132">
                    <a:extLst>
                      <a:ext uri="{FF2B5EF4-FFF2-40B4-BE49-F238E27FC236}">
                        <a16:creationId xmlns:a16="http://schemas.microsoft.com/office/drawing/2014/main" id="{86F42D39-4244-E6BA-F062-1328AFEA8EB0}"/>
                      </a:ext>
                    </a:extLst>
                  </p:cNvPr>
                  <p:cNvSpPr txBox="1">
                    <a:spLocks/>
                  </p:cNvSpPr>
                  <p:nvPr/>
                </p:nvSpPr>
                <p:spPr>
                  <a:xfrm>
                    <a:off x="924805" y="3935264"/>
                    <a:ext cx="1286443" cy="215444"/>
                  </a:xfrm>
                  <a:prstGeom prst="rect">
                    <a:avLst/>
                  </a:prstGeom>
                  <a:noFill/>
                </p:spPr>
                <p:txBody>
                  <a:bodyPr wrap="square" rtlCol="0">
                    <a:spAutoFit/>
                  </a:bodyPr>
                  <a:lstStyle/>
                  <a:p>
                    <a:r>
                      <a:rPr lang="fr-CA" sz="800" dirty="0" err="1"/>
                      <a:t>result_scenario_actuel</a:t>
                    </a:r>
                    <a:endParaRPr lang="fr-CA" sz="500" dirty="0"/>
                  </a:p>
                </p:txBody>
              </p:sp>
              <p:pic>
                <p:nvPicPr>
                  <p:cNvPr id="342" name="Image 341">
                    <a:extLst>
                      <a:ext uri="{FF2B5EF4-FFF2-40B4-BE49-F238E27FC236}">
                        <a16:creationId xmlns:a16="http://schemas.microsoft.com/office/drawing/2014/main" id="{7DE1E77D-493A-6178-FA67-FEE481741B63}"/>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345" name="Groupe 344">
                <a:extLst>
                  <a:ext uri="{FF2B5EF4-FFF2-40B4-BE49-F238E27FC236}">
                    <a16:creationId xmlns:a16="http://schemas.microsoft.com/office/drawing/2014/main" id="{D40BBDFA-3E7C-B558-27B8-30E0DD79BE27}"/>
                  </a:ext>
                </a:extLst>
              </p:cNvPr>
              <p:cNvGrpSpPr>
                <a:grpSpLocks/>
              </p:cNvGrpSpPr>
              <p:nvPr/>
            </p:nvGrpSpPr>
            <p:grpSpPr>
              <a:xfrm>
                <a:off x="5165742" y="5814409"/>
                <a:ext cx="1451430" cy="284371"/>
                <a:chOff x="701420" y="3429000"/>
                <a:chExt cx="1451430" cy="284371"/>
              </a:xfrm>
            </p:grpSpPr>
            <p:sp>
              <p:nvSpPr>
                <p:cNvPr id="346" name="Rectangle: Rounded Corners 292">
                  <a:extLst>
                    <a:ext uri="{FF2B5EF4-FFF2-40B4-BE49-F238E27FC236}">
                      <a16:creationId xmlns:a16="http://schemas.microsoft.com/office/drawing/2014/main" id="{69146940-4705-E7BC-9C68-DD6627B331CF}"/>
                    </a:ext>
                  </a:extLst>
                </p:cNvPr>
                <p:cNvSpPr>
                  <a:spLocks/>
                </p:cNvSpPr>
                <p:nvPr/>
              </p:nvSpPr>
              <p:spPr>
                <a:xfrm>
                  <a:off x="701420" y="3429000"/>
                  <a:ext cx="1355950"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347" name="Groupe 346">
                  <a:extLst>
                    <a:ext uri="{FF2B5EF4-FFF2-40B4-BE49-F238E27FC236}">
                      <a16:creationId xmlns:a16="http://schemas.microsoft.com/office/drawing/2014/main" id="{83187CAA-FFF2-1FD2-E327-81BA529B44AC}"/>
                    </a:ext>
                  </a:extLst>
                </p:cNvPr>
                <p:cNvGrpSpPr>
                  <a:grpSpLocks/>
                </p:cNvGrpSpPr>
                <p:nvPr/>
              </p:nvGrpSpPr>
              <p:grpSpPr>
                <a:xfrm>
                  <a:off x="761837" y="3436287"/>
                  <a:ext cx="1391013" cy="234536"/>
                  <a:chOff x="814800" y="3911539"/>
                  <a:chExt cx="1391013" cy="234536"/>
                </a:xfrm>
              </p:grpSpPr>
              <p:sp>
                <p:nvSpPr>
                  <p:cNvPr id="348" name="TextBox 132">
                    <a:extLst>
                      <a:ext uri="{FF2B5EF4-FFF2-40B4-BE49-F238E27FC236}">
                        <a16:creationId xmlns:a16="http://schemas.microsoft.com/office/drawing/2014/main" id="{96E9EDB8-5D6B-DA9C-6076-F1F3CBEAE626}"/>
                      </a:ext>
                    </a:extLst>
                  </p:cNvPr>
                  <p:cNvSpPr txBox="1">
                    <a:spLocks/>
                  </p:cNvSpPr>
                  <p:nvPr/>
                </p:nvSpPr>
                <p:spPr>
                  <a:xfrm>
                    <a:off x="919370" y="3928501"/>
                    <a:ext cx="1286443" cy="215444"/>
                  </a:xfrm>
                  <a:prstGeom prst="rect">
                    <a:avLst/>
                  </a:prstGeom>
                  <a:noFill/>
                </p:spPr>
                <p:txBody>
                  <a:bodyPr wrap="square" rtlCol="0">
                    <a:spAutoFit/>
                  </a:bodyPr>
                  <a:lstStyle/>
                  <a:p>
                    <a:r>
                      <a:rPr lang="fr-CA" sz="800" dirty="0" err="1"/>
                      <a:t>result_scenario_naturel</a:t>
                    </a:r>
                    <a:endParaRPr lang="fr-CA" sz="500" dirty="0"/>
                  </a:p>
                </p:txBody>
              </p:sp>
              <p:pic>
                <p:nvPicPr>
                  <p:cNvPr id="349" name="Image 348">
                    <a:extLst>
                      <a:ext uri="{FF2B5EF4-FFF2-40B4-BE49-F238E27FC236}">
                        <a16:creationId xmlns:a16="http://schemas.microsoft.com/office/drawing/2014/main" id="{0C0F5DA9-B4DD-15A6-DB62-8D666D5ACF3D}"/>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372" name="Groupe 371">
                <a:extLst>
                  <a:ext uri="{FF2B5EF4-FFF2-40B4-BE49-F238E27FC236}">
                    <a16:creationId xmlns:a16="http://schemas.microsoft.com/office/drawing/2014/main" id="{0522E652-13A8-1CB0-6B96-8926324117E8}"/>
                  </a:ext>
                </a:extLst>
              </p:cNvPr>
              <p:cNvGrpSpPr>
                <a:grpSpLocks/>
              </p:cNvGrpSpPr>
              <p:nvPr/>
            </p:nvGrpSpPr>
            <p:grpSpPr>
              <a:xfrm>
                <a:off x="6568327" y="5222609"/>
                <a:ext cx="1368555" cy="606164"/>
                <a:chOff x="7969632" y="5569385"/>
                <a:chExt cx="1368555" cy="606164"/>
              </a:xfrm>
            </p:grpSpPr>
            <p:grpSp>
              <p:nvGrpSpPr>
                <p:cNvPr id="363" name="Groupe 362">
                  <a:extLst>
                    <a:ext uri="{FF2B5EF4-FFF2-40B4-BE49-F238E27FC236}">
                      <a16:creationId xmlns:a16="http://schemas.microsoft.com/office/drawing/2014/main" id="{918F44BB-E134-7892-BF4B-FBE12F8BCC6D}"/>
                    </a:ext>
                  </a:extLst>
                </p:cNvPr>
                <p:cNvGrpSpPr>
                  <a:grpSpLocks/>
                </p:cNvGrpSpPr>
                <p:nvPr/>
              </p:nvGrpSpPr>
              <p:grpSpPr>
                <a:xfrm>
                  <a:off x="7969632" y="5569385"/>
                  <a:ext cx="1335377" cy="606163"/>
                  <a:chOff x="6382612" y="6334244"/>
                  <a:chExt cx="1335377" cy="606163"/>
                </a:xfrm>
              </p:grpSpPr>
              <p:grpSp>
                <p:nvGrpSpPr>
                  <p:cNvPr id="357" name="Groupe 356">
                    <a:extLst>
                      <a:ext uri="{FF2B5EF4-FFF2-40B4-BE49-F238E27FC236}">
                        <a16:creationId xmlns:a16="http://schemas.microsoft.com/office/drawing/2014/main" id="{08733450-98E7-60F0-490F-5BD78CB6BA6B}"/>
                      </a:ext>
                    </a:extLst>
                  </p:cNvPr>
                  <p:cNvGrpSpPr>
                    <a:grpSpLocks/>
                  </p:cNvGrpSpPr>
                  <p:nvPr/>
                </p:nvGrpSpPr>
                <p:grpSpPr>
                  <a:xfrm>
                    <a:off x="6382612" y="6334244"/>
                    <a:ext cx="1335377" cy="606163"/>
                    <a:chOff x="4612846" y="3016036"/>
                    <a:chExt cx="1335377" cy="606163"/>
                  </a:xfrm>
                </p:grpSpPr>
                <p:sp>
                  <p:nvSpPr>
                    <p:cNvPr id="358" name="Rectangle: Rounded Corners 292">
                      <a:extLst>
                        <a:ext uri="{FF2B5EF4-FFF2-40B4-BE49-F238E27FC236}">
                          <a16:creationId xmlns:a16="http://schemas.microsoft.com/office/drawing/2014/main" id="{EE670BEE-59EA-FB52-C9DE-B8B500D33411}"/>
                        </a:ext>
                      </a:extLst>
                    </p:cNvPr>
                    <p:cNvSpPr>
                      <a:spLocks/>
                    </p:cNvSpPr>
                    <p:nvPr/>
                  </p:nvSpPr>
                  <p:spPr>
                    <a:xfrm>
                      <a:off x="4612846" y="3016036"/>
                      <a:ext cx="1335377" cy="606163"/>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361" name="TextBox 132">
                      <a:extLst>
                        <a:ext uri="{FF2B5EF4-FFF2-40B4-BE49-F238E27FC236}">
                          <a16:creationId xmlns:a16="http://schemas.microsoft.com/office/drawing/2014/main" id="{EDC6FF35-A100-8BB1-0EBF-FFF0634C760A}"/>
                        </a:ext>
                      </a:extLst>
                    </p:cNvPr>
                    <p:cNvSpPr txBox="1">
                      <a:spLocks/>
                    </p:cNvSpPr>
                    <p:nvPr/>
                  </p:nvSpPr>
                  <p:spPr>
                    <a:xfrm>
                      <a:off x="4741264" y="3037886"/>
                      <a:ext cx="1045295" cy="200055"/>
                    </a:xfrm>
                    <a:prstGeom prst="rect">
                      <a:avLst/>
                    </a:prstGeom>
                    <a:noFill/>
                  </p:spPr>
                  <p:txBody>
                    <a:bodyPr wrap="square" rtlCol="0">
                      <a:spAutoFit/>
                    </a:bodyPr>
                    <a:lstStyle/>
                    <a:p>
                      <a:r>
                        <a:rPr lang="fr-CA" sz="700" dirty="0" err="1"/>
                        <a:t>result_scenario_rejets</a:t>
                      </a:r>
                      <a:endParaRPr lang="fr-CA" sz="700" dirty="0"/>
                    </a:p>
                  </p:txBody>
                </p:sp>
              </p:grpSp>
              <p:pic>
                <p:nvPicPr>
                  <p:cNvPr id="362" name="Graphique 361" descr="Presse-papiers vérifié avec un remplissage uni">
                    <a:extLst>
                      <a:ext uri="{FF2B5EF4-FFF2-40B4-BE49-F238E27FC236}">
                        <a16:creationId xmlns:a16="http://schemas.microsoft.com/office/drawing/2014/main" id="{A6707320-CD89-D39D-A4D6-AA45E2F8FD2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382613" y="6356880"/>
                    <a:ext cx="239100" cy="239100"/>
                  </a:xfrm>
                  <a:prstGeom prst="rect">
                    <a:avLst/>
                  </a:prstGeom>
                </p:spPr>
              </p:pic>
            </p:grpSp>
            <p:cxnSp>
              <p:nvCxnSpPr>
                <p:cNvPr id="364" name="Straight Arrow Connector 268">
                  <a:extLst>
                    <a:ext uri="{FF2B5EF4-FFF2-40B4-BE49-F238E27FC236}">
                      <a16:creationId xmlns:a16="http://schemas.microsoft.com/office/drawing/2014/main" id="{BE1A3EE2-FD23-A985-01AF-379FC1FD185C}"/>
                    </a:ext>
                  </a:extLst>
                </p:cNvPr>
                <p:cNvCxnSpPr>
                  <a:cxnSpLocks/>
                </p:cNvCxnSpPr>
                <p:nvPr/>
              </p:nvCxnSpPr>
              <p:spPr>
                <a:xfrm rot="16200000" flipH="1">
                  <a:off x="8081166" y="5798981"/>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pic>
              <p:nvPicPr>
                <p:cNvPr id="365" name="Graphique 364" descr="Tableau avec un remplissage uni">
                  <a:extLst>
                    <a:ext uri="{FF2B5EF4-FFF2-40B4-BE49-F238E27FC236}">
                      <a16:creationId xmlns:a16="http://schemas.microsoft.com/office/drawing/2014/main" id="{66DE1A1B-6BAD-490A-3867-E7BE07C99262}"/>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49142" y="5895281"/>
                  <a:ext cx="280268" cy="280268"/>
                </a:xfrm>
                <a:prstGeom prst="rect">
                  <a:avLst/>
                </a:prstGeom>
              </p:spPr>
            </p:pic>
            <p:sp>
              <p:nvSpPr>
                <p:cNvPr id="369" name="TextBox 132">
                  <a:extLst>
                    <a:ext uri="{FF2B5EF4-FFF2-40B4-BE49-F238E27FC236}">
                      <a16:creationId xmlns:a16="http://schemas.microsoft.com/office/drawing/2014/main" id="{FF41AC67-70E5-B0F5-4EAD-0C6208C44E88}"/>
                    </a:ext>
                  </a:extLst>
                </p:cNvPr>
                <p:cNvSpPr txBox="1">
                  <a:spLocks/>
                </p:cNvSpPr>
                <p:nvPr/>
              </p:nvSpPr>
              <p:spPr>
                <a:xfrm>
                  <a:off x="8371892" y="5753536"/>
                  <a:ext cx="933117" cy="184666"/>
                </a:xfrm>
                <a:prstGeom prst="rect">
                  <a:avLst/>
                </a:prstGeom>
                <a:noFill/>
              </p:spPr>
              <p:txBody>
                <a:bodyPr wrap="square" rtlCol="0">
                  <a:spAutoFit/>
                </a:bodyPr>
                <a:lstStyle/>
                <a:p>
                  <a:r>
                    <a:rPr lang="fr-CA" sz="600" dirty="0"/>
                    <a:t>"Scénarios avec Rejet"</a:t>
                  </a:r>
                </a:p>
              </p:txBody>
            </p:sp>
            <p:sp>
              <p:nvSpPr>
                <p:cNvPr id="370" name="TextBox 132">
                  <a:extLst>
                    <a:ext uri="{FF2B5EF4-FFF2-40B4-BE49-F238E27FC236}">
                      <a16:creationId xmlns:a16="http://schemas.microsoft.com/office/drawing/2014/main" id="{ECED447E-485B-C1B7-CC5C-9A32428DD198}"/>
                    </a:ext>
                  </a:extLst>
                </p:cNvPr>
                <p:cNvSpPr txBox="1">
                  <a:spLocks/>
                </p:cNvSpPr>
                <p:nvPr/>
              </p:nvSpPr>
              <p:spPr>
                <a:xfrm>
                  <a:off x="8432797" y="5968082"/>
                  <a:ext cx="905390" cy="184666"/>
                </a:xfrm>
                <a:prstGeom prst="rect">
                  <a:avLst/>
                </a:prstGeom>
                <a:noFill/>
              </p:spPr>
              <p:txBody>
                <a:bodyPr wrap="square" rtlCol="0">
                  <a:spAutoFit/>
                </a:bodyPr>
                <a:lstStyle/>
                <a:p>
                  <a:r>
                    <a:rPr lang="fr-CA" sz="600" dirty="0" err="1"/>
                    <a:t>table_scenario_rejets</a:t>
                  </a:r>
                  <a:endParaRPr lang="fr-CA" sz="600" dirty="0"/>
                </a:p>
              </p:txBody>
            </p:sp>
            <p:cxnSp>
              <p:nvCxnSpPr>
                <p:cNvPr id="371" name="Straight Arrow Connector 268">
                  <a:extLst>
                    <a:ext uri="{FF2B5EF4-FFF2-40B4-BE49-F238E27FC236}">
                      <a16:creationId xmlns:a16="http://schemas.microsoft.com/office/drawing/2014/main" id="{E8E378A7-7A19-750B-EC49-ED0D2DAAD46D}"/>
                    </a:ext>
                  </a:extLst>
                </p:cNvPr>
                <p:cNvCxnSpPr>
                  <a:cxnSpLocks/>
                </p:cNvCxnSpPr>
                <p:nvPr/>
              </p:nvCxnSpPr>
              <p:spPr>
                <a:xfrm rot="16200000" flipH="1">
                  <a:off x="8076154" y="5942383"/>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grpSp>
        <p:pic>
          <p:nvPicPr>
            <p:cNvPr id="84" name="Image 83">
              <a:extLst>
                <a:ext uri="{FF2B5EF4-FFF2-40B4-BE49-F238E27FC236}">
                  <a16:creationId xmlns:a16="http://schemas.microsoft.com/office/drawing/2014/main" id="{7193E548-699A-2C64-7CA1-518BE3B1315C}"/>
                </a:ext>
              </a:extLst>
            </p:cNvPr>
            <p:cNvPicPr>
              <a:picLocks noChangeAspect="1"/>
            </p:cNvPicPr>
            <p:nvPr/>
          </p:nvPicPr>
          <p:blipFill>
            <a:blip r:embed="rId18"/>
            <a:srcRect l="14365" r="13627" b="16036"/>
            <a:stretch/>
          </p:blipFill>
          <p:spPr>
            <a:xfrm>
              <a:off x="3888773" y="5887219"/>
              <a:ext cx="136988" cy="172020"/>
            </a:xfrm>
            <a:prstGeom prst="rect">
              <a:avLst/>
            </a:prstGeom>
          </p:spPr>
        </p:pic>
      </p:grpSp>
      <p:pic>
        <p:nvPicPr>
          <p:cNvPr id="87" name="Picture 2" descr="Frame 1">
            <a:extLst>
              <a:ext uri="{FF2B5EF4-FFF2-40B4-BE49-F238E27FC236}">
                <a16:creationId xmlns:a16="http://schemas.microsoft.com/office/drawing/2014/main" id="{EE85E6F1-2583-3E21-AAFB-245D953FA5A2}"/>
              </a:ext>
            </a:extLst>
          </p:cNvPr>
          <p:cNvPicPr>
            <a:picLocks noChangeAspect="1" noChangeArrowheads="1"/>
          </p:cNvPicPr>
          <p:nvPr/>
        </p:nvPicPr>
        <p:blipFill>
          <a:blip r:embed="rId19">
            <a:extLst>
              <a:ext uri="{28A0092B-C50C-407E-A947-70E740481C1C}">
                <a14:useLocalDpi xmlns:a14="http://schemas.microsoft.com/office/drawing/2010/main" val="0"/>
              </a:ext>
            </a:extLst>
          </a:blip>
          <a:srcRect/>
          <a:stretch>
            <a:fillRect/>
          </a:stretch>
        </p:blipFill>
        <p:spPr bwMode="auto">
          <a:xfrm>
            <a:off x="1123157" y="217536"/>
            <a:ext cx="1890272" cy="1890272"/>
          </a:xfrm>
          <a:prstGeom prst="rect">
            <a:avLst/>
          </a:prstGeom>
          <a:noFill/>
          <a:extLst>
            <a:ext uri="{909E8E84-426E-40DD-AFC4-6F175D3DCCD1}">
              <a14:hiddenFill xmlns:a14="http://schemas.microsoft.com/office/drawing/2010/main">
                <a:solidFill>
                  <a:srgbClr val="FFFFFF"/>
                </a:solidFill>
              </a14:hiddenFill>
            </a:ext>
          </a:extLst>
        </p:spPr>
      </p:pic>
      <p:pic>
        <p:nvPicPr>
          <p:cNvPr id="88" name="Picture 4" descr="Frame 1">
            <a:extLst>
              <a:ext uri="{FF2B5EF4-FFF2-40B4-BE49-F238E27FC236}">
                <a16:creationId xmlns:a16="http://schemas.microsoft.com/office/drawing/2014/main" id="{A2A335C9-EEAF-21BF-88F2-49421D198201}"/>
              </a:ext>
            </a:extLst>
          </p:cNvPr>
          <p:cNvPicPr>
            <a:picLocks noChangeAspect="1" noChangeArrowheads="1"/>
          </p:cNvPicPr>
          <p:nvPr/>
        </p:nvPicPr>
        <p:blipFill>
          <a:blip r:embed="rId20">
            <a:extLst>
              <a:ext uri="{28A0092B-C50C-407E-A947-70E740481C1C}">
                <a14:useLocalDpi xmlns:a14="http://schemas.microsoft.com/office/drawing/2010/main" val="0"/>
              </a:ext>
            </a:extLst>
          </a:blip>
          <a:srcRect/>
          <a:stretch>
            <a:fillRect/>
          </a:stretch>
        </p:blipFill>
        <p:spPr bwMode="auto">
          <a:xfrm>
            <a:off x="2911669" y="-375524"/>
            <a:ext cx="1890272" cy="1890272"/>
          </a:xfrm>
          <a:prstGeom prst="rect">
            <a:avLst/>
          </a:prstGeom>
          <a:noFill/>
          <a:extLst>
            <a:ext uri="{909E8E84-426E-40DD-AFC4-6F175D3DCCD1}">
              <a14:hiddenFill xmlns:a14="http://schemas.microsoft.com/office/drawing/2010/main">
                <a:solidFill>
                  <a:srgbClr val="FFFFFF"/>
                </a:solidFill>
              </a14:hiddenFill>
            </a:ext>
          </a:extLst>
        </p:spPr>
      </p:pic>
      <p:pic>
        <p:nvPicPr>
          <p:cNvPr id="89" name="Picture 6" descr="Frame 1">
            <a:extLst>
              <a:ext uri="{FF2B5EF4-FFF2-40B4-BE49-F238E27FC236}">
                <a16:creationId xmlns:a16="http://schemas.microsoft.com/office/drawing/2014/main" id="{96E498C2-AB12-9095-A091-60E1DB16F996}"/>
              </a:ext>
            </a:extLst>
          </p:cNvPr>
          <p:cNvPicPr>
            <a:picLocks noChangeAspect="1" noChangeArrowheads="1"/>
          </p:cNvPicPr>
          <p:nvPr/>
        </p:nvPicPr>
        <p:blipFill>
          <a:blip r:embed="rId21">
            <a:extLst>
              <a:ext uri="{28A0092B-C50C-407E-A947-70E740481C1C}">
                <a14:useLocalDpi xmlns:a14="http://schemas.microsoft.com/office/drawing/2010/main" val="0"/>
              </a:ext>
            </a:extLst>
          </a:blip>
          <a:srcRect/>
          <a:stretch>
            <a:fillRect/>
          </a:stretch>
        </p:blipFill>
        <p:spPr bwMode="auto">
          <a:xfrm>
            <a:off x="1741888" y="2110835"/>
            <a:ext cx="1890000" cy="1890000"/>
          </a:xfrm>
          <a:prstGeom prst="rect">
            <a:avLst/>
          </a:prstGeom>
          <a:noFill/>
          <a:extLst>
            <a:ext uri="{909E8E84-426E-40DD-AFC4-6F175D3DCCD1}">
              <a14:hiddenFill xmlns:a14="http://schemas.microsoft.com/office/drawing/2010/main">
                <a:solidFill>
                  <a:srgbClr val="FFFFFF"/>
                </a:solidFill>
              </a14:hiddenFill>
            </a:ext>
          </a:extLst>
        </p:spPr>
      </p:pic>
      <p:pic>
        <p:nvPicPr>
          <p:cNvPr id="90" name="Picture 10" descr="Frame 1">
            <a:extLst>
              <a:ext uri="{FF2B5EF4-FFF2-40B4-BE49-F238E27FC236}">
                <a16:creationId xmlns:a16="http://schemas.microsoft.com/office/drawing/2014/main" id="{286747BE-81A4-B6F6-E7C4-E7B600856E75}"/>
              </a:ext>
            </a:extLst>
          </p:cNvPr>
          <p:cNvPicPr>
            <a:picLocks noChangeAspect="1" noChangeArrowheads="1"/>
          </p:cNvPicPr>
          <p:nvPr/>
        </p:nvPicPr>
        <p:blipFill>
          <a:blip r:embed="rId22">
            <a:extLst>
              <a:ext uri="{28A0092B-C50C-407E-A947-70E740481C1C}">
                <a14:useLocalDpi xmlns:a14="http://schemas.microsoft.com/office/drawing/2010/main" val="0"/>
              </a:ext>
            </a:extLst>
          </a:blip>
          <a:srcRect/>
          <a:stretch>
            <a:fillRect/>
          </a:stretch>
        </p:blipFill>
        <p:spPr bwMode="auto">
          <a:xfrm>
            <a:off x="5333445" y="-16200"/>
            <a:ext cx="1890000" cy="1890000"/>
          </a:xfrm>
          <a:prstGeom prst="rect">
            <a:avLst/>
          </a:prstGeom>
          <a:noFill/>
          <a:extLst>
            <a:ext uri="{909E8E84-426E-40DD-AFC4-6F175D3DCCD1}">
              <a14:hiddenFill xmlns:a14="http://schemas.microsoft.com/office/drawing/2010/main">
                <a:solidFill>
                  <a:srgbClr val="FFFFFF"/>
                </a:solidFill>
              </a14:hiddenFill>
            </a:ext>
          </a:extLst>
        </p:spPr>
      </p:pic>
      <p:pic>
        <p:nvPicPr>
          <p:cNvPr id="107" name="Picture 10" descr="Frame 1">
            <a:extLst>
              <a:ext uri="{FF2B5EF4-FFF2-40B4-BE49-F238E27FC236}">
                <a16:creationId xmlns:a16="http://schemas.microsoft.com/office/drawing/2014/main" id="{30FD9285-6433-3D05-4F15-E46E2C956BF6}"/>
              </a:ext>
            </a:extLst>
          </p:cNvPr>
          <p:cNvPicPr>
            <a:picLocks noChangeAspect="1" noChangeArrowheads="1"/>
          </p:cNvPicPr>
          <p:nvPr/>
        </p:nvPicPr>
        <p:blipFill>
          <a:blip r:embed="rId22">
            <a:duotone>
              <a:prstClr val="black"/>
              <a:srgbClr val="00B050">
                <a:tint val="45000"/>
                <a:satMod val="400000"/>
              </a:srgbClr>
            </a:duotone>
            <a:extLst>
              <a:ext uri="{28A0092B-C50C-407E-A947-70E740481C1C}">
                <a14:useLocalDpi xmlns:a14="http://schemas.microsoft.com/office/drawing/2010/main" val="0"/>
              </a:ext>
            </a:extLst>
          </a:blip>
          <a:srcRect/>
          <a:stretch>
            <a:fillRect/>
          </a:stretch>
        </p:blipFill>
        <p:spPr bwMode="auto">
          <a:xfrm>
            <a:off x="7117807" y="2467044"/>
            <a:ext cx="1612440" cy="1612440"/>
          </a:xfrm>
          <a:prstGeom prst="rect">
            <a:avLst/>
          </a:prstGeom>
          <a:noFill/>
          <a:extLst>
            <a:ext uri="{909E8E84-426E-40DD-AFC4-6F175D3DCCD1}">
              <a14:hiddenFill xmlns:a14="http://schemas.microsoft.com/office/drawing/2010/main">
                <a:solidFill>
                  <a:srgbClr val="FFFFFF"/>
                </a:solidFill>
              </a14:hiddenFill>
            </a:ext>
          </a:extLst>
        </p:spPr>
      </p:pic>
      <p:pic>
        <p:nvPicPr>
          <p:cNvPr id="108" name="Picture 10" descr="Frame 1">
            <a:extLst>
              <a:ext uri="{FF2B5EF4-FFF2-40B4-BE49-F238E27FC236}">
                <a16:creationId xmlns:a16="http://schemas.microsoft.com/office/drawing/2014/main" id="{F70F20BE-DEA8-B44D-9210-1906B8C67F06}"/>
              </a:ext>
            </a:extLst>
          </p:cNvPr>
          <p:cNvPicPr>
            <a:picLocks noChangeAspect="1" noChangeArrowheads="1"/>
          </p:cNvPicPr>
          <p:nvPr/>
        </p:nvPicPr>
        <p:blipFill>
          <a:blip r:embed="rId22">
            <a:duotone>
              <a:prstClr val="black"/>
              <a:srgbClr val="FF0000">
                <a:tint val="45000"/>
                <a:satMod val="400000"/>
              </a:srgbClr>
            </a:duotone>
            <a:extLst>
              <a:ext uri="{28A0092B-C50C-407E-A947-70E740481C1C}">
                <a14:useLocalDpi xmlns:a14="http://schemas.microsoft.com/office/drawing/2010/main" val="0"/>
              </a:ext>
            </a:extLst>
          </a:blip>
          <a:srcRect/>
          <a:stretch>
            <a:fillRect/>
          </a:stretch>
        </p:blipFill>
        <p:spPr bwMode="auto">
          <a:xfrm>
            <a:off x="6928920" y="441541"/>
            <a:ext cx="1508990" cy="1508990"/>
          </a:xfrm>
          <a:prstGeom prst="rect">
            <a:avLst/>
          </a:prstGeom>
          <a:noFill/>
          <a:extLst>
            <a:ext uri="{909E8E84-426E-40DD-AFC4-6F175D3DCCD1}">
              <a14:hiddenFill xmlns:a14="http://schemas.microsoft.com/office/drawing/2010/main">
                <a:solidFill>
                  <a:srgbClr val="FFFFFF"/>
                </a:solidFill>
              </a14:hiddenFill>
            </a:ext>
          </a:extLst>
        </p:spPr>
      </p:pic>
      <p:pic>
        <p:nvPicPr>
          <p:cNvPr id="109" name="Picture 10" descr="Frame 1">
            <a:extLst>
              <a:ext uri="{FF2B5EF4-FFF2-40B4-BE49-F238E27FC236}">
                <a16:creationId xmlns:a16="http://schemas.microsoft.com/office/drawing/2014/main" id="{3EB61D09-7B2C-895E-C65F-3BDC6A3B035D}"/>
              </a:ext>
            </a:extLst>
          </p:cNvPr>
          <p:cNvPicPr>
            <a:picLocks noChangeAspect="1" noChangeArrowheads="1"/>
          </p:cNvPicPr>
          <p:nvPr/>
        </p:nvPicPr>
        <p:blipFill>
          <a:blip r:embed="rId22">
            <a:duotone>
              <a:prstClr val="black"/>
              <a:schemeClr val="accent4">
                <a:tint val="45000"/>
                <a:satMod val="400000"/>
              </a:schemeClr>
            </a:duotone>
            <a:extLst>
              <a:ext uri="{28A0092B-C50C-407E-A947-70E740481C1C}">
                <a14:useLocalDpi xmlns:a14="http://schemas.microsoft.com/office/drawing/2010/main" val="0"/>
              </a:ext>
            </a:extLst>
          </a:blip>
          <a:srcRect/>
          <a:stretch>
            <a:fillRect/>
          </a:stretch>
        </p:blipFill>
        <p:spPr bwMode="auto">
          <a:xfrm>
            <a:off x="7408700" y="1198795"/>
            <a:ext cx="1432229" cy="1432229"/>
          </a:xfrm>
          <a:prstGeom prst="rect">
            <a:avLst/>
          </a:prstGeom>
          <a:noFill/>
          <a:extLst>
            <a:ext uri="{909E8E84-426E-40DD-AFC4-6F175D3DCCD1}">
              <a14:hiddenFill xmlns:a14="http://schemas.microsoft.com/office/drawing/2010/main">
                <a:solidFill>
                  <a:srgbClr val="FFFFFF"/>
                </a:solidFill>
              </a14:hiddenFill>
            </a:ext>
          </a:extLst>
        </p:spPr>
      </p:pic>
      <p:pic>
        <p:nvPicPr>
          <p:cNvPr id="110" name="Picture 16" descr="Frame 1">
            <a:extLst>
              <a:ext uri="{FF2B5EF4-FFF2-40B4-BE49-F238E27FC236}">
                <a16:creationId xmlns:a16="http://schemas.microsoft.com/office/drawing/2014/main" id="{5FD73CC1-72BB-E366-2490-1B2EA3D83575}"/>
              </a:ext>
            </a:extLst>
          </p:cNvPr>
          <p:cNvPicPr>
            <a:picLocks noChangeAspect="1" noChangeArrowheads="1"/>
          </p:cNvPicPr>
          <p:nvPr/>
        </p:nvPicPr>
        <p:blipFill>
          <a:blip r:embed="rId23">
            <a:extLst>
              <a:ext uri="{28A0092B-C50C-407E-A947-70E740481C1C}">
                <a14:useLocalDpi xmlns:a14="http://schemas.microsoft.com/office/drawing/2010/main" val="0"/>
              </a:ext>
            </a:extLst>
          </a:blip>
          <a:srcRect/>
          <a:stretch>
            <a:fillRect/>
          </a:stretch>
        </p:blipFill>
        <p:spPr bwMode="auto">
          <a:xfrm>
            <a:off x="5823745" y="3090473"/>
            <a:ext cx="2160000" cy="2160000"/>
          </a:xfrm>
          <a:prstGeom prst="rect">
            <a:avLst/>
          </a:prstGeom>
          <a:noFill/>
          <a:extLst>
            <a:ext uri="{909E8E84-426E-40DD-AFC4-6F175D3DCCD1}">
              <a14:hiddenFill xmlns:a14="http://schemas.microsoft.com/office/drawing/2010/main">
                <a:solidFill>
                  <a:srgbClr val="FFFFFF"/>
                </a:solidFill>
              </a14:hiddenFill>
            </a:ext>
          </a:extLst>
        </p:spPr>
      </p:pic>
      <p:pic>
        <p:nvPicPr>
          <p:cNvPr id="112" name="Picture 18" descr="Frame 1">
            <a:extLst>
              <a:ext uri="{FF2B5EF4-FFF2-40B4-BE49-F238E27FC236}">
                <a16:creationId xmlns:a16="http://schemas.microsoft.com/office/drawing/2014/main" id="{257142D6-DE3E-BB9D-EF79-7FF9267E26CD}"/>
              </a:ext>
            </a:extLst>
          </p:cNvPr>
          <p:cNvPicPr>
            <a:picLocks noChangeAspect="1" noChangeArrowheads="1"/>
          </p:cNvPicPr>
          <p:nvPr/>
        </p:nvPicPr>
        <p:blipFill>
          <a:blip r:embed="rId24">
            <a:extLst>
              <a:ext uri="{28A0092B-C50C-407E-A947-70E740481C1C}">
                <a14:useLocalDpi xmlns:a14="http://schemas.microsoft.com/office/drawing/2010/main" val="0"/>
              </a:ext>
            </a:extLst>
          </a:blip>
          <a:srcRect/>
          <a:stretch>
            <a:fillRect/>
          </a:stretch>
        </p:blipFill>
        <p:spPr bwMode="auto">
          <a:xfrm>
            <a:off x="9236051" y="-567823"/>
            <a:ext cx="2160000" cy="2160000"/>
          </a:xfrm>
          <a:prstGeom prst="rect">
            <a:avLst/>
          </a:prstGeom>
          <a:noFill/>
          <a:extLst>
            <a:ext uri="{909E8E84-426E-40DD-AFC4-6F175D3DCCD1}">
              <a14:hiddenFill xmlns:a14="http://schemas.microsoft.com/office/drawing/2010/main">
                <a:solidFill>
                  <a:srgbClr val="FFFFFF"/>
                </a:solidFill>
              </a14:hiddenFill>
            </a:ext>
          </a:extLst>
        </p:spPr>
      </p:pic>
      <p:pic>
        <p:nvPicPr>
          <p:cNvPr id="113" name="Picture 14" descr="Frame 1">
            <a:extLst>
              <a:ext uri="{FF2B5EF4-FFF2-40B4-BE49-F238E27FC236}">
                <a16:creationId xmlns:a16="http://schemas.microsoft.com/office/drawing/2014/main" id="{B5F9B55F-48F8-95FF-4DDD-2C09B700A3E6}"/>
              </a:ext>
            </a:extLst>
          </p:cNvPr>
          <p:cNvPicPr>
            <a:picLocks noChangeAspect="1" noChangeArrowheads="1"/>
          </p:cNvPicPr>
          <p:nvPr/>
        </p:nvPicPr>
        <p:blipFill>
          <a:blip r:embed="rId25">
            <a:extLst>
              <a:ext uri="{28A0092B-C50C-407E-A947-70E740481C1C}">
                <a14:useLocalDpi xmlns:a14="http://schemas.microsoft.com/office/drawing/2010/main" val="0"/>
              </a:ext>
            </a:extLst>
          </a:blip>
          <a:srcRect/>
          <a:stretch>
            <a:fillRect/>
          </a:stretch>
        </p:blipFill>
        <p:spPr bwMode="auto">
          <a:xfrm>
            <a:off x="3063445" y="4406734"/>
            <a:ext cx="1954747" cy="195474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64118918"/>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D7D350D-9BFE-354F-D535-B488453C6503}"/>
            </a:ext>
          </a:extLst>
        </p:cNvPr>
        <p:cNvGrpSpPr/>
        <p:nvPr/>
      </p:nvGrpSpPr>
      <p:grpSpPr>
        <a:xfrm>
          <a:off x="0" y="0"/>
          <a:ext cx="0" cy="0"/>
          <a:chOff x="0" y="0"/>
          <a:chExt cx="0" cy="0"/>
        </a:xfrm>
      </p:grpSpPr>
      <p:cxnSp>
        <p:nvCxnSpPr>
          <p:cNvPr id="273" name="Straight Arrow Connector 268">
            <a:extLst>
              <a:ext uri="{FF2B5EF4-FFF2-40B4-BE49-F238E27FC236}">
                <a16:creationId xmlns:a16="http://schemas.microsoft.com/office/drawing/2014/main" id="{6AE3EB67-358E-222F-03A4-3C4A74ADDF93}"/>
              </a:ext>
            </a:extLst>
          </p:cNvPr>
          <p:cNvCxnSpPr>
            <a:cxnSpLocks/>
            <a:stCxn id="270" idx="1"/>
            <a:endCxn id="223" idx="2"/>
          </p:cNvCxnSpPr>
          <p:nvPr/>
        </p:nvCxnSpPr>
        <p:spPr>
          <a:xfrm rot="10800000">
            <a:off x="2758131" y="3180879"/>
            <a:ext cx="4115637" cy="2550775"/>
          </a:xfrm>
          <a:prstGeom prst="curvedConnector2">
            <a:avLst/>
          </a:prstGeom>
          <a:ln w="19050">
            <a:solidFill>
              <a:srgbClr val="FF0000"/>
            </a:solidFill>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25" name="Straight Arrow Connector 268">
            <a:extLst>
              <a:ext uri="{FF2B5EF4-FFF2-40B4-BE49-F238E27FC236}">
                <a16:creationId xmlns:a16="http://schemas.microsoft.com/office/drawing/2014/main" id="{F5058B17-8066-2AF4-BC3D-645B274A4A16}"/>
              </a:ext>
            </a:extLst>
          </p:cNvPr>
          <p:cNvCxnSpPr>
            <a:cxnSpLocks/>
            <a:stCxn id="11" idx="2"/>
            <a:endCxn id="375" idx="3"/>
          </p:cNvCxnSpPr>
          <p:nvPr/>
        </p:nvCxnSpPr>
        <p:spPr>
          <a:xfrm rot="5400000">
            <a:off x="5392586" y="2313150"/>
            <a:ext cx="4157550" cy="394353"/>
          </a:xfrm>
          <a:prstGeom prst="curvedConnector2">
            <a:avLst/>
          </a:prstGeom>
          <a:ln w="19050">
            <a:solidFill>
              <a:srgbClr val="FF0000"/>
            </a:solidFill>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57" name="Groupe 156">
            <a:extLst>
              <a:ext uri="{FF2B5EF4-FFF2-40B4-BE49-F238E27FC236}">
                <a16:creationId xmlns:a16="http://schemas.microsoft.com/office/drawing/2014/main" id="{B788DD8E-CDE2-2A06-4EBC-3C1E555F47AF}"/>
              </a:ext>
            </a:extLst>
          </p:cNvPr>
          <p:cNvGrpSpPr>
            <a:grpSpLocks/>
          </p:cNvGrpSpPr>
          <p:nvPr/>
        </p:nvGrpSpPr>
        <p:grpSpPr>
          <a:xfrm>
            <a:off x="3163585" y="332716"/>
            <a:ext cx="1484123" cy="361097"/>
            <a:chOff x="4623968" y="908424"/>
            <a:chExt cx="1484123" cy="493758"/>
          </a:xfrm>
        </p:grpSpPr>
        <p:sp>
          <p:nvSpPr>
            <p:cNvPr id="2" name="Rectangle 1">
              <a:extLst>
                <a:ext uri="{FF2B5EF4-FFF2-40B4-BE49-F238E27FC236}">
                  <a16:creationId xmlns:a16="http://schemas.microsoft.com/office/drawing/2014/main" id="{2B1D16E8-F0ED-242B-B241-0B0439A17456}"/>
                </a:ext>
              </a:extLst>
            </p:cNvPr>
            <p:cNvSpPr>
              <a:spLocks/>
            </p:cNvSpPr>
            <p:nvPr/>
          </p:nvSpPr>
          <p:spPr>
            <a:xfrm>
              <a:off x="4667722" y="908424"/>
              <a:ext cx="980251" cy="493758"/>
            </a:xfrm>
            <a:prstGeom prst="rect">
              <a:avLst/>
            </a:prstGeom>
            <a:solidFill>
              <a:schemeClr val="accent6">
                <a:lumMod val="20000"/>
                <a:lumOff val="80000"/>
              </a:schemeClr>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3" name="ZoneTexte 2">
              <a:extLst>
                <a:ext uri="{FF2B5EF4-FFF2-40B4-BE49-F238E27FC236}">
                  <a16:creationId xmlns:a16="http://schemas.microsoft.com/office/drawing/2014/main" id="{4EA4D213-9DA6-E8FC-97E8-A4350BF82352}"/>
                </a:ext>
              </a:extLst>
            </p:cNvPr>
            <p:cNvSpPr txBox="1">
              <a:spLocks/>
            </p:cNvSpPr>
            <p:nvPr/>
          </p:nvSpPr>
          <p:spPr>
            <a:xfrm>
              <a:off x="4623968" y="989254"/>
              <a:ext cx="1484123" cy="276999"/>
            </a:xfrm>
            <a:prstGeom prst="rect">
              <a:avLst/>
            </a:prstGeom>
            <a:noFill/>
          </p:spPr>
          <p:txBody>
            <a:bodyPr wrap="square" rtlCol="0">
              <a:spAutoFit/>
            </a:bodyPr>
            <a:lstStyle/>
            <a:p>
              <a:r>
                <a:rPr lang="fr-CA" sz="1200" dirty="0" err="1"/>
                <a:t>mod_upload</a:t>
              </a:r>
              <a:endParaRPr lang="fr-CA" sz="1200" dirty="0"/>
            </a:p>
          </p:txBody>
        </p:sp>
      </p:grpSp>
      <p:grpSp>
        <p:nvGrpSpPr>
          <p:cNvPr id="4" name="Groupe 3">
            <a:extLst>
              <a:ext uri="{FF2B5EF4-FFF2-40B4-BE49-F238E27FC236}">
                <a16:creationId xmlns:a16="http://schemas.microsoft.com/office/drawing/2014/main" id="{8A67CC49-A862-75AD-F109-820BEE2F2018}"/>
              </a:ext>
            </a:extLst>
          </p:cNvPr>
          <p:cNvGrpSpPr>
            <a:grpSpLocks/>
          </p:cNvGrpSpPr>
          <p:nvPr/>
        </p:nvGrpSpPr>
        <p:grpSpPr>
          <a:xfrm>
            <a:off x="158273" y="246680"/>
            <a:ext cx="1297136" cy="416203"/>
            <a:chOff x="4083907" y="1248465"/>
            <a:chExt cx="1297136" cy="416203"/>
          </a:xfrm>
        </p:grpSpPr>
        <p:sp>
          <p:nvSpPr>
            <p:cNvPr id="5" name="Rectangle: Rounded Corners 292">
              <a:extLst>
                <a:ext uri="{FF2B5EF4-FFF2-40B4-BE49-F238E27FC236}">
                  <a16:creationId xmlns:a16="http://schemas.microsoft.com/office/drawing/2014/main" id="{DD49DA95-18EE-6878-C13E-7D3BDD66185C}"/>
                </a:ext>
              </a:extLst>
            </p:cNvPr>
            <p:cNvSpPr>
              <a:spLocks/>
            </p:cNvSpPr>
            <p:nvPr/>
          </p:nvSpPr>
          <p:spPr>
            <a:xfrm>
              <a:off x="4083907" y="1248465"/>
              <a:ext cx="1297136" cy="393322"/>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nvGrpSpPr>
            <p:cNvPr id="6" name="Groupe 5">
              <a:extLst>
                <a:ext uri="{FF2B5EF4-FFF2-40B4-BE49-F238E27FC236}">
                  <a16:creationId xmlns:a16="http://schemas.microsoft.com/office/drawing/2014/main" id="{0440A13B-A4B6-52A3-96FF-98BF20042B82}"/>
                </a:ext>
              </a:extLst>
            </p:cNvPr>
            <p:cNvGrpSpPr>
              <a:grpSpLocks/>
            </p:cNvGrpSpPr>
            <p:nvPr/>
          </p:nvGrpSpPr>
          <p:grpSpPr>
            <a:xfrm>
              <a:off x="4152592" y="1264558"/>
              <a:ext cx="1228451" cy="400110"/>
              <a:chOff x="742629" y="4849342"/>
              <a:chExt cx="1197780" cy="400110"/>
            </a:xfrm>
          </p:grpSpPr>
          <p:pic>
            <p:nvPicPr>
              <p:cNvPr id="7" name="Image 6">
                <a:extLst>
                  <a:ext uri="{FF2B5EF4-FFF2-40B4-BE49-F238E27FC236}">
                    <a16:creationId xmlns:a16="http://schemas.microsoft.com/office/drawing/2014/main" id="{3CFE73F8-A96D-804D-8BE4-4225DB455E75}"/>
                  </a:ext>
                </a:extLst>
              </p:cNvPr>
              <p:cNvPicPr>
                <a:picLocks noChangeAspect="1"/>
              </p:cNvPicPr>
              <p:nvPr/>
            </p:nvPicPr>
            <p:blipFill>
              <a:blip r:embed="rId3"/>
              <a:srcRect l="32281" t="21446" r="38245" b="22906"/>
              <a:stretch/>
            </p:blipFill>
            <p:spPr>
              <a:xfrm>
                <a:off x="742629" y="4884432"/>
                <a:ext cx="287206" cy="304309"/>
              </a:xfrm>
              <a:prstGeom prst="rect">
                <a:avLst/>
              </a:prstGeom>
            </p:spPr>
          </p:pic>
          <p:sp>
            <p:nvSpPr>
              <p:cNvPr id="8" name="TextBox 132">
                <a:extLst>
                  <a:ext uri="{FF2B5EF4-FFF2-40B4-BE49-F238E27FC236}">
                    <a16:creationId xmlns:a16="http://schemas.microsoft.com/office/drawing/2014/main" id="{25C17963-77F9-80D7-6341-4D71AA885B55}"/>
                  </a:ext>
                </a:extLst>
              </p:cNvPr>
              <p:cNvSpPr txBox="1">
                <a:spLocks/>
              </p:cNvSpPr>
              <p:nvPr/>
            </p:nvSpPr>
            <p:spPr>
              <a:xfrm>
                <a:off x="990025" y="4849342"/>
                <a:ext cx="950384" cy="400110"/>
              </a:xfrm>
              <a:prstGeom prst="rect">
                <a:avLst/>
              </a:prstGeom>
              <a:noFill/>
            </p:spPr>
            <p:txBody>
              <a:bodyPr wrap="square" rtlCol="0">
                <a:spAutoFit/>
              </a:bodyPr>
              <a:lstStyle/>
              <a:p>
                <a:r>
                  <a:rPr lang="fr-CA" sz="1000" dirty="0"/>
                  <a:t>formulaire_saisie_OER.xlsx</a:t>
                </a:r>
              </a:p>
            </p:txBody>
          </p:sp>
        </p:grpSp>
      </p:grpSp>
      <p:grpSp>
        <p:nvGrpSpPr>
          <p:cNvPr id="9" name="Groupe 8">
            <a:extLst>
              <a:ext uri="{FF2B5EF4-FFF2-40B4-BE49-F238E27FC236}">
                <a16:creationId xmlns:a16="http://schemas.microsoft.com/office/drawing/2014/main" id="{06F60143-678D-D006-B51E-C6190F103F88}"/>
              </a:ext>
            </a:extLst>
          </p:cNvPr>
          <p:cNvGrpSpPr>
            <a:grpSpLocks/>
          </p:cNvGrpSpPr>
          <p:nvPr/>
        </p:nvGrpSpPr>
        <p:grpSpPr>
          <a:xfrm>
            <a:off x="7101980" y="144988"/>
            <a:ext cx="1294855" cy="286563"/>
            <a:chOff x="6278184" y="1050476"/>
            <a:chExt cx="1294855" cy="286563"/>
          </a:xfrm>
        </p:grpSpPr>
        <p:grpSp>
          <p:nvGrpSpPr>
            <p:cNvPr id="10" name="Groupe 9">
              <a:extLst>
                <a:ext uri="{FF2B5EF4-FFF2-40B4-BE49-F238E27FC236}">
                  <a16:creationId xmlns:a16="http://schemas.microsoft.com/office/drawing/2014/main" id="{0711C32D-4E72-3316-55F2-E0F14E8A82CE}"/>
                </a:ext>
              </a:extLst>
            </p:cNvPr>
            <p:cNvGrpSpPr>
              <a:grpSpLocks/>
            </p:cNvGrpSpPr>
            <p:nvPr/>
          </p:nvGrpSpPr>
          <p:grpSpPr>
            <a:xfrm>
              <a:off x="6292297" y="1090818"/>
              <a:ext cx="1280742" cy="246221"/>
              <a:chOff x="752589" y="2626239"/>
              <a:chExt cx="1280742" cy="246221"/>
            </a:xfrm>
          </p:grpSpPr>
          <p:pic>
            <p:nvPicPr>
              <p:cNvPr id="12" name="Graphique 11" descr="Base de données avec un remplissage uni">
                <a:extLst>
                  <a:ext uri="{FF2B5EF4-FFF2-40B4-BE49-F238E27FC236}">
                    <a16:creationId xmlns:a16="http://schemas.microsoft.com/office/drawing/2014/main" id="{D6645DFD-F713-6070-2A7F-BBFC397C0DE0}"/>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752589" y="2655273"/>
                <a:ext cx="174699" cy="174699"/>
              </a:xfrm>
              <a:prstGeom prst="rect">
                <a:avLst/>
              </a:prstGeom>
            </p:spPr>
          </p:pic>
          <p:sp>
            <p:nvSpPr>
              <p:cNvPr id="13" name="TextBox 132">
                <a:extLst>
                  <a:ext uri="{FF2B5EF4-FFF2-40B4-BE49-F238E27FC236}">
                    <a16:creationId xmlns:a16="http://schemas.microsoft.com/office/drawing/2014/main" id="{9C69A060-7086-6966-45C4-4A95575AAB73}"/>
                  </a:ext>
                </a:extLst>
              </p:cNvPr>
              <p:cNvSpPr txBox="1">
                <a:spLocks/>
              </p:cNvSpPr>
              <p:nvPr/>
            </p:nvSpPr>
            <p:spPr>
              <a:xfrm>
                <a:off x="839938" y="2626239"/>
                <a:ext cx="1193393" cy="246221"/>
              </a:xfrm>
              <a:prstGeom prst="rect">
                <a:avLst/>
              </a:prstGeom>
              <a:noFill/>
            </p:spPr>
            <p:txBody>
              <a:bodyPr wrap="square" rtlCol="0">
                <a:spAutoFit/>
              </a:bodyPr>
              <a:lstStyle/>
              <a:p>
                <a:r>
                  <a:rPr lang="fr-CA" sz="1000" dirty="0"/>
                  <a:t>lac1_data_lac()</a:t>
                </a:r>
              </a:p>
            </p:txBody>
          </p:sp>
        </p:grpSp>
        <p:sp>
          <p:nvSpPr>
            <p:cNvPr id="11" name="Rectangle: Rounded Corners 292">
              <a:extLst>
                <a:ext uri="{FF2B5EF4-FFF2-40B4-BE49-F238E27FC236}">
                  <a16:creationId xmlns:a16="http://schemas.microsoft.com/office/drawing/2014/main" id="{6BCBC2D6-9485-2EAC-D94A-2A8EDFB0AD84}"/>
                </a:ext>
              </a:extLst>
            </p:cNvPr>
            <p:cNvSpPr>
              <a:spLocks/>
            </p:cNvSpPr>
            <p:nvPr/>
          </p:nvSpPr>
          <p:spPr>
            <a:xfrm>
              <a:off x="6278184" y="1050476"/>
              <a:ext cx="1133114" cy="28656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cxnSp>
        <p:nvCxnSpPr>
          <p:cNvPr id="14" name="Straight Arrow Connector 268">
            <a:extLst>
              <a:ext uri="{FF2B5EF4-FFF2-40B4-BE49-F238E27FC236}">
                <a16:creationId xmlns:a16="http://schemas.microsoft.com/office/drawing/2014/main" id="{64A762CD-A039-0531-3F11-F0763848C8C5}"/>
              </a:ext>
            </a:extLst>
          </p:cNvPr>
          <p:cNvCxnSpPr>
            <a:cxnSpLocks/>
            <a:stCxn id="5" idx="3"/>
            <a:endCxn id="130" idx="1"/>
          </p:cNvCxnSpPr>
          <p:nvPr/>
        </p:nvCxnSpPr>
        <p:spPr>
          <a:xfrm>
            <a:off x="1455409" y="443341"/>
            <a:ext cx="369775" cy="31784"/>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0" name="Straight Arrow Connector 268">
            <a:extLst>
              <a:ext uri="{FF2B5EF4-FFF2-40B4-BE49-F238E27FC236}">
                <a16:creationId xmlns:a16="http://schemas.microsoft.com/office/drawing/2014/main" id="{B016B4CC-8988-ABE9-62E3-FDAB867CBB60}"/>
              </a:ext>
            </a:extLst>
          </p:cNvPr>
          <p:cNvCxnSpPr>
            <a:cxnSpLocks/>
            <a:stCxn id="2" idx="3"/>
            <a:endCxn id="11" idx="1"/>
          </p:cNvCxnSpPr>
          <p:nvPr/>
        </p:nvCxnSpPr>
        <p:spPr>
          <a:xfrm flipV="1">
            <a:off x="4187590" y="288270"/>
            <a:ext cx="2914390" cy="22499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79" name="Groupe 178">
            <a:extLst>
              <a:ext uri="{FF2B5EF4-FFF2-40B4-BE49-F238E27FC236}">
                <a16:creationId xmlns:a16="http://schemas.microsoft.com/office/drawing/2014/main" id="{1499848B-49C4-6813-68F1-908E11A93F70}"/>
              </a:ext>
            </a:extLst>
          </p:cNvPr>
          <p:cNvGrpSpPr>
            <a:grpSpLocks/>
          </p:cNvGrpSpPr>
          <p:nvPr/>
        </p:nvGrpSpPr>
        <p:grpSpPr>
          <a:xfrm>
            <a:off x="10529308" y="181731"/>
            <a:ext cx="2019216" cy="1689065"/>
            <a:chOff x="9131121" y="437191"/>
            <a:chExt cx="2019216" cy="1689065"/>
          </a:xfrm>
        </p:grpSpPr>
        <p:sp>
          <p:nvSpPr>
            <p:cNvPr id="55" name="Rectangle 54">
              <a:extLst>
                <a:ext uri="{FF2B5EF4-FFF2-40B4-BE49-F238E27FC236}">
                  <a16:creationId xmlns:a16="http://schemas.microsoft.com/office/drawing/2014/main" id="{0D62D9F3-A0C2-2724-9C24-0FB0ECA95897}"/>
                </a:ext>
              </a:extLst>
            </p:cNvPr>
            <p:cNvSpPr>
              <a:spLocks/>
            </p:cNvSpPr>
            <p:nvPr/>
          </p:nvSpPr>
          <p:spPr>
            <a:xfrm>
              <a:off x="9184741" y="468974"/>
              <a:ext cx="1457805" cy="1657282"/>
            </a:xfrm>
            <a:prstGeom prst="rect">
              <a:avLst/>
            </a:prstGeom>
            <a:solidFill>
              <a:schemeClr val="accent4">
                <a:lumMod val="20000"/>
                <a:lumOff val="80000"/>
              </a:schemeClr>
            </a:solid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56" name="ZoneTexte 55">
              <a:extLst>
                <a:ext uri="{FF2B5EF4-FFF2-40B4-BE49-F238E27FC236}">
                  <a16:creationId xmlns:a16="http://schemas.microsoft.com/office/drawing/2014/main" id="{0E728496-2B73-BE36-9D77-484FFF2F3B6B}"/>
                </a:ext>
              </a:extLst>
            </p:cNvPr>
            <p:cNvSpPr txBox="1">
              <a:spLocks/>
            </p:cNvSpPr>
            <p:nvPr/>
          </p:nvSpPr>
          <p:spPr>
            <a:xfrm>
              <a:off x="9131121" y="437191"/>
              <a:ext cx="2019216" cy="261610"/>
            </a:xfrm>
            <a:prstGeom prst="rect">
              <a:avLst/>
            </a:prstGeom>
            <a:noFill/>
          </p:spPr>
          <p:txBody>
            <a:bodyPr wrap="square" rtlCol="0">
              <a:spAutoFit/>
            </a:bodyPr>
            <a:lstStyle/>
            <a:p>
              <a:r>
                <a:rPr lang="fr-CA" sz="1100" dirty="0" err="1"/>
                <a:t>mod_visualisationbrute</a:t>
              </a:r>
              <a:endParaRPr lang="fr-CA" sz="1100" dirty="0"/>
            </a:p>
          </p:txBody>
        </p:sp>
        <p:grpSp>
          <p:nvGrpSpPr>
            <p:cNvPr id="62" name="Groupe 61">
              <a:extLst>
                <a:ext uri="{FF2B5EF4-FFF2-40B4-BE49-F238E27FC236}">
                  <a16:creationId xmlns:a16="http://schemas.microsoft.com/office/drawing/2014/main" id="{4B540B16-4D3A-CF55-6A6E-CAEACF685966}"/>
                </a:ext>
              </a:extLst>
            </p:cNvPr>
            <p:cNvGrpSpPr>
              <a:grpSpLocks/>
            </p:cNvGrpSpPr>
            <p:nvPr/>
          </p:nvGrpSpPr>
          <p:grpSpPr>
            <a:xfrm>
              <a:off x="9362581" y="1002042"/>
              <a:ext cx="805607" cy="286149"/>
              <a:chOff x="4560188" y="3016037"/>
              <a:chExt cx="805607" cy="286149"/>
            </a:xfrm>
          </p:grpSpPr>
          <p:sp>
            <p:nvSpPr>
              <p:cNvPr id="63" name="Rectangle: Rounded Corners 292">
                <a:extLst>
                  <a:ext uri="{FF2B5EF4-FFF2-40B4-BE49-F238E27FC236}">
                    <a16:creationId xmlns:a16="http://schemas.microsoft.com/office/drawing/2014/main" id="{D430F89A-7CDF-2B3E-18C6-19C40F498899}"/>
                  </a:ext>
                </a:extLst>
              </p:cNvPr>
              <p:cNvSpPr>
                <a:spLocks/>
              </p:cNvSpPr>
              <p:nvPr/>
            </p:nvSpPr>
            <p:spPr>
              <a:xfrm>
                <a:off x="4560188" y="3016037"/>
                <a:ext cx="760814"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64" name="Groupe 63">
                <a:extLst>
                  <a:ext uri="{FF2B5EF4-FFF2-40B4-BE49-F238E27FC236}">
                    <a16:creationId xmlns:a16="http://schemas.microsoft.com/office/drawing/2014/main" id="{D217F133-E461-346F-E22D-647EEF31E2B6}"/>
                  </a:ext>
                </a:extLst>
              </p:cNvPr>
              <p:cNvGrpSpPr>
                <a:grpSpLocks/>
              </p:cNvGrpSpPr>
              <p:nvPr/>
            </p:nvGrpSpPr>
            <p:grpSpPr>
              <a:xfrm>
                <a:off x="4643184" y="3021918"/>
                <a:ext cx="722611" cy="280268"/>
                <a:chOff x="684754" y="2369830"/>
                <a:chExt cx="722611" cy="280268"/>
              </a:xfrm>
            </p:grpSpPr>
            <p:pic>
              <p:nvPicPr>
                <p:cNvPr id="65" name="Graphique 64" descr="Tableau avec un remplissage uni">
                  <a:extLst>
                    <a:ext uri="{FF2B5EF4-FFF2-40B4-BE49-F238E27FC236}">
                      <a16:creationId xmlns:a16="http://schemas.microsoft.com/office/drawing/2014/main" id="{D7DDC0F1-182F-B16B-CD86-A82329620037}"/>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84754" y="2369830"/>
                  <a:ext cx="280268" cy="280268"/>
                </a:xfrm>
                <a:prstGeom prst="rect">
                  <a:avLst/>
                </a:prstGeom>
              </p:spPr>
            </p:pic>
            <p:sp>
              <p:nvSpPr>
                <p:cNvPr id="66" name="TextBox 132">
                  <a:extLst>
                    <a:ext uri="{FF2B5EF4-FFF2-40B4-BE49-F238E27FC236}">
                      <a16:creationId xmlns:a16="http://schemas.microsoft.com/office/drawing/2014/main" id="{76889C5E-349C-D91D-6BA9-B4D62E3B6694}"/>
                    </a:ext>
                  </a:extLst>
                </p:cNvPr>
                <p:cNvSpPr txBox="1">
                  <a:spLocks/>
                </p:cNvSpPr>
                <p:nvPr/>
              </p:nvSpPr>
              <p:spPr>
                <a:xfrm>
                  <a:off x="886233" y="2416748"/>
                  <a:ext cx="521132" cy="169277"/>
                </a:xfrm>
                <a:prstGeom prst="rect">
                  <a:avLst/>
                </a:prstGeom>
                <a:noFill/>
              </p:spPr>
              <p:txBody>
                <a:bodyPr wrap="square" rtlCol="0">
                  <a:spAutoFit/>
                </a:bodyPr>
                <a:lstStyle/>
                <a:p>
                  <a:r>
                    <a:rPr lang="fr-CA" sz="500" dirty="0" err="1"/>
                    <a:t>brut_table</a:t>
                  </a:r>
                  <a:endParaRPr lang="fr-CA" sz="500" dirty="0"/>
                </a:p>
              </p:txBody>
            </p:sp>
          </p:grpSp>
        </p:grpSp>
        <p:grpSp>
          <p:nvGrpSpPr>
            <p:cNvPr id="67" name="Groupe 66">
              <a:extLst>
                <a:ext uri="{FF2B5EF4-FFF2-40B4-BE49-F238E27FC236}">
                  <a16:creationId xmlns:a16="http://schemas.microsoft.com/office/drawing/2014/main" id="{8738AE51-42F8-6150-7B0F-C4A958FFE264}"/>
                </a:ext>
              </a:extLst>
            </p:cNvPr>
            <p:cNvGrpSpPr>
              <a:grpSpLocks/>
            </p:cNvGrpSpPr>
            <p:nvPr/>
          </p:nvGrpSpPr>
          <p:grpSpPr>
            <a:xfrm>
              <a:off x="9362581" y="1393306"/>
              <a:ext cx="976092" cy="286149"/>
              <a:chOff x="4560187" y="3016037"/>
              <a:chExt cx="976092" cy="286149"/>
            </a:xfrm>
          </p:grpSpPr>
          <p:sp>
            <p:nvSpPr>
              <p:cNvPr id="68" name="Rectangle: Rounded Corners 292">
                <a:extLst>
                  <a:ext uri="{FF2B5EF4-FFF2-40B4-BE49-F238E27FC236}">
                    <a16:creationId xmlns:a16="http://schemas.microsoft.com/office/drawing/2014/main" id="{2B15D7E6-2D1F-9E38-2148-DA71589B704C}"/>
                  </a:ext>
                </a:extLst>
              </p:cNvPr>
              <p:cNvSpPr>
                <a:spLocks/>
              </p:cNvSpPr>
              <p:nvPr/>
            </p:nvSpPr>
            <p:spPr>
              <a:xfrm>
                <a:off x="4560187" y="3016037"/>
                <a:ext cx="899251"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69" name="Groupe 68">
                <a:extLst>
                  <a:ext uri="{FF2B5EF4-FFF2-40B4-BE49-F238E27FC236}">
                    <a16:creationId xmlns:a16="http://schemas.microsoft.com/office/drawing/2014/main" id="{2FDCDF13-DB45-8717-1548-226C2599FC1E}"/>
                  </a:ext>
                </a:extLst>
              </p:cNvPr>
              <p:cNvGrpSpPr>
                <a:grpSpLocks/>
              </p:cNvGrpSpPr>
              <p:nvPr/>
            </p:nvGrpSpPr>
            <p:grpSpPr>
              <a:xfrm>
                <a:off x="4643184" y="3021918"/>
                <a:ext cx="893095" cy="280268"/>
                <a:chOff x="684754" y="2369830"/>
                <a:chExt cx="893095" cy="280268"/>
              </a:xfrm>
            </p:grpSpPr>
            <p:pic>
              <p:nvPicPr>
                <p:cNvPr id="70" name="Graphique 69" descr="Tableau avec un remplissage uni">
                  <a:extLst>
                    <a:ext uri="{FF2B5EF4-FFF2-40B4-BE49-F238E27FC236}">
                      <a16:creationId xmlns:a16="http://schemas.microsoft.com/office/drawing/2014/main" id="{A50E5F39-B58D-468E-FA6D-E68A52132C1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84754" y="2369830"/>
                  <a:ext cx="280268" cy="280268"/>
                </a:xfrm>
                <a:prstGeom prst="rect">
                  <a:avLst/>
                </a:prstGeom>
              </p:spPr>
            </p:pic>
            <p:sp>
              <p:nvSpPr>
                <p:cNvPr id="71" name="TextBox 132">
                  <a:extLst>
                    <a:ext uri="{FF2B5EF4-FFF2-40B4-BE49-F238E27FC236}">
                      <a16:creationId xmlns:a16="http://schemas.microsoft.com/office/drawing/2014/main" id="{205279DB-309D-D9F5-23B8-16A3D8D36717}"/>
                    </a:ext>
                  </a:extLst>
                </p:cNvPr>
                <p:cNvSpPr txBox="1">
                  <a:spLocks/>
                </p:cNvSpPr>
                <p:nvPr/>
              </p:nvSpPr>
              <p:spPr>
                <a:xfrm>
                  <a:off x="886233" y="2416748"/>
                  <a:ext cx="691616" cy="169277"/>
                </a:xfrm>
                <a:prstGeom prst="rect">
                  <a:avLst/>
                </a:prstGeom>
                <a:noFill/>
              </p:spPr>
              <p:txBody>
                <a:bodyPr wrap="square" rtlCol="0">
                  <a:spAutoFit/>
                </a:bodyPr>
                <a:lstStyle/>
                <a:p>
                  <a:r>
                    <a:rPr lang="fr-CA" sz="500" dirty="0" err="1"/>
                    <a:t>comment_table</a:t>
                  </a:r>
                  <a:endParaRPr lang="fr-CA" sz="500" dirty="0"/>
                </a:p>
              </p:txBody>
            </p:sp>
          </p:grpSp>
        </p:grpSp>
        <p:grpSp>
          <p:nvGrpSpPr>
            <p:cNvPr id="72" name="Groupe 71">
              <a:extLst>
                <a:ext uri="{FF2B5EF4-FFF2-40B4-BE49-F238E27FC236}">
                  <a16:creationId xmlns:a16="http://schemas.microsoft.com/office/drawing/2014/main" id="{68A8B3D2-4FB7-B034-5BF9-8C71F3016999}"/>
                </a:ext>
              </a:extLst>
            </p:cNvPr>
            <p:cNvGrpSpPr>
              <a:grpSpLocks/>
            </p:cNvGrpSpPr>
            <p:nvPr/>
          </p:nvGrpSpPr>
          <p:grpSpPr>
            <a:xfrm>
              <a:off x="9375925" y="647766"/>
              <a:ext cx="1248373" cy="284371"/>
              <a:chOff x="740332" y="3429000"/>
              <a:chExt cx="1248373" cy="284371"/>
            </a:xfrm>
          </p:grpSpPr>
          <p:sp>
            <p:nvSpPr>
              <p:cNvPr id="73" name="Rectangle: Rounded Corners 292">
                <a:extLst>
                  <a:ext uri="{FF2B5EF4-FFF2-40B4-BE49-F238E27FC236}">
                    <a16:creationId xmlns:a16="http://schemas.microsoft.com/office/drawing/2014/main" id="{B80D6688-3237-8B2B-4BDE-7D00E9E7A94B}"/>
                  </a:ext>
                </a:extLst>
              </p:cNvPr>
              <p:cNvSpPr>
                <a:spLocks/>
              </p:cNvSpPr>
              <p:nvPr/>
            </p:nvSpPr>
            <p:spPr>
              <a:xfrm>
                <a:off x="740332" y="3429000"/>
                <a:ext cx="1248373"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74" name="Groupe 73">
                <a:extLst>
                  <a:ext uri="{FF2B5EF4-FFF2-40B4-BE49-F238E27FC236}">
                    <a16:creationId xmlns:a16="http://schemas.microsoft.com/office/drawing/2014/main" id="{8252632A-EE8F-ACBA-8CAB-F6F4CDEE5501}"/>
                  </a:ext>
                </a:extLst>
              </p:cNvPr>
              <p:cNvGrpSpPr>
                <a:grpSpLocks/>
              </p:cNvGrpSpPr>
              <p:nvPr/>
            </p:nvGrpSpPr>
            <p:grpSpPr>
              <a:xfrm>
                <a:off x="761837" y="3436287"/>
                <a:ext cx="1193607" cy="254204"/>
                <a:chOff x="814800" y="3911539"/>
                <a:chExt cx="1193607" cy="254204"/>
              </a:xfrm>
            </p:grpSpPr>
            <p:sp>
              <p:nvSpPr>
                <p:cNvPr id="75" name="TextBox 132">
                  <a:extLst>
                    <a:ext uri="{FF2B5EF4-FFF2-40B4-BE49-F238E27FC236}">
                      <a16:creationId xmlns:a16="http://schemas.microsoft.com/office/drawing/2014/main" id="{CF47E0AA-506A-A416-EA4B-D0E41C2ED878}"/>
                    </a:ext>
                  </a:extLst>
                </p:cNvPr>
                <p:cNvSpPr txBox="1">
                  <a:spLocks/>
                </p:cNvSpPr>
                <p:nvPr/>
              </p:nvSpPr>
              <p:spPr>
                <a:xfrm>
                  <a:off x="955705" y="3950299"/>
                  <a:ext cx="1052702" cy="215444"/>
                </a:xfrm>
                <a:prstGeom prst="rect">
                  <a:avLst/>
                </a:prstGeom>
                <a:noFill/>
              </p:spPr>
              <p:txBody>
                <a:bodyPr wrap="square" rtlCol="0">
                  <a:spAutoFit/>
                </a:bodyPr>
                <a:lstStyle/>
                <a:p>
                  <a:r>
                    <a:rPr lang="fr-CA" sz="800" dirty="0" err="1"/>
                    <a:t>title_visualisation</a:t>
                  </a:r>
                  <a:endParaRPr lang="fr-CA" sz="500" dirty="0"/>
                </a:p>
              </p:txBody>
            </p:sp>
            <p:pic>
              <p:nvPicPr>
                <p:cNvPr id="76" name="Image 75">
                  <a:extLst>
                    <a:ext uri="{FF2B5EF4-FFF2-40B4-BE49-F238E27FC236}">
                      <a16:creationId xmlns:a16="http://schemas.microsoft.com/office/drawing/2014/main" id="{27B26CCC-6EB4-E01A-2202-46F2D58A40D3}"/>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77" name="Groupe 76">
              <a:extLst>
                <a:ext uri="{FF2B5EF4-FFF2-40B4-BE49-F238E27FC236}">
                  <a16:creationId xmlns:a16="http://schemas.microsoft.com/office/drawing/2014/main" id="{580803EB-AC82-F6E6-FFEB-784E9891A1A2}"/>
                </a:ext>
              </a:extLst>
            </p:cNvPr>
            <p:cNvGrpSpPr>
              <a:grpSpLocks/>
            </p:cNvGrpSpPr>
            <p:nvPr/>
          </p:nvGrpSpPr>
          <p:grpSpPr>
            <a:xfrm>
              <a:off x="9400444" y="1749811"/>
              <a:ext cx="910658" cy="284371"/>
              <a:chOff x="712350" y="4155091"/>
              <a:chExt cx="910658" cy="284371"/>
            </a:xfrm>
          </p:grpSpPr>
          <p:sp>
            <p:nvSpPr>
              <p:cNvPr id="78" name="Rectangle: Rounded Corners 292">
                <a:extLst>
                  <a:ext uri="{FF2B5EF4-FFF2-40B4-BE49-F238E27FC236}">
                    <a16:creationId xmlns:a16="http://schemas.microsoft.com/office/drawing/2014/main" id="{0522931F-62B8-FB1F-FA03-EA152F73546A}"/>
                  </a:ext>
                </a:extLst>
              </p:cNvPr>
              <p:cNvSpPr>
                <a:spLocks/>
              </p:cNvSpPr>
              <p:nvPr/>
            </p:nvSpPr>
            <p:spPr>
              <a:xfrm>
                <a:off x="712350" y="4155091"/>
                <a:ext cx="910658"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79" name="Groupe 78">
                <a:extLst>
                  <a:ext uri="{FF2B5EF4-FFF2-40B4-BE49-F238E27FC236}">
                    <a16:creationId xmlns:a16="http://schemas.microsoft.com/office/drawing/2014/main" id="{F5B71088-C872-13AF-694C-05E572CD2FFC}"/>
                  </a:ext>
                </a:extLst>
              </p:cNvPr>
              <p:cNvGrpSpPr>
                <a:grpSpLocks/>
              </p:cNvGrpSpPr>
              <p:nvPr/>
            </p:nvGrpSpPr>
            <p:grpSpPr>
              <a:xfrm>
                <a:off x="795310" y="4195999"/>
                <a:ext cx="827698" cy="234801"/>
                <a:chOff x="795310" y="4195999"/>
                <a:chExt cx="827698" cy="234801"/>
              </a:xfrm>
            </p:grpSpPr>
            <p:pic>
              <p:nvPicPr>
                <p:cNvPr id="80" name="Graphique 79" descr="Graphique à barres avec un remplissage uni">
                  <a:extLst>
                    <a:ext uri="{FF2B5EF4-FFF2-40B4-BE49-F238E27FC236}">
                      <a16:creationId xmlns:a16="http://schemas.microsoft.com/office/drawing/2014/main" id="{C240840A-90DA-197B-C770-B8F5947D061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5310" y="4195999"/>
                  <a:ext cx="207992" cy="207992"/>
                </a:xfrm>
                <a:prstGeom prst="rect">
                  <a:avLst/>
                </a:prstGeom>
              </p:spPr>
            </p:pic>
            <p:sp>
              <p:nvSpPr>
                <p:cNvPr id="81" name="TextBox 132">
                  <a:extLst>
                    <a:ext uri="{FF2B5EF4-FFF2-40B4-BE49-F238E27FC236}">
                      <a16:creationId xmlns:a16="http://schemas.microsoft.com/office/drawing/2014/main" id="{58A6F35F-47E6-81AF-1AFF-FF33EBDEAEEB}"/>
                    </a:ext>
                  </a:extLst>
                </p:cNvPr>
                <p:cNvSpPr txBox="1">
                  <a:spLocks/>
                </p:cNvSpPr>
                <p:nvPr/>
              </p:nvSpPr>
              <p:spPr>
                <a:xfrm>
                  <a:off x="978234" y="4215356"/>
                  <a:ext cx="644774" cy="215444"/>
                </a:xfrm>
                <a:prstGeom prst="rect">
                  <a:avLst/>
                </a:prstGeom>
                <a:noFill/>
              </p:spPr>
              <p:txBody>
                <a:bodyPr wrap="square" rtlCol="0">
                  <a:spAutoFit/>
                </a:bodyPr>
                <a:lstStyle/>
                <a:p>
                  <a:r>
                    <a:rPr lang="fr-CA" sz="800" dirty="0" err="1"/>
                    <a:t>pie_chart</a:t>
                  </a:r>
                  <a:endParaRPr lang="fr-CA" sz="500" dirty="0"/>
                </a:p>
              </p:txBody>
            </p:sp>
          </p:grpSp>
        </p:grpSp>
      </p:grpSp>
      <p:cxnSp>
        <p:nvCxnSpPr>
          <p:cNvPr id="82" name="Straight Arrow Connector 268">
            <a:extLst>
              <a:ext uri="{FF2B5EF4-FFF2-40B4-BE49-F238E27FC236}">
                <a16:creationId xmlns:a16="http://schemas.microsoft.com/office/drawing/2014/main" id="{B6350F1A-3C65-43A6-95EE-BC32E09643CB}"/>
              </a:ext>
            </a:extLst>
          </p:cNvPr>
          <p:cNvCxnSpPr>
            <a:cxnSpLocks/>
            <a:stCxn id="11" idx="3"/>
            <a:endCxn id="55" idx="1"/>
          </p:cNvCxnSpPr>
          <p:nvPr/>
        </p:nvCxnSpPr>
        <p:spPr>
          <a:xfrm>
            <a:off x="8235094" y="288270"/>
            <a:ext cx="2347834" cy="75388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91" name="Groupe 90">
            <a:extLst>
              <a:ext uri="{FF2B5EF4-FFF2-40B4-BE49-F238E27FC236}">
                <a16:creationId xmlns:a16="http://schemas.microsoft.com/office/drawing/2014/main" id="{5E9099DC-F147-A096-BF8E-F9696FFCE0C4}"/>
              </a:ext>
            </a:extLst>
          </p:cNvPr>
          <p:cNvGrpSpPr>
            <a:grpSpLocks/>
          </p:cNvGrpSpPr>
          <p:nvPr/>
        </p:nvGrpSpPr>
        <p:grpSpPr>
          <a:xfrm>
            <a:off x="11220974" y="6562000"/>
            <a:ext cx="603036" cy="228537"/>
            <a:chOff x="226205" y="6218606"/>
            <a:chExt cx="603036" cy="228537"/>
          </a:xfrm>
        </p:grpSpPr>
        <p:sp>
          <p:nvSpPr>
            <p:cNvPr id="92" name="Rectangle: Rounded Corners 292">
              <a:extLst>
                <a:ext uri="{FF2B5EF4-FFF2-40B4-BE49-F238E27FC236}">
                  <a16:creationId xmlns:a16="http://schemas.microsoft.com/office/drawing/2014/main" id="{25FA047C-B457-724F-E084-4103F23CEB2C}"/>
                </a:ext>
              </a:extLst>
            </p:cNvPr>
            <p:cNvSpPr>
              <a:spLocks/>
            </p:cNvSpPr>
            <p:nvPr/>
          </p:nvSpPr>
          <p:spPr>
            <a:xfrm>
              <a:off x="226205" y="6218606"/>
              <a:ext cx="591376" cy="228537"/>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93" name="TextBox 132">
              <a:extLst>
                <a:ext uri="{FF2B5EF4-FFF2-40B4-BE49-F238E27FC236}">
                  <a16:creationId xmlns:a16="http://schemas.microsoft.com/office/drawing/2014/main" id="{24DA2DE0-A2D7-B07E-3684-23657F7E2D37}"/>
                </a:ext>
              </a:extLst>
            </p:cNvPr>
            <p:cNvSpPr txBox="1">
              <a:spLocks/>
            </p:cNvSpPr>
            <p:nvPr/>
          </p:nvSpPr>
          <p:spPr>
            <a:xfrm>
              <a:off x="237865" y="6248235"/>
              <a:ext cx="591376" cy="169277"/>
            </a:xfrm>
            <a:prstGeom prst="rect">
              <a:avLst/>
            </a:prstGeom>
            <a:noFill/>
          </p:spPr>
          <p:txBody>
            <a:bodyPr wrap="square" rtlCol="0">
              <a:spAutoFit/>
            </a:bodyPr>
            <a:lstStyle/>
            <a:p>
              <a:r>
                <a:rPr lang="fr-CA" sz="500" dirty="0"/>
                <a:t>Visible dans UI</a:t>
              </a:r>
            </a:p>
          </p:txBody>
        </p:sp>
      </p:grpSp>
      <p:grpSp>
        <p:nvGrpSpPr>
          <p:cNvPr id="94" name="Groupe 93">
            <a:extLst>
              <a:ext uri="{FF2B5EF4-FFF2-40B4-BE49-F238E27FC236}">
                <a16:creationId xmlns:a16="http://schemas.microsoft.com/office/drawing/2014/main" id="{51437924-3704-8E53-3242-8C31F0D53B76}"/>
              </a:ext>
            </a:extLst>
          </p:cNvPr>
          <p:cNvGrpSpPr>
            <a:grpSpLocks/>
          </p:cNvGrpSpPr>
          <p:nvPr/>
        </p:nvGrpSpPr>
        <p:grpSpPr>
          <a:xfrm>
            <a:off x="11220974" y="6316064"/>
            <a:ext cx="561706" cy="183484"/>
            <a:chOff x="543862" y="1395992"/>
            <a:chExt cx="561706" cy="183484"/>
          </a:xfrm>
        </p:grpSpPr>
        <p:pic>
          <p:nvPicPr>
            <p:cNvPr id="95" name="Picture 131">
              <a:extLst>
                <a:ext uri="{FF2B5EF4-FFF2-40B4-BE49-F238E27FC236}">
                  <a16:creationId xmlns:a16="http://schemas.microsoft.com/office/drawing/2014/main" id="{550CC1E7-2E52-F525-5BEE-F644D3E9EF99}"/>
                </a:ext>
              </a:extLst>
            </p:cNvPr>
            <p:cNvPicPr>
              <a:picLocks noChangeAspect="1"/>
            </p:cNvPicPr>
            <p:nvPr/>
          </p:nvPicPr>
          <p:blipFill>
            <a:blip r:embed="rId12"/>
            <a:stretch>
              <a:fillRect/>
            </a:stretch>
          </p:blipFill>
          <p:spPr>
            <a:xfrm>
              <a:off x="543862" y="1404777"/>
              <a:ext cx="174699" cy="174699"/>
            </a:xfrm>
            <a:prstGeom prst="rect">
              <a:avLst/>
            </a:prstGeom>
          </p:spPr>
        </p:pic>
        <p:sp>
          <p:nvSpPr>
            <p:cNvPr id="96" name="TextBox 132">
              <a:extLst>
                <a:ext uri="{FF2B5EF4-FFF2-40B4-BE49-F238E27FC236}">
                  <a16:creationId xmlns:a16="http://schemas.microsoft.com/office/drawing/2014/main" id="{827E7BF7-73A9-DACE-9FA8-78C64E2D60E7}"/>
                </a:ext>
              </a:extLst>
            </p:cNvPr>
            <p:cNvSpPr txBox="1">
              <a:spLocks/>
            </p:cNvSpPr>
            <p:nvPr/>
          </p:nvSpPr>
          <p:spPr>
            <a:xfrm>
              <a:off x="669827" y="1395992"/>
              <a:ext cx="435741" cy="169277"/>
            </a:xfrm>
            <a:prstGeom prst="rect">
              <a:avLst/>
            </a:prstGeom>
            <a:noFill/>
          </p:spPr>
          <p:txBody>
            <a:bodyPr wrap="square" rtlCol="0">
              <a:spAutoFit/>
            </a:bodyPr>
            <a:lstStyle/>
            <a:p>
              <a:r>
                <a:rPr lang="fr-CA" sz="500" dirty="0"/>
                <a:t>Fonction</a:t>
              </a:r>
            </a:p>
          </p:txBody>
        </p:sp>
      </p:grpSp>
      <p:grpSp>
        <p:nvGrpSpPr>
          <p:cNvPr id="103" name="Groupe 102">
            <a:extLst>
              <a:ext uri="{FF2B5EF4-FFF2-40B4-BE49-F238E27FC236}">
                <a16:creationId xmlns:a16="http://schemas.microsoft.com/office/drawing/2014/main" id="{5E00CB63-57D3-264E-A41C-031A774DB091}"/>
              </a:ext>
            </a:extLst>
          </p:cNvPr>
          <p:cNvGrpSpPr>
            <a:grpSpLocks/>
          </p:cNvGrpSpPr>
          <p:nvPr/>
        </p:nvGrpSpPr>
        <p:grpSpPr>
          <a:xfrm>
            <a:off x="11220974" y="5556852"/>
            <a:ext cx="627754" cy="174699"/>
            <a:chOff x="828603" y="2660370"/>
            <a:chExt cx="627754" cy="174699"/>
          </a:xfrm>
        </p:grpSpPr>
        <p:pic>
          <p:nvPicPr>
            <p:cNvPr id="105" name="Graphique 104" descr="Base de données avec un remplissage uni">
              <a:extLst>
                <a:ext uri="{FF2B5EF4-FFF2-40B4-BE49-F238E27FC236}">
                  <a16:creationId xmlns:a16="http://schemas.microsoft.com/office/drawing/2014/main" id="{B315A1C6-5F26-C39C-84A6-85EEF876C32E}"/>
                </a:ext>
              </a:extLst>
            </p:cNvPr>
            <p:cNvPicPr>
              <a:picLocks noChangeAspect="1"/>
            </p:cNvPicPr>
            <p:nvPr/>
          </p:nvPicPr>
          <p:blipFill>
            <a:blip r:embed="rId4">
              <a:extLst>
                <a:ext uri="{96DAC541-7B7A-43D3-8B79-37D633B846F1}">
                  <asvg:svgBlip xmlns:asvg="http://schemas.microsoft.com/office/drawing/2016/SVG/main" r:embed="rId5"/>
                </a:ext>
              </a:extLst>
            </a:blip>
            <a:stretch>
              <a:fillRect/>
            </a:stretch>
          </p:blipFill>
          <p:spPr>
            <a:xfrm>
              <a:off x="828603" y="2660370"/>
              <a:ext cx="174699" cy="174699"/>
            </a:xfrm>
            <a:prstGeom prst="rect">
              <a:avLst/>
            </a:prstGeom>
          </p:spPr>
        </p:pic>
        <p:sp>
          <p:nvSpPr>
            <p:cNvPr id="106" name="TextBox 132">
              <a:extLst>
                <a:ext uri="{FF2B5EF4-FFF2-40B4-BE49-F238E27FC236}">
                  <a16:creationId xmlns:a16="http://schemas.microsoft.com/office/drawing/2014/main" id="{D7B17AEC-B399-D55B-DB73-3E1C8E5DB1EF}"/>
                </a:ext>
              </a:extLst>
            </p:cNvPr>
            <p:cNvSpPr txBox="1">
              <a:spLocks/>
            </p:cNvSpPr>
            <p:nvPr/>
          </p:nvSpPr>
          <p:spPr>
            <a:xfrm>
              <a:off x="941007" y="2665689"/>
              <a:ext cx="515350" cy="169277"/>
            </a:xfrm>
            <a:prstGeom prst="rect">
              <a:avLst/>
            </a:prstGeom>
            <a:noFill/>
          </p:spPr>
          <p:txBody>
            <a:bodyPr wrap="square" rtlCol="0">
              <a:spAutoFit/>
            </a:bodyPr>
            <a:lstStyle/>
            <a:p>
              <a:r>
                <a:rPr lang="fr-CA" sz="500" dirty="0" err="1"/>
                <a:t>Dataframe</a:t>
              </a:r>
              <a:endParaRPr lang="fr-CA" sz="500" dirty="0"/>
            </a:p>
          </p:txBody>
        </p:sp>
      </p:grpSp>
      <p:grpSp>
        <p:nvGrpSpPr>
          <p:cNvPr id="129" name="Groupe 128">
            <a:extLst>
              <a:ext uri="{FF2B5EF4-FFF2-40B4-BE49-F238E27FC236}">
                <a16:creationId xmlns:a16="http://schemas.microsoft.com/office/drawing/2014/main" id="{88E0F123-FEC7-9FBE-1ACB-5CAA6A37BA05}"/>
              </a:ext>
            </a:extLst>
          </p:cNvPr>
          <p:cNvGrpSpPr>
            <a:grpSpLocks/>
          </p:cNvGrpSpPr>
          <p:nvPr/>
        </p:nvGrpSpPr>
        <p:grpSpPr>
          <a:xfrm>
            <a:off x="1825184" y="353431"/>
            <a:ext cx="752647" cy="246221"/>
            <a:chOff x="1721461" y="1834916"/>
            <a:chExt cx="752647" cy="246221"/>
          </a:xfrm>
        </p:grpSpPr>
        <p:sp>
          <p:nvSpPr>
            <p:cNvPr id="130" name="Rectangle: Rounded Corners 292">
              <a:extLst>
                <a:ext uri="{FF2B5EF4-FFF2-40B4-BE49-F238E27FC236}">
                  <a16:creationId xmlns:a16="http://schemas.microsoft.com/office/drawing/2014/main" id="{AEE9BBFD-8CB4-F077-8E60-EEF5C4D563F7}"/>
                </a:ext>
              </a:extLst>
            </p:cNvPr>
            <p:cNvSpPr>
              <a:spLocks/>
            </p:cNvSpPr>
            <p:nvPr/>
          </p:nvSpPr>
          <p:spPr>
            <a:xfrm>
              <a:off x="1721461" y="1837329"/>
              <a:ext cx="752646" cy="23856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nvGrpSpPr>
            <p:cNvPr id="131" name="Groupe 130">
              <a:extLst>
                <a:ext uri="{FF2B5EF4-FFF2-40B4-BE49-F238E27FC236}">
                  <a16:creationId xmlns:a16="http://schemas.microsoft.com/office/drawing/2014/main" id="{0A79A7DF-4D56-332F-B214-F422038077B1}"/>
                </a:ext>
              </a:extLst>
            </p:cNvPr>
            <p:cNvGrpSpPr>
              <a:grpSpLocks/>
            </p:cNvGrpSpPr>
            <p:nvPr/>
          </p:nvGrpSpPr>
          <p:grpSpPr>
            <a:xfrm>
              <a:off x="1750886" y="1834916"/>
              <a:ext cx="723222" cy="246221"/>
              <a:chOff x="413852" y="3168571"/>
              <a:chExt cx="723222" cy="246221"/>
            </a:xfrm>
          </p:grpSpPr>
          <p:pic>
            <p:nvPicPr>
              <p:cNvPr id="132" name="Image 131">
                <a:extLst>
                  <a:ext uri="{FF2B5EF4-FFF2-40B4-BE49-F238E27FC236}">
                    <a16:creationId xmlns:a16="http://schemas.microsoft.com/office/drawing/2014/main" id="{1265C4AD-FC77-752C-6D6E-028CDEFF303A}"/>
                  </a:ext>
                </a:extLst>
              </p:cNvPr>
              <p:cNvPicPr>
                <a:picLocks noChangeAspect="1"/>
              </p:cNvPicPr>
              <p:nvPr/>
            </p:nvPicPr>
            <p:blipFill>
              <a:blip r:embed="rId13">
                <a:duotone>
                  <a:prstClr val="black"/>
                  <a:schemeClr val="tx2">
                    <a:tint val="45000"/>
                    <a:satMod val="400000"/>
                  </a:schemeClr>
                </a:duotone>
                <a:extLst>
                  <a:ext uri="{BEBA8EAE-BF5A-486C-A8C5-ECC9F3942E4B}">
                    <a14:imgProps xmlns:a14="http://schemas.microsoft.com/office/drawing/2010/main">
                      <a14:imgLayer r:embed="rId14">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413852" y="3198958"/>
                <a:ext cx="207992" cy="207992"/>
              </a:xfrm>
              <a:prstGeom prst="rect">
                <a:avLst/>
              </a:prstGeom>
            </p:spPr>
          </p:pic>
          <p:sp>
            <p:nvSpPr>
              <p:cNvPr id="133" name="TextBox 132">
                <a:extLst>
                  <a:ext uri="{FF2B5EF4-FFF2-40B4-BE49-F238E27FC236}">
                    <a16:creationId xmlns:a16="http://schemas.microsoft.com/office/drawing/2014/main" id="{355B4693-FBD9-4A56-87B3-3E81A4F1B052}"/>
                  </a:ext>
                </a:extLst>
              </p:cNvPr>
              <p:cNvSpPr txBox="1">
                <a:spLocks/>
              </p:cNvSpPr>
              <p:nvPr/>
            </p:nvSpPr>
            <p:spPr>
              <a:xfrm>
                <a:off x="520754" y="3168571"/>
                <a:ext cx="616320" cy="246221"/>
              </a:xfrm>
              <a:prstGeom prst="rect">
                <a:avLst/>
              </a:prstGeom>
              <a:noFill/>
            </p:spPr>
            <p:txBody>
              <a:bodyPr wrap="square" rtlCol="0">
                <a:spAutoFit/>
              </a:bodyPr>
              <a:lstStyle/>
              <a:p>
                <a:r>
                  <a:rPr lang="fr-CA" sz="1000" dirty="0" err="1"/>
                  <a:t>upload</a:t>
                </a:r>
                <a:endParaRPr lang="fr-CA" sz="1000" dirty="0"/>
              </a:p>
            </p:txBody>
          </p:sp>
        </p:grpSp>
      </p:grpSp>
      <p:cxnSp>
        <p:nvCxnSpPr>
          <p:cNvPr id="134" name="Straight Arrow Connector 268">
            <a:extLst>
              <a:ext uri="{FF2B5EF4-FFF2-40B4-BE49-F238E27FC236}">
                <a16:creationId xmlns:a16="http://schemas.microsoft.com/office/drawing/2014/main" id="{34B75184-FC54-2D1B-F06F-772D634E9D87}"/>
              </a:ext>
            </a:extLst>
          </p:cNvPr>
          <p:cNvCxnSpPr>
            <a:cxnSpLocks/>
            <a:stCxn id="130" idx="3"/>
            <a:endCxn id="2" idx="1"/>
          </p:cNvCxnSpPr>
          <p:nvPr/>
        </p:nvCxnSpPr>
        <p:spPr>
          <a:xfrm>
            <a:off x="2577830" y="475125"/>
            <a:ext cx="629509" cy="3814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84" name="Groupe 183">
            <a:extLst>
              <a:ext uri="{FF2B5EF4-FFF2-40B4-BE49-F238E27FC236}">
                <a16:creationId xmlns:a16="http://schemas.microsoft.com/office/drawing/2014/main" id="{305D50F3-CD04-9335-813D-0E84052D49A2}"/>
              </a:ext>
            </a:extLst>
          </p:cNvPr>
          <p:cNvGrpSpPr>
            <a:grpSpLocks/>
          </p:cNvGrpSpPr>
          <p:nvPr/>
        </p:nvGrpSpPr>
        <p:grpSpPr>
          <a:xfrm>
            <a:off x="1351333" y="1045794"/>
            <a:ext cx="2186996" cy="393322"/>
            <a:chOff x="3530587" y="5981713"/>
            <a:chExt cx="2186996" cy="393322"/>
          </a:xfrm>
        </p:grpSpPr>
        <p:sp>
          <p:nvSpPr>
            <p:cNvPr id="137" name="Rectangle 136">
              <a:extLst>
                <a:ext uri="{FF2B5EF4-FFF2-40B4-BE49-F238E27FC236}">
                  <a16:creationId xmlns:a16="http://schemas.microsoft.com/office/drawing/2014/main" id="{9E6E10DA-1948-85BA-3787-097204BDF2A8}"/>
                </a:ext>
              </a:extLst>
            </p:cNvPr>
            <p:cNvSpPr>
              <a:spLocks/>
            </p:cNvSpPr>
            <p:nvPr/>
          </p:nvSpPr>
          <p:spPr>
            <a:xfrm>
              <a:off x="3530587" y="5981713"/>
              <a:ext cx="1392319" cy="393322"/>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138" name="ZoneTexte 137">
              <a:extLst>
                <a:ext uri="{FF2B5EF4-FFF2-40B4-BE49-F238E27FC236}">
                  <a16:creationId xmlns:a16="http://schemas.microsoft.com/office/drawing/2014/main" id="{F044C3BF-1622-B540-F63E-E305A9D9814D}"/>
                </a:ext>
              </a:extLst>
            </p:cNvPr>
            <p:cNvSpPr txBox="1">
              <a:spLocks/>
            </p:cNvSpPr>
            <p:nvPr/>
          </p:nvSpPr>
          <p:spPr>
            <a:xfrm>
              <a:off x="3574458" y="5981713"/>
              <a:ext cx="2143125" cy="276999"/>
            </a:xfrm>
            <a:prstGeom prst="rect">
              <a:avLst/>
            </a:prstGeom>
            <a:noFill/>
          </p:spPr>
          <p:txBody>
            <a:bodyPr wrap="square" rtlCol="0">
              <a:spAutoFit/>
            </a:bodyPr>
            <a:lstStyle/>
            <a:p>
              <a:r>
                <a:rPr lang="fr-CA" sz="1200" dirty="0" err="1"/>
                <a:t>mod_coefficients</a:t>
              </a:r>
              <a:endParaRPr lang="fr-CA" sz="1200" dirty="0"/>
            </a:p>
          </p:txBody>
        </p:sp>
      </p:grpSp>
      <p:grpSp>
        <p:nvGrpSpPr>
          <p:cNvPr id="253" name="Groupe 252">
            <a:extLst>
              <a:ext uri="{FF2B5EF4-FFF2-40B4-BE49-F238E27FC236}">
                <a16:creationId xmlns:a16="http://schemas.microsoft.com/office/drawing/2014/main" id="{F79EF2F8-5288-F851-AB18-5CBFF1BEEAE3}"/>
              </a:ext>
            </a:extLst>
          </p:cNvPr>
          <p:cNvGrpSpPr>
            <a:grpSpLocks/>
          </p:cNvGrpSpPr>
          <p:nvPr/>
        </p:nvGrpSpPr>
        <p:grpSpPr>
          <a:xfrm>
            <a:off x="181615" y="816973"/>
            <a:ext cx="940655" cy="619737"/>
            <a:chOff x="2111980" y="2170875"/>
            <a:chExt cx="940655" cy="619737"/>
          </a:xfrm>
        </p:grpSpPr>
        <p:grpSp>
          <p:nvGrpSpPr>
            <p:cNvPr id="139" name="Groupe 138">
              <a:extLst>
                <a:ext uri="{FF2B5EF4-FFF2-40B4-BE49-F238E27FC236}">
                  <a16:creationId xmlns:a16="http://schemas.microsoft.com/office/drawing/2014/main" id="{08208F0B-6D59-8EE6-358D-2CF51CA00FEB}"/>
                </a:ext>
              </a:extLst>
            </p:cNvPr>
            <p:cNvGrpSpPr>
              <a:grpSpLocks/>
            </p:cNvGrpSpPr>
            <p:nvPr/>
          </p:nvGrpSpPr>
          <p:grpSpPr>
            <a:xfrm>
              <a:off x="2111980" y="2170875"/>
              <a:ext cx="688695" cy="331243"/>
              <a:chOff x="681082" y="4469209"/>
              <a:chExt cx="688695" cy="331243"/>
            </a:xfrm>
          </p:grpSpPr>
          <p:pic>
            <p:nvPicPr>
              <p:cNvPr id="140" name="Graphique 139" descr="Presse-papiers vérifié avec un remplissage uni">
                <a:extLst>
                  <a:ext uri="{FF2B5EF4-FFF2-40B4-BE49-F238E27FC236}">
                    <a16:creationId xmlns:a16="http://schemas.microsoft.com/office/drawing/2014/main" id="{27DDE17A-88C0-42A8-A501-6F455E4C168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81082" y="4469209"/>
                <a:ext cx="331243" cy="331243"/>
              </a:xfrm>
              <a:prstGeom prst="rect">
                <a:avLst/>
              </a:prstGeom>
            </p:spPr>
          </p:pic>
          <p:sp>
            <p:nvSpPr>
              <p:cNvPr id="141" name="TextBox 132">
                <a:extLst>
                  <a:ext uri="{FF2B5EF4-FFF2-40B4-BE49-F238E27FC236}">
                    <a16:creationId xmlns:a16="http://schemas.microsoft.com/office/drawing/2014/main" id="{43E2A9A2-8124-1004-D2BB-78A342A4C620}"/>
                  </a:ext>
                </a:extLst>
              </p:cNvPr>
              <p:cNvSpPr txBox="1">
                <a:spLocks/>
              </p:cNvSpPr>
              <p:nvPr/>
            </p:nvSpPr>
            <p:spPr>
              <a:xfrm>
                <a:off x="882912" y="4563649"/>
                <a:ext cx="486865" cy="169277"/>
              </a:xfrm>
              <a:prstGeom prst="rect">
                <a:avLst/>
              </a:prstGeom>
              <a:noFill/>
            </p:spPr>
            <p:txBody>
              <a:bodyPr wrap="square" rtlCol="0">
                <a:spAutoFit/>
              </a:bodyPr>
              <a:lstStyle/>
              <a:p>
                <a:r>
                  <a:rPr lang="fr-CA" sz="500" dirty="0"/>
                  <a:t>scenarios</a:t>
                </a:r>
              </a:p>
            </p:txBody>
          </p:sp>
        </p:grpSp>
        <p:grpSp>
          <p:nvGrpSpPr>
            <p:cNvPr id="142" name="Groupe 141">
              <a:extLst>
                <a:ext uri="{FF2B5EF4-FFF2-40B4-BE49-F238E27FC236}">
                  <a16:creationId xmlns:a16="http://schemas.microsoft.com/office/drawing/2014/main" id="{B1F6973E-A456-125F-BBB1-55F5CECBD8B6}"/>
                </a:ext>
              </a:extLst>
            </p:cNvPr>
            <p:cNvGrpSpPr>
              <a:grpSpLocks/>
            </p:cNvGrpSpPr>
            <p:nvPr/>
          </p:nvGrpSpPr>
          <p:grpSpPr>
            <a:xfrm>
              <a:off x="2343727" y="2540428"/>
              <a:ext cx="708908" cy="250184"/>
              <a:chOff x="2024933" y="1836433"/>
              <a:chExt cx="708908" cy="250184"/>
            </a:xfrm>
          </p:grpSpPr>
          <p:sp>
            <p:nvSpPr>
              <p:cNvPr id="143" name="Rectangle: Rounded Corners 292">
                <a:extLst>
                  <a:ext uri="{FF2B5EF4-FFF2-40B4-BE49-F238E27FC236}">
                    <a16:creationId xmlns:a16="http://schemas.microsoft.com/office/drawing/2014/main" id="{0DB471E5-16FB-1A9C-831D-CD27A4048ECB}"/>
                  </a:ext>
                </a:extLst>
              </p:cNvPr>
              <p:cNvSpPr>
                <a:spLocks/>
              </p:cNvSpPr>
              <p:nvPr/>
            </p:nvSpPr>
            <p:spPr>
              <a:xfrm>
                <a:off x="2024933" y="1836433"/>
                <a:ext cx="708908" cy="250184"/>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44" name="Groupe 143">
                <a:extLst>
                  <a:ext uri="{FF2B5EF4-FFF2-40B4-BE49-F238E27FC236}">
                    <a16:creationId xmlns:a16="http://schemas.microsoft.com/office/drawing/2014/main" id="{99C4B37B-C98D-00CC-6DD8-B42B1A02ECCD}"/>
                  </a:ext>
                </a:extLst>
              </p:cNvPr>
              <p:cNvGrpSpPr>
                <a:grpSpLocks/>
              </p:cNvGrpSpPr>
              <p:nvPr/>
            </p:nvGrpSpPr>
            <p:grpSpPr>
              <a:xfrm>
                <a:off x="2113816" y="1866498"/>
                <a:ext cx="611505" cy="207992"/>
                <a:chOff x="776782" y="3200153"/>
                <a:chExt cx="611505" cy="207992"/>
              </a:xfrm>
            </p:grpSpPr>
            <p:pic>
              <p:nvPicPr>
                <p:cNvPr id="145" name="Image 144">
                  <a:extLst>
                    <a:ext uri="{FF2B5EF4-FFF2-40B4-BE49-F238E27FC236}">
                      <a16:creationId xmlns:a16="http://schemas.microsoft.com/office/drawing/2014/main" id="{3A120295-15F8-DF8E-234F-BE1FB499FC55}"/>
                    </a:ext>
                  </a:extLst>
                </p:cNvPr>
                <p:cNvPicPr>
                  <a:picLocks noChangeAspect="1"/>
                </p:cNvPicPr>
                <p:nvPr/>
              </p:nvPicPr>
              <p:blipFill>
                <a:blip r:embed="rId13">
                  <a:duotone>
                    <a:prstClr val="black"/>
                    <a:schemeClr val="tx2">
                      <a:tint val="45000"/>
                      <a:satMod val="400000"/>
                    </a:schemeClr>
                  </a:duotone>
                  <a:extLst>
                    <a:ext uri="{BEBA8EAE-BF5A-486C-A8C5-ECC9F3942E4B}">
                      <a14:imgProps xmlns:a14="http://schemas.microsoft.com/office/drawing/2010/main">
                        <a14:imgLayer r:embed="rId14">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76782" y="3200153"/>
                  <a:ext cx="207992" cy="207992"/>
                </a:xfrm>
                <a:prstGeom prst="rect">
                  <a:avLst/>
                </a:prstGeom>
              </p:spPr>
            </p:pic>
            <p:sp>
              <p:nvSpPr>
                <p:cNvPr id="146" name="TextBox 132">
                  <a:extLst>
                    <a:ext uri="{FF2B5EF4-FFF2-40B4-BE49-F238E27FC236}">
                      <a16:creationId xmlns:a16="http://schemas.microsoft.com/office/drawing/2014/main" id="{19780AB6-6932-C227-B563-1AE2B35AE42C}"/>
                    </a:ext>
                  </a:extLst>
                </p:cNvPr>
                <p:cNvSpPr txBox="1">
                  <a:spLocks/>
                </p:cNvSpPr>
                <p:nvPr/>
              </p:nvSpPr>
              <p:spPr>
                <a:xfrm>
                  <a:off x="901408" y="3210561"/>
                  <a:ext cx="486879" cy="169277"/>
                </a:xfrm>
                <a:prstGeom prst="rect">
                  <a:avLst/>
                </a:prstGeom>
                <a:noFill/>
              </p:spPr>
              <p:txBody>
                <a:bodyPr wrap="square" rtlCol="0">
                  <a:spAutoFit/>
                </a:bodyPr>
                <a:lstStyle/>
                <a:p>
                  <a:r>
                    <a:rPr lang="fr-CA" sz="500" dirty="0"/>
                    <a:t>scenario1</a:t>
                  </a:r>
                </a:p>
              </p:txBody>
            </p:sp>
          </p:grpSp>
        </p:grpSp>
      </p:grpSp>
      <p:cxnSp>
        <p:nvCxnSpPr>
          <p:cNvPr id="147" name="Straight Arrow Connector 268">
            <a:extLst>
              <a:ext uri="{FF2B5EF4-FFF2-40B4-BE49-F238E27FC236}">
                <a16:creationId xmlns:a16="http://schemas.microsoft.com/office/drawing/2014/main" id="{CA2EEC77-7CF7-1919-0DFA-7A6111EBF1DC}"/>
              </a:ext>
            </a:extLst>
          </p:cNvPr>
          <p:cNvCxnSpPr>
            <a:cxnSpLocks/>
            <a:stCxn id="143" idx="3"/>
            <a:endCxn id="137" idx="1"/>
          </p:cNvCxnSpPr>
          <p:nvPr/>
        </p:nvCxnSpPr>
        <p:spPr>
          <a:xfrm flipV="1">
            <a:off x="1122270" y="1242455"/>
            <a:ext cx="229063" cy="6916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46" name="Straight Arrow Connector 268">
            <a:extLst>
              <a:ext uri="{FF2B5EF4-FFF2-40B4-BE49-F238E27FC236}">
                <a16:creationId xmlns:a16="http://schemas.microsoft.com/office/drawing/2014/main" id="{3A7A28D9-93F3-C415-82AA-8650F27FED90}"/>
              </a:ext>
            </a:extLst>
          </p:cNvPr>
          <p:cNvCxnSpPr>
            <a:cxnSpLocks/>
            <a:stCxn id="137" idx="2"/>
            <a:endCxn id="243" idx="0"/>
          </p:cNvCxnSpPr>
          <p:nvPr/>
        </p:nvCxnSpPr>
        <p:spPr>
          <a:xfrm rot="16200000" flipH="1">
            <a:off x="1948366" y="1538242"/>
            <a:ext cx="231916" cy="3366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42" name="Groupe 41">
            <a:extLst>
              <a:ext uri="{FF2B5EF4-FFF2-40B4-BE49-F238E27FC236}">
                <a16:creationId xmlns:a16="http://schemas.microsoft.com/office/drawing/2014/main" id="{2B6E1BFE-012B-8D81-A5F6-76B2F4DCF3AD}"/>
              </a:ext>
            </a:extLst>
          </p:cNvPr>
          <p:cNvGrpSpPr>
            <a:grpSpLocks/>
          </p:cNvGrpSpPr>
          <p:nvPr/>
        </p:nvGrpSpPr>
        <p:grpSpPr>
          <a:xfrm>
            <a:off x="5545742" y="683455"/>
            <a:ext cx="2084053" cy="285265"/>
            <a:chOff x="5259037" y="2859543"/>
            <a:chExt cx="2084053" cy="285265"/>
          </a:xfrm>
        </p:grpSpPr>
        <p:sp>
          <p:nvSpPr>
            <p:cNvPr id="41" name="Rectangle 40">
              <a:extLst>
                <a:ext uri="{FF2B5EF4-FFF2-40B4-BE49-F238E27FC236}">
                  <a16:creationId xmlns:a16="http://schemas.microsoft.com/office/drawing/2014/main" id="{950BE507-24E6-2D69-5C9A-854E82946361}"/>
                </a:ext>
              </a:extLst>
            </p:cNvPr>
            <p:cNvSpPr>
              <a:spLocks/>
            </p:cNvSpPr>
            <p:nvPr/>
          </p:nvSpPr>
          <p:spPr>
            <a:xfrm>
              <a:off x="5259037" y="2894624"/>
              <a:ext cx="1618767" cy="250184"/>
            </a:xfrm>
            <a:prstGeom prst="rect">
              <a:avLst/>
            </a:prstGeom>
            <a:solidFill>
              <a:schemeClr val="accent6">
                <a:lumMod val="20000"/>
                <a:lumOff val="80000"/>
              </a:schemeClr>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40" name="ZoneTexte 39">
              <a:extLst>
                <a:ext uri="{FF2B5EF4-FFF2-40B4-BE49-F238E27FC236}">
                  <a16:creationId xmlns:a16="http://schemas.microsoft.com/office/drawing/2014/main" id="{2BB9DA20-D1D9-50CA-53AB-297008DC80AA}"/>
                </a:ext>
              </a:extLst>
            </p:cNvPr>
            <p:cNvSpPr txBox="1">
              <a:spLocks/>
            </p:cNvSpPr>
            <p:nvPr/>
          </p:nvSpPr>
          <p:spPr>
            <a:xfrm>
              <a:off x="5259037" y="2859543"/>
              <a:ext cx="2084053" cy="276999"/>
            </a:xfrm>
            <a:prstGeom prst="rect">
              <a:avLst/>
            </a:prstGeom>
            <a:noFill/>
          </p:spPr>
          <p:txBody>
            <a:bodyPr wrap="square" rtlCol="0">
              <a:spAutoFit/>
            </a:bodyPr>
            <a:lstStyle/>
            <a:p>
              <a:r>
                <a:rPr lang="fr-CA" sz="1200" dirty="0" err="1"/>
                <a:t>mod_param_reactifs</a:t>
              </a:r>
              <a:endParaRPr lang="fr-CA" sz="1200" dirty="0"/>
            </a:p>
          </p:txBody>
        </p:sp>
      </p:grpSp>
      <p:cxnSp>
        <p:nvCxnSpPr>
          <p:cNvPr id="43" name="Straight Arrow Connector 268">
            <a:extLst>
              <a:ext uri="{FF2B5EF4-FFF2-40B4-BE49-F238E27FC236}">
                <a16:creationId xmlns:a16="http://schemas.microsoft.com/office/drawing/2014/main" id="{087D59E1-70F0-2F1E-16BB-A177B84BDBA5}"/>
              </a:ext>
            </a:extLst>
          </p:cNvPr>
          <p:cNvCxnSpPr>
            <a:cxnSpLocks/>
            <a:stCxn id="11" idx="2"/>
            <a:endCxn id="41" idx="0"/>
          </p:cNvCxnSpPr>
          <p:nvPr/>
        </p:nvCxnSpPr>
        <p:spPr>
          <a:xfrm rot="5400000">
            <a:off x="6868340" y="-81662"/>
            <a:ext cx="286985" cy="131341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6" name="Straight Arrow Connector 268">
            <a:extLst>
              <a:ext uri="{FF2B5EF4-FFF2-40B4-BE49-F238E27FC236}">
                <a16:creationId xmlns:a16="http://schemas.microsoft.com/office/drawing/2014/main" id="{5F53964C-1A86-0AE8-9937-499B3956FA83}"/>
              </a:ext>
            </a:extLst>
          </p:cNvPr>
          <p:cNvCxnSpPr>
            <a:cxnSpLocks/>
            <a:stCxn id="41" idx="2"/>
            <a:endCxn id="35" idx="0"/>
          </p:cNvCxnSpPr>
          <p:nvPr/>
        </p:nvCxnSpPr>
        <p:spPr>
          <a:xfrm rot="5400000">
            <a:off x="5626269" y="459599"/>
            <a:ext cx="219736" cy="1237978"/>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58" name="Groupe 157">
            <a:extLst>
              <a:ext uri="{FF2B5EF4-FFF2-40B4-BE49-F238E27FC236}">
                <a16:creationId xmlns:a16="http://schemas.microsoft.com/office/drawing/2014/main" id="{7CF8CAEA-FE83-546E-8D1D-97317D8DCC31}"/>
              </a:ext>
            </a:extLst>
          </p:cNvPr>
          <p:cNvGrpSpPr>
            <a:grpSpLocks/>
          </p:cNvGrpSpPr>
          <p:nvPr/>
        </p:nvGrpSpPr>
        <p:grpSpPr>
          <a:xfrm>
            <a:off x="7230478" y="1212043"/>
            <a:ext cx="1332357" cy="288658"/>
            <a:chOff x="4629236" y="4738257"/>
            <a:chExt cx="1332357" cy="288658"/>
          </a:xfrm>
        </p:grpSpPr>
        <p:sp>
          <p:nvSpPr>
            <p:cNvPr id="150" name="Rectangle 149">
              <a:extLst>
                <a:ext uri="{FF2B5EF4-FFF2-40B4-BE49-F238E27FC236}">
                  <a16:creationId xmlns:a16="http://schemas.microsoft.com/office/drawing/2014/main" id="{81CEB45E-B40A-E202-2D65-2E6C77688A49}"/>
                </a:ext>
              </a:extLst>
            </p:cNvPr>
            <p:cNvSpPr>
              <a:spLocks/>
            </p:cNvSpPr>
            <p:nvPr/>
          </p:nvSpPr>
          <p:spPr>
            <a:xfrm>
              <a:off x="4629236" y="4738257"/>
              <a:ext cx="962518" cy="288658"/>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111" name="ZoneTexte 110">
              <a:extLst>
                <a:ext uri="{FF2B5EF4-FFF2-40B4-BE49-F238E27FC236}">
                  <a16:creationId xmlns:a16="http://schemas.microsoft.com/office/drawing/2014/main" id="{5A1B7FC2-93CC-7B00-ADE8-7DE1BF3BFB28}"/>
                </a:ext>
              </a:extLst>
            </p:cNvPr>
            <p:cNvSpPr txBox="1">
              <a:spLocks/>
            </p:cNvSpPr>
            <p:nvPr/>
          </p:nvSpPr>
          <p:spPr>
            <a:xfrm>
              <a:off x="4629236" y="4749916"/>
              <a:ext cx="1332357" cy="276999"/>
            </a:xfrm>
            <a:prstGeom prst="rect">
              <a:avLst/>
            </a:prstGeom>
            <a:noFill/>
          </p:spPr>
          <p:txBody>
            <a:bodyPr wrap="square">
              <a:spAutoFit/>
            </a:bodyPr>
            <a:lstStyle/>
            <a:p>
              <a:r>
                <a:rPr lang="fr-CA" sz="1200" dirty="0" err="1"/>
                <a:t>mod_rejets</a:t>
              </a:r>
              <a:endParaRPr lang="fr-CA" sz="1200" dirty="0"/>
            </a:p>
          </p:txBody>
        </p:sp>
      </p:grpSp>
      <p:cxnSp>
        <p:nvCxnSpPr>
          <p:cNvPr id="164" name="Straight Arrow Connector 268">
            <a:extLst>
              <a:ext uri="{FF2B5EF4-FFF2-40B4-BE49-F238E27FC236}">
                <a16:creationId xmlns:a16="http://schemas.microsoft.com/office/drawing/2014/main" id="{4A33C9F9-7F1B-EDAD-C419-2C1994895C58}"/>
              </a:ext>
            </a:extLst>
          </p:cNvPr>
          <p:cNvCxnSpPr>
            <a:cxnSpLocks/>
            <a:stCxn id="150" idx="3"/>
            <a:endCxn id="127" idx="1"/>
          </p:cNvCxnSpPr>
          <p:nvPr/>
        </p:nvCxnSpPr>
        <p:spPr>
          <a:xfrm>
            <a:off x="8192996" y="1356372"/>
            <a:ext cx="1400083" cy="127506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81" name="Groupe 180">
            <a:extLst>
              <a:ext uri="{FF2B5EF4-FFF2-40B4-BE49-F238E27FC236}">
                <a16:creationId xmlns:a16="http://schemas.microsoft.com/office/drawing/2014/main" id="{7DC84DD7-FA10-D61B-AFDD-D64837A2C015}"/>
              </a:ext>
            </a:extLst>
          </p:cNvPr>
          <p:cNvGrpSpPr>
            <a:grpSpLocks/>
          </p:cNvGrpSpPr>
          <p:nvPr/>
        </p:nvGrpSpPr>
        <p:grpSpPr>
          <a:xfrm>
            <a:off x="9593079" y="2122517"/>
            <a:ext cx="1713183" cy="1010948"/>
            <a:chOff x="7431801" y="4098358"/>
            <a:chExt cx="1713183" cy="1010948"/>
          </a:xfrm>
        </p:grpSpPr>
        <p:grpSp>
          <p:nvGrpSpPr>
            <p:cNvPr id="160" name="Groupe 159">
              <a:extLst>
                <a:ext uri="{FF2B5EF4-FFF2-40B4-BE49-F238E27FC236}">
                  <a16:creationId xmlns:a16="http://schemas.microsoft.com/office/drawing/2014/main" id="{3AFA71F4-6EBE-C1C0-74B3-025994C75323}"/>
                </a:ext>
              </a:extLst>
            </p:cNvPr>
            <p:cNvGrpSpPr>
              <a:grpSpLocks/>
            </p:cNvGrpSpPr>
            <p:nvPr/>
          </p:nvGrpSpPr>
          <p:grpSpPr>
            <a:xfrm>
              <a:off x="7431801" y="4105258"/>
              <a:ext cx="1675940" cy="1004048"/>
              <a:chOff x="7431801" y="4105258"/>
              <a:chExt cx="1675940" cy="1004048"/>
            </a:xfrm>
          </p:grpSpPr>
          <p:grpSp>
            <p:nvGrpSpPr>
              <p:cNvPr id="117" name="Groupe 116">
                <a:extLst>
                  <a:ext uri="{FF2B5EF4-FFF2-40B4-BE49-F238E27FC236}">
                    <a16:creationId xmlns:a16="http://schemas.microsoft.com/office/drawing/2014/main" id="{9F05D839-4E56-E65B-FB7A-30F57EBF2B39}"/>
                  </a:ext>
                </a:extLst>
              </p:cNvPr>
              <p:cNvGrpSpPr>
                <a:grpSpLocks/>
              </p:cNvGrpSpPr>
              <p:nvPr/>
            </p:nvGrpSpPr>
            <p:grpSpPr>
              <a:xfrm>
                <a:off x="7431801" y="4105258"/>
                <a:ext cx="1675940" cy="1004048"/>
                <a:chOff x="8963693" y="2428583"/>
                <a:chExt cx="1675940" cy="1004048"/>
              </a:xfrm>
            </p:grpSpPr>
            <p:grpSp>
              <p:nvGrpSpPr>
                <p:cNvPr id="118" name="Groupe 117">
                  <a:extLst>
                    <a:ext uri="{FF2B5EF4-FFF2-40B4-BE49-F238E27FC236}">
                      <a16:creationId xmlns:a16="http://schemas.microsoft.com/office/drawing/2014/main" id="{701FD2ED-246F-18D9-A4A0-5B7544E6B1E6}"/>
                    </a:ext>
                  </a:extLst>
                </p:cNvPr>
                <p:cNvGrpSpPr>
                  <a:grpSpLocks/>
                </p:cNvGrpSpPr>
                <p:nvPr/>
              </p:nvGrpSpPr>
              <p:grpSpPr>
                <a:xfrm>
                  <a:off x="8963693" y="2428583"/>
                  <a:ext cx="1571915" cy="1004048"/>
                  <a:chOff x="9860316" y="4459928"/>
                  <a:chExt cx="1571915" cy="1004048"/>
                </a:xfrm>
              </p:grpSpPr>
              <p:grpSp>
                <p:nvGrpSpPr>
                  <p:cNvPr id="123" name="Groupe 122">
                    <a:extLst>
                      <a:ext uri="{FF2B5EF4-FFF2-40B4-BE49-F238E27FC236}">
                        <a16:creationId xmlns:a16="http://schemas.microsoft.com/office/drawing/2014/main" id="{4D20BE33-F972-D8A8-DAD9-F4608E102843}"/>
                      </a:ext>
                    </a:extLst>
                  </p:cNvPr>
                  <p:cNvGrpSpPr>
                    <a:grpSpLocks/>
                  </p:cNvGrpSpPr>
                  <p:nvPr/>
                </p:nvGrpSpPr>
                <p:grpSpPr>
                  <a:xfrm>
                    <a:off x="9860316" y="4459928"/>
                    <a:ext cx="1571915" cy="1004048"/>
                    <a:chOff x="416070" y="1955712"/>
                    <a:chExt cx="1571915" cy="1004048"/>
                  </a:xfrm>
                </p:grpSpPr>
                <p:grpSp>
                  <p:nvGrpSpPr>
                    <p:cNvPr id="126" name="Groupe 125">
                      <a:extLst>
                        <a:ext uri="{FF2B5EF4-FFF2-40B4-BE49-F238E27FC236}">
                          <a16:creationId xmlns:a16="http://schemas.microsoft.com/office/drawing/2014/main" id="{E3056F4A-A38C-C881-0DD6-9C96BCCE8CBE}"/>
                        </a:ext>
                      </a:extLst>
                    </p:cNvPr>
                    <p:cNvGrpSpPr>
                      <a:grpSpLocks/>
                    </p:cNvGrpSpPr>
                    <p:nvPr/>
                  </p:nvGrpSpPr>
                  <p:grpSpPr>
                    <a:xfrm>
                      <a:off x="416070" y="2029298"/>
                      <a:ext cx="1094790" cy="331243"/>
                      <a:chOff x="780703" y="5853141"/>
                      <a:chExt cx="1094790" cy="331243"/>
                    </a:xfrm>
                  </p:grpSpPr>
                  <p:pic>
                    <p:nvPicPr>
                      <p:cNvPr id="128" name="Graphique 127" descr="Presse-papiers vérifié avec un remplissage uni">
                        <a:extLst>
                          <a:ext uri="{FF2B5EF4-FFF2-40B4-BE49-F238E27FC236}">
                            <a16:creationId xmlns:a16="http://schemas.microsoft.com/office/drawing/2014/main" id="{D32622E9-538F-9A09-0C85-F26528B775F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80703" y="5853141"/>
                        <a:ext cx="331243" cy="331243"/>
                      </a:xfrm>
                      <a:prstGeom prst="rect">
                        <a:avLst/>
                      </a:prstGeom>
                    </p:spPr>
                  </p:pic>
                  <p:sp>
                    <p:nvSpPr>
                      <p:cNvPr id="135" name="TextBox 132">
                        <a:extLst>
                          <a:ext uri="{FF2B5EF4-FFF2-40B4-BE49-F238E27FC236}">
                            <a16:creationId xmlns:a16="http://schemas.microsoft.com/office/drawing/2014/main" id="{BDB5DFEA-9835-4D81-DCEF-01CCDDEB7820}"/>
                          </a:ext>
                        </a:extLst>
                      </p:cNvPr>
                      <p:cNvSpPr txBox="1">
                        <a:spLocks/>
                      </p:cNvSpPr>
                      <p:nvPr/>
                    </p:nvSpPr>
                    <p:spPr>
                      <a:xfrm>
                        <a:off x="981298" y="5940230"/>
                        <a:ext cx="894195" cy="169277"/>
                      </a:xfrm>
                      <a:prstGeom prst="rect">
                        <a:avLst/>
                      </a:prstGeom>
                      <a:noFill/>
                    </p:spPr>
                    <p:txBody>
                      <a:bodyPr wrap="square" rtlCol="0">
                        <a:spAutoFit/>
                      </a:bodyPr>
                      <a:lstStyle/>
                      <a:p>
                        <a:r>
                          <a:rPr lang="fr-CA" sz="500" dirty="0"/>
                          <a:t>lac1_rejets</a:t>
                        </a:r>
                      </a:p>
                    </p:txBody>
                  </p:sp>
                </p:grpSp>
                <p:sp>
                  <p:nvSpPr>
                    <p:cNvPr id="127" name="Rectangle: Rounded Corners 292">
                      <a:extLst>
                        <a:ext uri="{FF2B5EF4-FFF2-40B4-BE49-F238E27FC236}">
                          <a16:creationId xmlns:a16="http://schemas.microsoft.com/office/drawing/2014/main" id="{4F35C295-5BD8-3D77-E099-24489C6FA807}"/>
                        </a:ext>
                      </a:extLst>
                    </p:cNvPr>
                    <p:cNvSpPr>
                      <a:spLocks/>
                    </p:cNvSpPr>
                    <p:nvPr/>
                  </p:nvSpPr>
                  <p:spPr>
                    <a:xfrm>
                      <a:off x="416070" y="1955712"/>
                      <a:ext cx="1571915" cy="1004048"/>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124" name="Straight Arrow Connector 268">
                    <a:extLst>
                      <a:ext uri="{FF2B5EF4-FFF2-40B4-BE49-F238E27FC236}">
                        <a16:creationId xmlns:a16="http://schemas.microsoft.com/office/drawing/2014/main" id="{2E76A7D6-8AB2-097E-4547-53BA905AD32D}"/>
                      </a:ext>
                    </a:extLst>
                  </p:cNvPr>
                  <p:cNvCxnSpPr>
                    <a:cxnSpLocks/>
                    <a:stCxn id="128"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25" name="Straight Arrow Connector 268">
                    <a:extLst>
                      <a:ext uri="{FF2B5EF4-FFF2-40B4-BE49-F238E27FC236}">
                        <a16:creationId xmlns:a16="http://schemas.microsoft.com/office/drawing/2014/main" id="{1300469F-A406-E732-E5B2-F45BB465C881}"/>
                      </a:ext>
                    </a:extLst>
                  </p:cNvPr>
                  <p:cNvCxnSpPr>
                    <a:cxnSpLocks/>
                    <a:stCxn id="128"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119" name="ZoneTexte 118">
                  <a:extLst>
                    <a:ext uri="{FF2B5EF4-FFF2-40B4-BE49-F238E27FC236}">
                      <a16:creationId xmlns:a16="http://schemas.microsoft.com/office/drawing/2014/main" id="{74C7C829-3D4A-0317-33E6-FB7AFEA84A1C}"/>
                    </a:ext>
                  </a:extLst>
                </p:cNvPr>
                <p:cNvSpPr txBox="1">
                  <a:spLocks/>
                </p:cNvSpPr>
                <p:nvPr/>
              </p:nvSpPr>
              <p:spPr>
                <a:xfrm>
                  <a:off x="9490401" y="2869063"/>
                  <a:ext cx="1149232" cy="184666"/>
                </a:xfrm>
                <a:prstGeom prst="rect">
                  <a:avLst/>
                </a:prstGeom>
                <a:noFill/>
              </p:spPr>
              <p:txBody>
                <a:bodyPr wrap="square" rtlCol="0">
                  <a:spAutoFit/>
                </a:bodyPr>
                <a:lstStyle/>
                <a:p>
                  <a:r>
                    <a:rPr lang="fr-CA" sz="600" dirty="0" err="1"/>
                    <a:t>concentrations_rejet_mgl</a:t>
                  </a:r>
                  <a:r>
                    <a:rPr lang="fr-CA" sz="600" dirty="0"/>
                    <a:t>()</a:t>
                  </a:r>
                </a:p>
              </p:txBody>
            </p:sp>
            <p:grpSp>
              <p:nvGrpSpPr>
                <p:cNvPr id="120" name="Groupe 119">
                  <a:extLst>
                    <a:ext uri="{FF2B5EF4-FFF2-40B4-BE49-F238E27FC236}">
                      <a16:creationId xmlns:a16="http://schemas.microsoft.com/office/drawing/2014/main" id="{F7741B5F-B012-894C-E51D-C350C89AB368}"/>
                    </a:ext>
                  </a:extLst>
                </p:cNvPr>
                <p:cNvGrpSpPr>
                  <a:grpSpLocks/>
                </p:cNvGrpSpPr>
                <p:nvPr/>
              </p:nvGrpSpPr>
              <p:grpSpPr>
                <a:xfrm>
                  <a:off x="9332030" y="3154642"/>
                  <a:ext cx="1280256" cy="234536"/>
                  <a:chOff x="9213673" y="2065803"/>
                  <a:chExt cx="1280256" cy="234536"/>
                </a:xfrm>
              </p:grpSpPr>
              <p:pic>
                <p:nvPicPr>
                  <p:cNvPr id="121" name="Image 120">
                    <a:extLst>
                      <a:ext uri="{FF2B5EF4-FFF2-40B4-BE49-F238E27FC236}">
                        <a16:creationId xmlns:a16="http://schemas.microsoft.com/office/drawing/2014/main" id="{C5225BDC-08B5-5FBB-D53E-384E04932DEE}"/>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122" name="ZoneTexte 121">
                    <a:extLst>
                      <a:ext uri="{FF2B5EF4-FFF2-40B4-BE49-F238E27FC236}">
                        <a16:creationId xmlns:a16="http://schemas.microsoft.com/office/drawing/2014/main" id="{CCD03805-F08A-E34D-F49D-F8E3FEB818EC}"/>
                      </a:ext>
                    </a:extLst>
                  </p:cNvPr>
                  <p:cNvSpPr txBox="1">
                    <a:spLocks/>
                  </p:cNvSpPr>
                  <p:nvPr/>
                </p:nvSpPr>
                <p:spPr>
                  <a:xfrm>
                    <a:off x="9344698" y="2101327"/>
                    <a:ext cx="1149231" cy="184666"/>
                  </a:xfrm>
                  <a:prstGeom prst="rect">
                    <a:avLst/>
                  </a:prstGeom>
                  <a:noFill/>
                </p:spPr>
                <p:txBody>
                  <a:bodyPr wrap="square" rtlCol="0">
                    <a:spAutoFit/>
                  </a:bodyPr>
                  <a:lstStyle/>
                  <a:p>
                    <a:r>
                      <a:rPr lang="fr-CA" sz="600" dirty="0" err="1"/>
                      <a:t>is_values_overwritten</a:t>
                    </a:r>
                    <a:r>
                      <a:rPr lang="fr-CA" sz="600" dirty="0"/>
                      <a:t>()</a:t>
                    </a:r>
                  </a:p>
                </p:txBody>
              </p:sp>
            </p:grpSp>
          </p:grpSp>
          <p:pic>
            <p:nvPicPr>
              <p:cNvPr id="159" name="Graphique 158" descr="Presse-papiers vérifié avec un remplissage uni">
                <a:extLst>
                  <a:ext uri="{FF2B5EF4-FFF2-40B4-BE49-F238E27FC236}">
                    <a16:creationId xmlns:a16="http://schemas.microsoft.com/office/drawing/2014/main" id="{A6D7C2AA-FDD3-0CAA-A5E0-0D15DB8386A9}"/>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701752" y="4463787"/>
                <a:ext cx="331243" cy="331243"/>
              </a:xfrm>
              <a:prstGeom prst="rect">
                <a:avLst/>
              </a:prstGeom>
            </p:spPr>
          </p:pic>
        </p:grpSp>
        <p:sp>
          <p:nvSpPr>
            <p:cNvPr id="176" name="ZoneTexte 175">
              <a:extLst>
                <a:ext uri="{FF2B5EF4-FFF2-40B4-BE49-F238E27FC236}">
                  <a16:creationId xmlns:a16="http://schemas.microsoft.com/office/drawing/2014/main" id="{CAE65B9C-286E-BBDE-3352-292340CC1E1E}"/>
                </a:ext>
              </a:extLst>
            </p:cNvPr>
            <p:cNvSpPr txBox="1">
              <a:spLocks/>
            </p:cNvSpPr>
            <p:nvPr/>
          </p:nvSpPr>
          <p:spPr>
            <a:xfrm>
              <a:off x="7995752" y="4098358"/>
              <a:ext cx="1149232" cy="369332"/>
            </a:xfrm>
            <a:prstGeom prst="rect">
              <a:avLst/>
            </a:prstGeom>
            <a:noFill/>
          </p:spPr>
          <p:txBody>
            <a:bodyPr wrap="square" rtlCol="0">
              <a:spAutoFit/>
            </a:bodyPr>
            <a:lstStyle/>
            <a:p>
              <a:r>
                <a:rPr lang="fr-CA" sz="900" i="1" dirty="0"/>
                <a:t>Liste de liste de réactifs</a:t>
              </a:r>
            </a:p>
          </p:txBody>
        </p:sp>
      </p:grpSp>
      <p:grpSp>
        <p:nvGrpSpPr>
          <p:cNvPr id="180" name="Groupe 179">
            <a:extLst>
              <a:ext uri="{FF2B5EF4-FFF2-40B4-BE49-F238E27FC236}">
                <a16:creationId xmlns:a16="http://schemas.microsoft.com/office/drawing/2014/main" id="{8366DD1C-6DCE-BACD-CCF9-C3E5BC54C028}"/>
              </a:ext>
            </a:extLst>
          </p:cNvPr>
          <p:cNvGrpSpPr>
            <a:grpSpLocks/>
          </p:cNvGrpSpPr>
          <p:nvPr/>
        </p:nvGrpSpPr>
        <p:grpSpPr>
          <a:xfrm>
            <a:off x="3646666" y="1188456"/>
            <a:ext cx="2932557" cy="2484438"/>
            <a:chOff x="3869216" y="1790719"/>
            <a:chExt cx="2932557" cy="2484438"/>
          </a:xfrm>
        </p:grpSpPr>
        <p:grpSp>
          <p:nvGrpSpPr>
            <p:cNvPr id="154" name="Groupe 153">
              <a:extLst>
                <a:ext uri="{FF2B5EF4-FFF2-40B4-BE49-F238E27FC236}">
                  <a16:creationId xmlns:a16="http://schemas.microsoft.com/office/drawing/2014/main" id="{FAF6A02C-1231-06CF-7ED8-2761E92D878F}"/>
                </a:ext>
              </a:extLst>
            </p:cNvPr>
            <p:cNvGrpSpPr>
              <a:grpSpLocks/>
            </p:cNvGrpSpPr>
            <p:nvPr/>
          </p:nvGrpSpPr>
          <p:grpSpPr>
            <a:xfrm>
              <a:off x="3877622" y="1790719"/>
              <a:ext cx="2924151" cy="2484438"/>
              <a:chOff x="9009056" y="2496990"/>
              <a:chExt cx="2924151" cy="2484438"/>
            </a:xfrm>
          </p:grpSpPr>
          <p:grpSp>
            <p:nvGrpSpPr>
              <p:cNvPr id="39" name="Groupe 38">
                <a:extLst>
                  <a:ext uri="{FF2B5EF4-FFF2-40B4-BE49-F238E27FC236}">
                    <a16:creationId xmlns:a16="http://schemas.microsoft.com/office/drawing/2014/main" id="{5A2FD899-9D79-D630-44B1-C304ACA92EF4}"/>
                  </a:ext>
                </a:extLst>
              </p:cNvPr>
              <p:cNvGrpSpPr>
                <a:grpSpLocks/>
              </p:cNvGrpSpPr>
              <p:nvPr/>
            </p:nvGrpSpPr>
            <p:grpSpPr>
              <a:xfrm>
                <a:off x="9009056" y="2496990"/>
                <a:ext cx="2924151" cy="2484438"/>
                <a:chOff x="6870648" y="4011339"/>
                <a:chExt cx="2924151" cy="2484438"/>
              </a:xfrm>
            </p:grpSpPr>
            <p:grpSp>
              <p:nvGrpSpPr>
                <p:cNvPr id="16" name="Groupe 15">
                  <a:extLst>
                    <a:ext uri="{FF2B5EF4-FFF2-40B4-BE49-F238E27FC236}">
                      <a16:creationId xmlns:a16="http://schemas.microsoft.com/office/drawing/2014/main" id="{A979C063-F098-5FEE-7862-B27EB96D2EC4}"/>
                    </a:ext>
                  </a:extLst>
                </p:cNvPr>
                <p:cNvGrpSpPr>
                  <a:grpSpLocks/>
                </p:cNvGrpSpPr>
                <p:nvPr/>
              </p:nvGrpSpPr>
              <p:grpSpPr>
                <a:xfrm>
                  <a:off x="6870648" y="4011339"/>
                  <a:ext cx="2924151" cy="2446824"/>
                  <a:chOff x="8962540" y="2434179"/>
                  <a:chExt cx="2924151" cy="2446824"/>
                </a:xfrm>
              </p:grpSpPr>
              <p:grpSp>
                <p:nvGrpSpPr>
                  <p:cNvPr id="17" name="Groupe 16">
                    <a:extLst>
                      <a:ext uri="{FF2B5EF4-FFF2-40B4-BE49-F238E27FC236}">
                        <a16:creationId xmlns:a16="http://schemas.microsoft.com/office/drawing/2014/main" id="{DAA78B21-8833-8725-6EDC-3A14F04E160A}"/>
                      </a:ext>
                    </a:extLst>
                  </p:cNvPr>
                  <p:cNvGrpSpPr>
                    <a:grpSpLocks/>
                  </p:cNvGrpSpPr>
                  <p:nvPr/>
                </p:nvGrpSpPr>
                <p:grpSpPr>
                  <a:xfrm>
                    <a:off x="8962540" y="2434179"/>
                    <a:ext cx="2924151" cy="2446824"/>
                    <a:chOff x="9859163" y="4465524"/>
                    <a:chExt cx="2924151" cy="2446824"/>
                  </a:xfrm>
                </p:grpSpPr>
                <p:grpSp>
                  <p:nvGrpSpPr>
                    <p:cNvPr id="31" name="Groupe 30">
                      <a:extLst>
                        <a:ext uri="{FF2B5EF4-FFF2-40B4-BE49-F238E27FC236}">
                          <a16:creationId xmlns:a16="http://schemas.microsoft.com/office/drawing/2014/main" id="{4DD7BBE5-37B8-1BC5-9EB5-42D8DDC856D6}"/>
                        </a:ext>
                      </a:extLst>
                    </p:cNvPr>
                    <p:cNvGrpSpPr>
                      <a:grpSpLocks/>
                    </p:cNvGrpSpPr>
                    <p:nvPr/>
                  </p:nvGrpSpPr>
                  <p:grpSpPr>
                    <a:xfrm>
                      <a:off x="9859163" y="4465524"/>
                      <a:ext cx="2924151" cy="2446824"/>
                      <a:chOff x="414917" y="1961308"/>
                      <a:chExt cx="2924151" cy="2446824"/>
                    </a:xfrm>
                  </p:grpSpPr>
                  <p:sp>
                    <p:nvSpPr>
                      <p:cNvPr id="35" name="Rectangle: Rounded Corners 292">
                        <a:extLst>
                          <a:ext uri="{FF2B5EF4-FFF2-40B4-BE49-F238E27FC236}">
                            <a16:creationId xmlns:a16="http://schemas.microsoft.com/office/drawing/2014/main" id="{3B962180-674C-95A6-7D29-DA51EF26E71D}"/>
                          </a:ext>
                        </a:extLst>
                      </p:cNvPr>
                      <p:cNvSpPr>
                        <a:spLocks/>
                      </p:cNvSpPr>
                      <p:nvPr/>
                    </p:nvSpPr>
                    <p:spPr>
                      <a:xfrm>
                        <a:off x="414917" y="1961308"/>
                        <a:ext cx="2924151" cy="2446824"/>
                      </a:xfrm>
                      <a:prstGeom prst="roundRect">
                        <a:avLst>
                          <a:gd name="adj" fmla="val 5099"/>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34" name="Groupe 33">
                        <a:extLst>
                          <a:ext uri="{FF2B5EF4-FFF2-40B4-BE49-F238E27FC236}">
                            <a16:creationId xmlns:a16="http://schemas.microsoft.com/office/drawing/2014/main" id="{EA89BF8C-5AED-20DB-4679-9FD4E02E39A2}"/>
                          </a:ext>
                        </a:extLst>
                      </p:cNvPr>
                      <p:cNvGrpSpPr>
                        <a:grpSpLocks/>
                      </p:cNvGrpSpPr>
                      <p:nvPr/>
                    </p:nvGrpSpPr>
                    <p:grpSpPr>
                      <a:xfrm>
                        <a:off x="416070" y="2029298"/>
                        <a:ext cx="1094790" cy="331243"/>
                        <a:chOff x="780703" y="5853141"/>
                        <a:chExt cx="1094790" cy="331243"/>
                      </a:xfrm>
                    </p:grpSpPr>
                    <p:pic>
                      <p:nvPicPr>
                        <p:cNvPr id="36" name="Graphique 35" descr="Presse-papiers vérifié avec un remplissage uni">
                          <a:extLst>
                            <a:ext uri="{FF2B5EF4-FFF2-40B4-BE49-F238E27FC236}">
                              <a16:creationId xmlns:a16="http://schemas.microsoft.com/office/drawing/2014/main" id="{66E5F60A-CA9E-41FE-8FF2-5B5EDCCE86F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80703" y="5853141"/>
                          <a:ext cx="331243" cy="331243"/>
                        </a:xfrm>
                        <a:prstGeom prst="rect">
                          <a:avLst/>
                        </a:prstGeom>
                      </p:spPr>
                    </p:pic>
                    <p:sp>
                      <p:nvSpPr>
                        <p:cNvPr id="37" name="TextBox 132">
                          <a:extLst>
                            <a:ext uri="{FF2B5EF4-FFF2-40B4-BE49-F238E27FC236}">
                              <a16:creationId xmlns:a16="http://schemas.microsoft.com/office/drawing/2014/main" id="{DC304E1A-D29E-8E21-2C90-BF6A50FA3049}"/>
                            </a:ext>
                          </a:extLst>
                        </p:cNvPr>
                        <p:cNvSpPr txBox="1">
                          <a:spLocks/>
                        </p:cNvSpPr>
                        <p:nvPr/>
                      </p:nvSpPr>
                      <p:spPr>
                        <a:xfrm>
                          <a:off x="981298" y="5940230"/>
                          <a:ext cx="894195" cy="169277"/>
                        </a:xfrm>
                        <a:prstGeom prst="rect">
                          <a:avLst/>
                        </a:prstGeom>
                        <a:noFill/>
                      </p:spPr>
                      <p:txBody>
                        <a:bodyPr wrap="square" rtlCol="0">
                          <a:spAutoFit/>
                        </a:bodyPr>
                        <a:lstStyle/>
                        <a:p>
                          <a:r>
                            <a:rPr lang="fr-CA" sz="500" dirty="0"/>
                            <a:t>lac1_paramètres()</a:t>
                          </a:r>
                        </a:p>
                      </p:txBody>
                    </p:sp>
                  </p:grpSp>
                </p:grpSp>
                <p:cxnSp>
                  <p:nvCxnSpPr>
                    <p:cNvPr id="32" name="Straight Arrow Connector 268">
                      <a:extLst>
                        <a:ext uri="{FF2B5EF4-FFF2-40B4-BE49-F238E27FC236}">
                          <a16:creationId xmlns:a16="http://schemas.microsoft.com/office/drawing/2014/main" id="{8CE544C6-CF10-6285-CC1E-D64C1E3873B6}"/>
                        </a:ext>
                      </a:extLst>
                    </p:cNvPr>
                    <p:cNvCxnSpPr>
                      <a:cxnSpLocks/>
                      <a:stCxn id="36"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3" name="Straight Arrow Connector 268">
                      <a:extLst>
                        <a:ext uri="{FF2B5EF4-FFF2-40B4-BE49-F238E27FC236}">
                          <a16:creationId xmlns:a16="http://schemas.microsoft.com/office/drawing/2014/main" id="{D65D6975-A10D-4407-74A7-1AAA3911A99D}"/>
                        </a:ext>
                      </a:extLst>
                    </p:cNvPr>
                    <p:cNvCxnSpPr>
                      <a:cxnSpLocks/>
                      <a:stCxn id="36"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grpSp>
                <p:nvGrpSpPr>
                  <p:cNvPr id="23" name="Groupe 22">
                    <a:extLst>
                      <a:ext uri="{FF2B5EF4-FFF2-40B4-BE49-F238E27FC236}">
                        <a16:creationId xmlns:a16="http://schemas.microsoft.com/office/drawing/2014/main" id="{EE094D29-F296-9EBF-DCE7-9BE6ECD4E48C}"/>
                      </a:ext>
                    </a:extLst>
                  </p:cNvPr>
                  <p:cNvGrpSpPr>
                    <a:grpSpLocks/>
                  </p:cNvGrpSpPr>
                  <p:nvPr/>
                </p:nvGrpSpPr>
                <p:grpSpPr>
                  <a:xfrm>
                    <a:off x="9289360" y="2833411"/>
                    <a:ext cx="665310" cy="234536"/>
                    <a:chOff x="9213673" y="2065803"/>
                    <a:chExt cx="665310" cy="234536"/>
                  </a:xfrm>
                </p:grpSpPr>
                <p:pic>
                  <p:nvPicPr>
                    <p:cNvPr id="29" name="Image 28">
                      <a:extLst>
                        <a:ext uri="{FF2B5EF4-FFF2-40B4-BE49-F238E27FC236}">
                          <a16:creationId xmlns:a16="http://schemas.microsoft.com/office/drawing/2014/main" id="{99FCFCE1-9380-537B-D941-B90F7C76D02D}"/>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30" name="ZoneTexte 29">
                      <a:extLst>
                        <a:ext uri="{FF2B5EF4-FFF2-40B4-BE49-F238E27FC236}">
                          <a16:creationId xmlns:a16="http://schemas.microsoft.com/office/drawing/2014/main" id="{139A0343-8140-3D7B-7D5D-67B59E438563}"/>
                        </a:ext>
                      </a:extLst>
                    </p:cNvPr>
                    <p:cNvSpPr txBox="1">
                      <a:spLocks/>
                    </p:cNvSpPr>
                    <p:nvPr/>
                  </p:nvSpPr>
                  <p:spPr>
                    <a:xfrm>
                      <a:off x="9344699" y="2101327"/>
                      <a:ext cx="534284" cy="184666"/>
                    </a:xfrm>
                    <a:prstGeom prst="rect">
                      <a:avLst/>
                    </a:prstGeom>
                    <a:noFill/>
                  </p:spPr>
                  <p:txBody>
                    <a:bodyPr wrap="square" rtlCol="0">
                      <a:spAutoFit/>
                    </a:bodyPr>
                    <a:lstStyle/>
                    <a:p>
                      <a:r>
                        <a:rPr lang="fr-CA" sz="600" dirty="0" err="1"/>
                        <a:t>nom_lac</a:t>
                      </a:r>
                      <a:r>
                        <a:rPr lang="fr-CA" sz="600" dirty="0"/>
                        <a:t>()</a:t>
                      </a:r>
                    </a:p>
                  </p:txBody>
                </p:sp>
              </p:grpSp>
              <p:grpSp>
                <p:nvGrpSpPr>
                  <p:cNvPr id="24" name="Groupe 23">
                    <a:extLst>
                      <a:ext uri="{FF2B5EF4-FFF2-40B4-BE49-F238E27FC236}">
                        <a16:creationId xmlns:a16="http://schemas.microsoft.com/office/drawing/2014/main" id="{74EE8876-D3D7-F14E-52ED-D7D498D04709}"/>
                      </a:ext>
                    </a:extLst>
                  </p:cNvPr>
                  <p:cNvGrpSpPr>
                    <a:grpSpLocks/>
                  </p:cNvGrpSpPr>
                  <p:nvPr/>
                </p:nvGrpSpPr>
                <p:grpSpPr>
                  <a:xfrm>
                    <a:off x="9332030" y="3154642"/>
                    <a:ext cx="665310" cy="234536"/>
                    <a:chOff x="9213673" y="2065803"/>
                    <a:chExt cx="665310" cy="234536"/>
                  </a:xfrm>
                </p:grpSpPr>
                <p:pic>
                  <p:nvPicPr>
                    <p:cNvPr id="27" name="Image 26">
                      <a:extLst>
                        <a:ext uri="{FF2B5EF4-FFF2-40B4-BE49-F238E27FC236}">
                          <a16:creationId xmlns:a16="http://schemas.microsoft.com/office/drawing/2014/main" id="{F60E5096-9D65-F561-D2D5-5E60C4023F73}"/>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28" name="ZoneTexte 27">
                      <a:extLst>
                        <a:ext uri="{FF2B5EF4-FFF2-40B4-BE49-F238E27FC236}">
                          <a16:creationId xmlns:a16="http://schemas.microsoft.com/office/drawing/2014/main" id="{19BF4600-197D-9ACA-09AD-C598C6AB09BF}"/>
                        </a:ext>
                      </a:extLst>
                    </p:cNvPr>
                    <p:cNvSpPr txBox="1">
                      <a:spLocks/>
                    </p:cNvSpPr>
                    <p:nvPr/>
                  </p:nvSpPr>
                  <p:spPr>
                    <a:xfrm>
                      <a:off x="9344699" y="2101327"/>
                      <a:ext cx="534284" cy="184666"/>
                    </a:xfrm>
                    <a:prstGeom prst="rect">
                      <a:avLst/>
                    </a:prstGeom>
                    <a:noFill/>
                  </p:spPr>
                  <p:txBody>
                    <a:bodyPr wrap="square" rtlCol="0">
                      <a:spAutoFit/>
                    </a:bodyPr>
                    <a:lstStyle/>
                    <a:p>
                      <a:r>
                        <a:rPr lang="fr-CA" sz="600" dirty="0" err="1"/>
                        <a:t>no_lce</a:t>
                      </a:r>
                      <a:r>
                        <a:rPr lang="fr-CA" sz="600" dirty="0"/>
                        <a:t>()</a:t>
                      </a:r>
                    </a:p>
                  </p:txBody>
                </p:sp>
              </p:grpSp>
              <p:cxnSp>
                <p:nvCxnSpPr>
                  <p:cNvPr id="25" name="Straight Arrow Connector 268">
                    <a:extLst>
                      <a:ext uri="{FF2B5EF4-FFF2-40B4-BE49-F238E27FC236}">
                        <a16:creationId xmlns:a16="http://schemas.microsoft.com/office/drawing/2014/main" id="{AC01081D-9161-5EF9-3B60-D4A02C0E3F36}"/>
                      </a:ext>
                    </a:extLst>
                  </p:cNvPr>
                  <p:cNvCxnSpPr>
                    <a:cxnSpLocks/>
                  </p:cNvCxnSpPr>
                  <p:nvPr/>
                </p:nvCxnSpPr>
                <p:spPr>
                  <a:xfrm rot="16200000" flipH="1">
                    <a:off x="8980315" y="3348513"/>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26" name="ZoneTexte 25">
                    <a:extLst>
                      <a:ext uri="{FF2B5EF4-FFF2-40B4-BE49-F238E27FC236}">
                        <a16:creationId xmlns:a16="http://schemas.microsoft.com/office/drawing/2014/main" id="{82BA45CE-FD07-8991-7B4E-7ED85883B9C9}"/>
                      </a:ext>
                    </a:extLst>
                  </p:cNvPr>
                  <p:cNvSpPr txBox="1">
                    <a:spLocks/>
                  </p:cNvSpPr>
                  <p:nvPr/>
                </p:nvSpPr>
                <p:spPr>
                  <a:xfrm>
                    <a:off x="9308120" y="3565258"/>
                    <a:ext cx="534284" cy="184666"/>
                  </a:xfrm>
                  <a:prstGeom prst="rect">
                    <a:avLst/>
                  </a:prstGeom>
                  <a:noFill/>
                </p:spPr>
                <p:txBody>
                  <a:bodyPr wrap="square" rtlCol="0">
                    <a:spAutoFit/>
                  </a:bodyPr>
                  <a:lstStyle/>
                  <a:p>
                    <a:r>
                      <a:rPr lang="fr-CA" sz="600" dirty="0"/>
                      <a:t>Etc…</a:t>
                    </a:r>
                  </a:p>
                </p:txBody>
              </p:sp>
            </p:grpSp>
            <p:sp>
              <p:nvSpPr>
                <p:cNvPr id="38" name="Accolade ouvrante 37">
                  <a:extLst>
                    <a:ext uri="{FF2B5EF4-FFF2-40B4-BE49-F238E27FC236}">
                      <a16:creationId xmlns:a16="http://schemas.microsoft.com/office/drawing/2014/main" id="{02ACF1BD-CCDB-15AE-808E-79A7F79F2A00}"/>
                    </a:ext>
                  </a:extLst>
                </p:cNvPr>
                <p:cNvSpPr>
                  <a:spLocks/>
                </p:cNvSpPr>
                <p:nvPr/>
              </p:nvSpPr>
              <p:spPr>
                <a:xfrm>
                  <a:off x="7811655" y="4048953"/>
                  <a:ext cx="301213" cy="2303208"/>
                </a:xfrm>
                <a:prstGeom prst="leftBrace">
                  <a:avLst>
                    <a:gd name="adj1" fmla="val 40628"/>
                    <a:gd name="adj2" fmla="val 50000"/>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a:p>
              </p:txBody>
            </p:sp>
            <p:sp>
              <p:nvSpPr>
                <p:cNvPr id="15" name="ZoneTexte 14">
                  <a:extLst>
                    <a:ext uri="{FF2B5EF4-FFF2-40B4-BE49-F238E27FC236}">
                      <a16:creationId xmlns:a16="http://schemas.microsoft.com/office/drawing/2014/main" id="{F78F86B1-C20E-6A3F-D556-7C5D6CA1AD00}"/>
                    </a:ext>
                  </a:extLst>
                </p:cNvPr>
                <p:cNvSpPr txBox="1">
                  <a:spLocks/>
                </p:cNvSpPr>
                <p:nvPr/>
              </p:nvSpPr>
              <p:spPr>
                <a:xfrm>
                  <a:off x="7966591" y="4048953"/>
                  <a:ext cx="1712848" cy="2446824"/>
                </a:xfrm>
                <a:prstGeom prst="rect">
                  <a:avLst/>
                </a:prstGeom>
                <a:noFill/>
              </p:spPr>
              <p:txBody>
                <a:bodyPr wrap="square" rtlCol="0">
                  <a:spAutoFit/>
                </a:bodyPr>
                <a:lstStyle/>
                <a:p>
                  <a:r>
                    <a:rPr lang="fr-CA" sz="600" dirty="0"/>
                    <a:t>charge_rejet_kg_annuel_amont_1</a:t>
                  </a:r>
                  <a:r>
                    <a:rPr lang="fr-CA" sz="500" dirty="0"/>
                    <a:t> () à 10 ()</a:t>
                  </a:r>
                  <a:endParaRPr lang="fr-CA" sz="300" dirty="0"/>
                </a:p>
                <a:p>
                  <a:r>
                    <a:rPr lang="fr-CA" sz="600" dirty="0"/>
                    <a:t>nom_charge_rejet_kg_annuel_amont_1</a:t>
                  </a:r>
                  <a:r>
                    <a:rPr lang="fr-CA" sz="500" dirty="0"/>
                    <a:t> () à 10 ()</a:t>
                  </a:r>
                  <a:endParaRPr lang="fr-CA" sz="600" dirty="0"/>
                </a:p>
                <a:p>
                  <a:r>
                    <a:rPr lang="fr-CA" sz="600" dirty="0" err="1"/>
                    <a:t>profondeur_moy_m</a:t>
                  </a:r>
                  <a:r>
                    <a:rPr lang="fr-CA" sz="600" dirty="0"/>
                    <a:t> ()</a:t>
                  </a:r>
                </a:p>
                <a:p>
                  <a:r>
                    <a:rPr lang="fr-CA" sz="600" dirty="0"/>
                    <a:t>superficie_lac_km2 ()</a:t>
                  </a:r>
                </a:p>
                <a:p>
                  <a:r>
                    <a:rPr lang="fr-CA" sz="600" dirty="0"/>
                    <a:t>aire_bv_km2 ()</a:t>
                  </a:r>
                </a:p>
                <a:p>
                  <a:r>
                    <a:rPr lang="fr-CA" sz="600" dirty="0"/>
                    <a:t>aire_sousbv_km2 ()</a:t>
                  </a:r>
                </a:p>
                <a:p>
                  <a:r>
                    <a:rPr lang="fr-CA" sz="600" dirty="0"/>
                    <a:t>debit_rejet_m3_jour ()</a:t>
                  </a:r>
                </a:p>
                <a:p>
                  <a:r>
                    <a:rPr lang="fr-CA" sz="600" dirty="0" err="1"/>
                    <a:t>jours_operation_rejet</a:t>
                  </a:r>
                  <a:r>
                    <a:rPr lang="fr-CA" sz="600" dirty="0"/>
                    <a:t> ()</a:t>
                  </a:r>
                </a:p>
                <a:p>
                  <a:r>
                    <a:rPr lang="fr-CA" sz="600" dirty="0" err="1"/>
                    <a:t>pt_mes</a:t>
                  </a:r>
                  <a:r>
                    <a:rPr lang="fr-CA" sz="600" dirty="0"/>
                    <a:t> ()</a:t>
                  </a:r>
                </a:p>
                <a:p>
                  <a:r>
                    <a:rPr lang="fr-CA" sz="600" dirty="0" err="1"/>
                    <a:t>ruissellement_moy_m</a:t>
                  </a:r>
                  <a:r>
                    <a:rPr lang="fr-CA" sz="500" dirty="0"/>
                    <a:t> ()</a:t>
                  </a:r>
                  <a:endParaRPr lang="fr-CA" sz="300" dirty="0"/>
                </a:p>
                <a:p>
                  <a:r>
                    <a:rPr lang="fr-CA" sz="600" dirty="0" err="1"/>
                    <a:t>charge_installations_septiques_autonomes</a:t>
                  </a:r>
                  <a:r>
                    <a:rPr lang="fr-CA" sz="500" dirty="0"/>
                    <a:t> ()</a:t>
                  </a:r>
                  <a:endParaRPr lang="fr-CA" sz="200" dirty="0"/>
                </a:p>
                <a:p>
                  <a:r>
                    <a:rPr lang="fr-CA" sz="600" dirty="0" err="1"/>
                    <a:t>percent_aqua</a:t>
                  </a:r>
                  <a:r>
                    <a:rPr lang="fr-CA" sz="600" dirty="0"/>
                    <a:t> ()</a:t>
                  </a:r>
                </a:p>
                <a:p>
                  <a:r>
                    <a:rPr lang="fr-CA" sz="600" dirty="0" err="1"/>
                    <a:t>percent_mh</a:t>
                  </a:r>
                  <a:r>
                    <a:rPr lang="fr-CA" sz="600" dirty="0"/>
                    <a:t> ()</a:t>
                  </a:r>
                </a:p>
                <a:p>
                  <a:r>
                    <a:rPr lang="fr-CA" sz="600" dirty="0" err="1"/>
                    <a:t>percent_foret</a:t>
                  </a:r>
                  <a:r>
                    <a:rPr lang="fr-CA" sz="600" dirty="0"/>
                    <a:t> ()</a:t>
                  </a:r>
                </a:p>
                <a:p>
                  <a:r>
                    <a:rPr lang="fr-CA" sz="600" dirty="0" err="1"/>
                    <a:t>percent_solnu</a:t>
                  </a:r>
                  <a:r>
                    <a:rPr lang="fr-CA" sz="600" dirty="0"/>
                    <a:t> ()</a:t>
                  </a:r>
                </a:p>
                <a:p>
                  <a:r>
                    <a:rPr lang="fr-CA" sz="600" dirty="0" err="1"/>
                    <a:t>percent_agri</a:t>
                  </a:r>
                  <a:r>
                    <a:rPr lang="fr-CA" sz="600" dirty="0"/>
                    <a:t> ()</a:t>
                  </a:r>
                </a:p>
                <a:p>
                  <a:r>
                    <a:rPr lang="fr-CA" sz="600" dirty="0" err="1"/>
                    <a:t>percent_coupe</a:t>
                  </a:r>
                  <a:r>
                    <a:rPr lang="fr-CA" sz="600" dirty="0"/>
                    <a:t> ()</a:t>
                  </a:r>
                </a:p>
                <a:p>
                  <a:r>
                    <a:rPr lang="fr-CA" sz="600" dirty="0" err="1"/>
                    <a:t>percent_anthro</a:t>
                  </a:r>
                  <a:r>
                    <a:rPr lang="fr-CA" sz="600" dirty="0"/>
                    <a:t> ()</a:t>
                  </a:r>
                </a:p>
                <a:p>
                  <a:r>
                    <a:rPr lang="fr-CA" sz="600" dirty="0" err="1"/>
                    <a:t>percent_nd</a:t>
                  </a:r>
                  <a:r>
                    <a:rPr lang="fr-CA" sz="600" dirty="0"/>
                    <a:t> ()</a:t>
                  </a:r>
                </a:p>
                <a:p>
                  <a:r>
                    <a:rPr lang="fr-CA" sz="600" dirty="0"/>
                    <a:t>charge_lac_amont_1 () à 10 ()</a:t>
                  </a:r>
                </a:p>
                <a:p>
                  <a:r>
                    <a:rPr lang="fr-CA" sz="600" dirty="0"/>
                    <a:t>charge_lac_amont_nat_1 () à 10 ()</a:t>
                  </a:r>
                </a:p>
                <a:p>
                  <a:r>
                    <a:rPr lang="fr-CA" sz="600" dirty="0"/>
                    <a:t>charge_ponctuelle_1 () à 10 ()</a:t>
                  </a:r>
                </a:p>
                <a:p>
                  <a:r>
                    <a:rPr lang="fr-CA" sz="600" dirty="0"/>
                    <a:t>nom_lac_amont_1 () à 10 ()</a:t>
                  </a:r>
                </a:p>
                <a:p>
                  <a:r>
                    <a:rPr lang="fr-CA" sz="600" dirty="0"/>
                    <a:t>nom_charge_ponctuelle_1 () à 10 ()</a:t>
                  </a:r>
                </a:p>
                <a:p>
                  <a:endParaRPr lang="fr-CA" sz="900" dirty="0"/>
                </a:p>
              </p:txBody>
            </p:sp>
          </p:grpSp>
          <p:sp>
            <p:nvSpPr>
              <p:cNvPr id="152" name="Rectangle : coins arrondis 151">
                <a:extLst>
                  <a:ext uri="{FF2B5EF4-FFF2-40B4-BE49-F238E27FC236}">
                    <a16:creationId xmlns:a16="http://schemas.microsoft.com/office/drawing/2014/main" id="{6BDF7006-CC91-138F-3561-DE0FCECD1FDE}"/>
                  </a:ext>
                </a:extLst>
              </p:cNvPr>
              <p:cNvSpPr>
                <a:spLocks/>
              </p:cNvSpPr>
              <p:nvPr/>
            </p:nvSpPr>
            <p:spPr>
              <a:xfrm>
                <a:off x="10179857" y="2590309"/>
                <a:ext cx="1614223" cy="170120"/>
              </a:xfrm>
              <a:prstGeom prst="roundRect">
                <a:avLst/>
              </a:prstGeom>
              <a:noFill/>
              <a:ln w="9525">
                <a:solidFill>
                  <a:srgbClr val="FF0000"/>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grpSp>
        <p:sp>
          <p:nvSpPr>
            <p:cNvPr id="178" name="ZoneTexte 177">
              <a:extLst>
                <a:ext uri="{FF2B5EF4-FFF2-40B4-BE49-F238E27FC236}">
                  <a16:creationId xmlns:a16="http://schemas.microsoft.com/office/drawing/2014/main" id="{948BFE64-0D5A-9333-1133-E6D1016C468C}"/>
                </a:ext>
              </a:extLst>
            </p:cNvPr>
            <p:cNvSpPr txBox="1">
              <a:spLocks/>
            </p:cNvSpPr>
            <p:nvPr/>
          </p:nvSpPr>
          <p:spPr>
            <a:xfrm>
              <a:off x="3869216" y="4006566"/>
              <a:ext cx="1484123" cy="261610"/>
            </a:xfrm>
            <a:prstGeom prst="rect">
              <a:avLst/>
            </a:prstGeom>
            <a:noFill/>
          </p:spPr>
          <p:txBody>
            <a:bodyPr wrap="square" rtlCol="0">
              <a:spAutoFit/>
            </a:bodyPr>
            <a:lstStyle/>
            <a:p>
              <a:r>
                <a:rPr lang="fr-CA" sz="1100" i="1" dirty="0"/>
                <a:t>Liste de réactifs</a:t>
              </a:r>
            </a:p>
          </p:txBody>
        </p:sp>
      </p:grpSp>
      <p:grpSp>
        <p:nvGrpSpPr>
          <p:cNvPr id="183" name="Groupe 182">
            <a:extLst>
              <a:ext uri="{FF2B5EF4-FFF2-40B4-BE49-F238E27FC236}">
                <a16:creationId xmlns:a16="http://schemas.microsoft.com/office/drawing/2014/main" id="{ED9B0BA1-34C9-CC92-19E0-C55DBBE2B467}"/>
              </a:ext>
            </a:extLst>
          </p:cNvPr>
          <p:cNvGrpSpPr>
            <a:grpSpLocks/>
          </p:cNvGrpSpPr>
          <p:nvPr/>
        </p:nvGrpSpPr>
        <p:grpSpPr>
          <a:xfrm>
            <a:off x="1499914" y="1622898"/>
            <a:ext cx="2011256" cy="993777"/>
            <a:chOff x="6404712" y="5621785"/>
            <a:chExt cx="2011256" cy="993777"/>
          </a:xfrm>
        </p:grpSpPr>
        <p:grpSp>
          <p:nvGrpSpPr>
            <p:cNvPr id="230" name="Groupe 229">
              <a:extLst>
                <a:ext uri="{FF2B5EF4-FFF2-40B4-BE49-F238E27FC236}">
                  <a16:creationId xmlns:a16="http://schemas.microsoft.com/office/drawing/2014/main" id="{27A5A2E9-8F4A-EC9C-70D0-471927A4A2B9}"/>
                </a:ext>
              </a:extLst>
            </p:cNvPr>
            <p:cNvGrpSpPr>
              <a:grpSpLocks/>
            </p:cNvGrpSpPr>
            <p:nvPr/>
          </p:nvGrpSpPr>
          <p:grpSpPr>
            <a:xfrm>
              <a:off x="6404712" y="5650285"/>
              <a:ext cx="1335475" cy="965277"/>
              <a:chOff x="9712966" y="3147784"/>
              <a:chExt cx="1335475" cy="965277"/>
            </a:xfrm>
          </p:grpSpPr>
          <p:grpSp>
            <p:nvGrpSpPr>
              <p:cNvPr id="231" name="Groupe 230">
                <a:extLst>
                  <a:ext uri="{FF2B5EF4-FFF2-40B4-BE49-F238E27FC236}">
                    <a16:creationId xmlns:a16="http://schemas.microsoft.com/office/drawing/2014/main" id="{7A5149C8-EBB1-1370-A4F4-07982170E2C4}"/>
                  </a:ext>
                </a:extLst>
              </p:cNvPr>
              <p:cNvGrpSpPr>
                <a:grpSpLocks/>
              </p:cNvGrpSpPr>
              <p:nvPr/>
            </p:nvGrpSpPr>
            <p:grpSpPr>
              <a:xfrm>
                <a:off x="9712966" y="3147784"/>
                <a:ext cx="1162484" cy="965277"/>
                <a:chOff x="268720" y="643568"/>
                <a:chExt cx="1162484" cy="965277"/>
              </a:xfrm>
            </p:grpSpPr>
            <p:grpSp>
              <p:nvGrpSpPr>
                <p:cNvPr id="242" name="Groupe 241">
                  <a:extLst>
                    <a:ext uri="{FF2B5EF4-FFF2-40B4-BE49-F238E27FC236}">
                      <a16:creationId xmlns:a16="http://schemas.microsoft.com/office/drawing/2014/main" id="{98901938-DF05-AA3B-6A17-349ED306B722}"/>
                    </a:ext>
                  </a:extLst>
                </p:cNvPr>
                <p:cNvGrpSpPr>
                  <a:grpSpLocks/>
                </p:cNvGrpSpPr>
                <p:nvPr/>
              </p:nvGrpSpPr>
              <p:grpSpPr>
                <a:xfrm>
                  <a:off x="340114" y="643568"/>
                  <a:ext cx="938414" cy="331243"/>
                  <a:chOff x="704747" y="4467411"/>
                  <a:chExt cx="938414" cy="331243"/>
                </a:xfrm>
              </p:grpSpPr>
              <p:pic>
                <p:nvPicPr>
                  <p:cNvPr id="244" name="Graphique 243" descr="Presse-papiers vérifié avec un remplissage uni">
                    <a:extLst>
                      <a:ext uri="{FF2B5EF4-FFF2-40B4-BE49-F238E27FC236}">
                        <a16:creationId xmlns:a16="http://schemas.microsoft.com/office/drawing/2014/main" id="{B160C279-7B17-FD33-933E-84BCAD762E5E}"/>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04747" y="4467411"/>
                    <a:ext cx="331243" cy="331243"/>
                  </a:xfrm>
                  <a:prstGeom prst="rect">
                    <a:avLst/>
                  </a:prstGeom>
                </p:spPr>
              </p:pic>
              <p:sp>
                <p:nvSpPr>
                  <p:cNvPr id="245" name="TextBox 132">
                    <a:extLst>
                      <a:ext uri="{FF2B5EF4-FFF2-40B4-BE49-F238E27FC236}">
                        <a16:creationId xmlns:a16="http://schemas.microsoft.com/office/drawing/2014/main" id="{6E694335-5509-773B-5B02-2F2ED7F2640E}"/>
                      </a:ext>
                    </a:extLst>
                  </p:cNvPr>
                  <p:cNvSpPr txBox="1">
                    <a:spLocks/>
                  </p:cNvSpPr>
                  <p:nvPr/>
                </p:nvSpPr>
                <p:spPr>
                  <a:xfrm>
                    <a:off x="905342" y="4554500"/>
                    <a:ext cx="737819" cy="169277"/>
                  </a:xfrm>
                  <a:prstGeom prst="rect">
                    <a:avLst/>
                  </a:prstGeom>
                  <a:noFill/>
                </p:spPr>
                <p:txBody>
                  <a:bodyPr wrap="square" rtlCol="0">
                    <a:spAutoFit/>
                  </a:bodyPr>
                  <a:lstStyle/>
                  <a:p>
                    <a:r>
                      <a:rPr lang="fr-CA" sz="500" dirty="0"/>
                      <a:t>lac1_coefficients</a:t>
                    </a:r>
                  </a:p>
                </p:txBody>
              </p:sp>
            </p:grpSp>
            <p:sp>
              <p:nvSpPr>
                <p:cNvPr id="243" name="Rectangle: Rounded Corners 292">
                  <a:extLst>
                    <a:ext uri="{FF2B5EF4-FFF2-40B4-BE49-F238E27FC236}">
                      <a16:creationId xmlns:a16="http://schemas.microsoft.com/office/drawing/2014/main" id="{B91FDAFF-430C-B1D3-C0E2-DF9ED7B976B3}"/>
                    </a:ext>
                  </a:extLst>
                </p:cNvPr>
                <p:cNvSpPr>
                  <a:spLocks/>
                </p:cNvSpPr>
                <p:nvPr/>
              </p:nvSpPr>
              <p:spPr>
                <a:xfrm>
                  <a:off x="268720" y="663202"/>
                  <a:ext cx="1162484" cy="94564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grpSp>
            <p:nvGrpSpPr>
              <p:cNvPr id="232" name="Groupe 231">
                <a:extLst>
                  <a:ext uri="{FF2B5EF4-FFF2-40B4-BE49-F238E27FC236}">
                    <a16:creationId xmlns:a16="http://schemas.microsoft.com/office/drawing/2014/main" id="{C1AEE3F8-0720-E307-FE93-50F62B3EFAE5}"/>
                  </a:ext>
                </a:extLst>
              </p:cNvPr>
              <p:cNvGrpSpPr>
                <a:grpSpLocks/>
              </p:cNvGrpSpPr>
              <p:nvPr/>
            </p:nvGrpSpPr>
            <p:grpSpPr>
              <a:xfrm>
                <a:off x="10110027" y="3466153"/>
                <a:ext cx="938414" cy="331243"/>
                <a:chOff x="10056789" y="3475163"/>
                <a:chExt cx="938414" cy="331243"/>
              </a:xfrm>
            </p:grpSpPr>
            <p:pic>
              <p:nvPicPr>
                <p:cNvPr id="240" name="Graphique 239" descr="Presse-papiers vérifié avec un remplissage uni">
                  <a:extLst>
                    <a:ext uri="{FF2B5EF4-FFF2-40B4-BE49-F238E27FC236}">
                      <a16:creationId xmlns:a16="http://schemas.microsoft.com/office/drawing/2014/main" id="{C36071D6-9F19-82CA-0166-8F9725A15DE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056789" y="3475163"/>
                  <a:ext cx="331243" cy="331243"/>
                </a:xfrm>
                <a:prstGeom prst="rect">
                  <a:avLst/>
                </a:prstGeom>
              </p:spPr>
            </p:pic>
            <p:sp>
              <p:nvSpPr>
                <p:cNvPr id="241" name="TextBox 132">
                  <a:extLst>
                    <a:ext uri="{FF2B5EF4-FFF2-40B4-BE49-F238E27FC236}">
                      <a16:creationId xmlns:a16="http://schemas.microsoft.com/office/drawing/2014/main" id="{C506ACC0-115A-8C14-0E8E-FA1CA3904CF4}"/>
                    </a:ext>
                  </a:extLst>
                </p:cNvPr>
                <p:cNvSpPr txBox="1">
                  <a:spLocks/>
                </p:cNvSpPr>
                <p:nvPr/>
              </p:nvSpPr>
              <p:spPr>
                <a:xfrm>
                  <a:off x="10257384" y="3562252"/>
                  <a:ext cx="737819" cy="169277"/>
                </a:xfrm>
                <a:prstGeom prst="rect">
                  <a:avLst/>
                </a:prstGeom>
                <a:noFill/>
              </p:spPr>
              <p:txBody>
                <a:bodyPr wrap="square" rtlCol="0">
                  <a:spAutoFit/>
                </a:bodyPr>
                <a:lstStyle/>
                <a:p>
                  <a:r>
                    <a:rPr lang="fr-CA" sz="500" dirty="0" err="1"/>
                    <a:t>coefs_actuel</a:t>
                  </a:r>
                  <a:r>
                    <a:rPr lang="fr-CA" sz="500" dirty="0"/>
                    <a:t>()</a:t>
                  </a:r>
                </a:p>
              </p:txBody>
            </p:sp>
          </p:grpSp>
          <p:grpSp>
            <p:nvGrpSpPr>
              <p:cNvPr id="233" name="Groupe 232">
                <a:extLst>
                  <a:ext uri="{FF2B5EF4-FFF2-40B4-BE49-F238E27FC236}">
                    <a16:creationId xmlns:a16="http://schemas.microsoft.com/office/drawing/2014/main" id="{21A4DE87-ADE8-DCEF-F1DF-6D9677D5805B}"/>
                  </a:ext>
                </a:extLst>
              </p:cNvPr>
              <p:cNvGrpSpPr>
                <a:grpSpLocks/>
              </p:cNvGrpSpPr>
              <p:nvPr/>
            </p:nvGrpSpPr>
            <p:grpSpPr>
              <a:xfrm>
                <a:off x="10110027" y="3774029"/>
                <a:ext cx="938414" cy="331243"/>
                <a:chOff x="10056789" y="3475163"/>
                <a:chExt cx="938414" cy="331243"/>
              </a:xfrm>
            </p:grpSpPr>
            <p:pic>
              <p:nvPicPr>
                <p:cNvPr id="238" name="Graphique 237" descr="Presse-papiers vérifié avec un remplissage uni">
                  <a:extLst>
                    <a:ext uri="{FF2B5EF4-FFF2-40B4-BE49-F238E27FC236}">
                      <a16:creationId xmlns:a16="http://schemas.microsoft.com/office/drawing/2014/main" id="{6E71F962-1B1D-06C7-FD4D-2D0B464CCBF8}"/>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10056789" y="3475163"/>
                  <a:ext cx="331243" cy="331243"/>
                </a:xfrm>
                <a:prstGeom prst="rect">
                  <a:avLst/>
                </a:prstGeom>
              </p:spPr>
            </p:pic>
            <p:sp>
              <p:nvSpPr>
                <p:cNvPr id="239" name="TextBox 132">
                  <a:extLst>
                    <a:ext uri="{FF2B5EF4-FFF2-40B4-BE49-F238E27FC236}">
                      <a16:creationId xmlns:a16="http://schemas.microsoft.com/office/drawing/2014/main" id="{14F38C49-F229-6C11-9129-D89520E57442}"/>
                    </a:ext>
                  </a:extLst>
                </p:cNvPr>
                <p:cNvSpPr txBox="1">
                  <a:spLocks/>
                </p:cNvSpPr>
                <p:nvPr/>
              </p:nvSpPr>
              <p:spPr>
                <a:xfrm>
                  <a:off x="10257384" y="3562252"/>
                  <a:ext cx="737819" cy="169277"/>
                </a:xfrm>
                <a:prstGeom prst="rect">
                  <a:avLst/>
                </a:prstGeom>
                <a:noFill/>
              </p:spPr>
              <p:txBody>
                <a:bodyPr wrap="square" rtlCol="0">
                  <a:spAutoFit/>
                </a:bodyPr>
                <a:lstStyle/>
                <a:p>
                  <a:r>
                    <a:rPr lang="fr-CA" sz="500" dirty="0" err="1"/>
                    <a:t>coefs_naturel</a:t>
                  </a:r>
                  <a:r>
                    <a:rPr lang="fr-CA" sz="500" dirty="0"/>
                    <a:t>()</a:t>
                  </a:r>
                </a:p>
              </p:txBody>
            </p:sp>
          </p:grpSp>
          <p:cxnSp>
            <p:nvCxnSpPr>
              <p:cNvPr id="234" name="Straight Arrow Connector 268">
                <a:extLst>
                  <a:ext uri="{FF2B5EF4-FFF2-40B4-BE49-F238E27FC236}">
                    <a16:creationId xmlns:a16="http://schemas.microsoft.com/office/drawing/2014/main" id="{C8331631-BA71-16ED-001A-694F9253A509}"/>
                  </a:ext>
                </a:extLst>
              </p:cNvPr>
              <p:cNvCxnSpPr>
                <a:cxnSpLocks/>
                <a:stCxn id="244" idx="2"/>
                <a:endCxn id="240" idx="1"/>
              </p:cNvCxnSpPr>
              <p:nvPr/>
            </p:nvCxnSpPr>
            <p:spPr>
              <a:xfrm rot="16200000" flipH="1">
                <a:off x="9953630" y="347537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35" name="Straight Arrow Connector 268">
                <a:extLst>
                  <a:ext uri="{FF2B5EF4-FFF2-40B4-BE49-F238E27FC236}">
                    <a16:creationId xmlns:a16="http://schemas.microsoft.com/office/drawing/2014/main" id="{2EA74B15-6883-4E20-096E-F81D2033CCD6}"/>
                  </a:ext>
                </a:extLst>
              </p:cNvPr>
              <p:cNvCxnSpPr>
                <a:cxnSpLocks/>
                <a:stCxn id="244" idx="2"/>
                <a:endCxn id="238" idx="1"/>
              </p:cNvCxnSpPr>
              <p:nvPr/>
            </p:nvCxnSpPr>
            <p:spPr>
              <a:xfrm rot="16200000" flipH="1">
                <a:off x="9799692" y="362931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182" name="ZoneTexte 181">
              <a:extLst>
                <a:ext uri="{FF2B5EF4-FFF2-40B4-BE49-F238E27FC236}">
                  <a16:creationId xmlns:a16="http://schemas.microsoft.com/office/drawing/2014/main" id="{607987FE-BE37-BF31-B49C-338D798BF0DA}"/>
                </a:ext>
              </a:extLst>
            </p:cNvPr>
            <p:cNvSpPr txBox="1">
              <a:spLocks/>
            </p:cNvSpPr>
            <p:nvPr/>
          </p:nvSpPr>
          <p:spPr>
            <a:xfrm>
              <a:off x="7266736" y="5621785"/>
              <a:ext cx="1149232" cy="369332"/>
            </a:xfrm>
            <a:prstGeom prst="rect">
              <a:avLst/>
            </a:prstGeom>
            <a:noFill/>
          </p:spPr>
          <p:txBody>
            <a:bodyPr wrap="square" rtlCol="0">
              <a:spAutoFit/>
            </a:bodyPr>
            <a:lstStyle/>
            <a:p>
              <a:r>
                <a:rPr lang="fr-CA" sz="900" i="1" dirty="0"/>
                <a:t>Liste de liste de réactifs</a:t>
              </a:r>
            </a:p>
          </p:txBody>
        </p:sp>
      </p:grpSp>
      <p:grpSp>
        <p:nvGrpSpPr>
          <p:cNvPr id="221" name="Groupe 220">
            <a:extLst>
              <a:ext uri="{FF2B5EF4-FFF2-40B4-BE49-F238E27FC236}">
                <a16:creationId xmlns:a16="http://schemas.microsoft.com/office/drawing/2014/main" id="{7D60A0FC-C6F2-F4C5-229D-0AD0B507A6DC}"/>
              </a:ext>
            </a:extLst>
          </p:cNvPr>
          <p:cNvGrpSpPr>
            <a:grpSpLocks/>
          </p:cNvGrpSpPr>
          <p:nvPr/>
        </p:nvGrpSpPr>
        <p:grpSpPr>
          <a:xfrm>
            <a:off x="2199365" y="2844766"/>
            <a:ext cx="1117529" cy="361097"/>
            <a:chOff x="4623968" y="908424"/>
            <a:chExt cx="1117529" cy="493758"/>
          </a:xfrm>
        </p:grpSpPr>
        <p:sp>
          <p:nvSpPr>
            <p:cNvPr id="222" name="Rectangle 221">
              <a:extLst>
                <a:ext uri="{FF2B5EF4-FFF2-40B4-BE49-F238E27FC236}">
                  <a16:creationId xmlns:a16="http://schemas.microsoft.com/office/drawing/2014/main" id="{6C4C1BC5-1A1B-DD8A-9B80-9B26131DA470}"/>
                </a:ext>
              </a:extLst>
            </p:cNvPr>
            <p:cNvSpPr>
              <a:spLocks/>
            </p:cNvSpPr>
            <p:nvPr/>
          </p:nvSpPr>
          <p:spPr>
            <a:xfrm>
              <a:off x="4667722" y="908424"/>
              <a:ext cx="980251" cy="493758"/>
            </a:xfrm>
            <a:prstGeom prst="rect">
              <a:avLst/>
            </a:prstGeom>
            <a:solidFill>
              <a:schemeClr val="accent6">
                <a:lumMod val="20000"/>
                <a:lumOff val="80000"/>
              </a:schemeClr>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223" name="ZoneTexte 222">
              <a:extLst>
                <a:ext uri="{FF2B5EF4-FFF2-40B4-BE49-F238E27FC236}">
                  <a16:creationId xmlns:a16="http://schemas.microsoft.com/office/drawing/2014/main" id="{D19F94AA-DFEE-D18D-4164-5025495F0900}"/>
                </a:ext>
              </a:extLst>
            </p:cNvPr>
            <p:cNvSpPr txBox="1">
              <a:spLocks/>
            </p:cNvSpPr>
            <p:nvPr/>
          </p:nvSpPr>
          <p:spPr>
            <a:xfrm>
              <a:off x="4623968" y="989254"/>
              <a:ext cx="1117529" cy="378764"/>
            </a:xfrm>
            <a:prstGeom prst="rect">
              <a:avLst/>
            </a:prstGeom>
            <a:noFill/>
          </p:spPr>
          <p:txBody>
            <a:bodyPr wrap="square" rtlCol="0">
              <a:spAutoFit/>
            </a:bodyPr>
            <a:lstStyle/>
            <a:p>
              <a:r>
                <a:rPr lang="fr-CA" sz="1200" dirty="0" err="1"/>
                <a:t>mod_calculs</a:t>
              </a:r>
              <a:endParaRPr lang="fr-CA" sz="1200" dirty="0"/>
            </a:p>
          </p:txBody>
        </p:sp>
      </p:grpSp>
      <p:cxnSp>
        <p:nvCxnSpPr>
          <p:cNvPr id="224" name="Straight Arrow Connector 268">
            <a:extLst>
              <a:ext uri="{FF2B5EF4-FFF2-40B4-BE49-F238E27FC236}">
                <a16:creationId xmlns:a16="http://schemas.microsoft.com/office/drawing/2014/main" id="{D655539A-A5AE-34E4-3C38-6DDDF88985FF}"/>
              </a:ext>
            </a:extLst>
          </p:cNvPr>
          <p:cNvCxnSpPr>
            <a:cxnSpLocks/>
            <a:stCxn id="243" idx="3"/>
            <a:endCxn id="222" idx="0"/>
          </p:cNvCxnSpPr>
          <p:nvPr/>
        </p:nvCxnSpPr>
        <p:spPr>
          <a:xfrm>
            <a:off x="2662398" y="2143854"/>
            <a:ext cx="70847" cy="700912"/>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29" name="Straight Arrow Connector 268">
            <a:extLst>
              <a:ext uri="{FF2B5EF4-FFF2-40B4-BE49-F238E27FC236}">
                <a16:creationId xmlns:a16="http://schemas.microsoft.com/office/drawing/2014/main" id="{5AE62018-0B00-FC35-1AEC-E8A2C52043F2}"/>
              </a:ext>
            </a:extLst>
          </p:cNvPr>
          <p:cNvCxnSpPr>
            <a:cxnSpLocks/>
            <a:stCxn id="222" idx="1"/>
            <a:endCxn id="215" idx="0"/>
          </p:cNvCxnSpPr>
          <p:nvPr/>
        </p:nvCxnSpPr>
        <p:spPr>
          <a:xfrm rot="10800000" flipV="1">
            <a:off x="1086751" y="3025314"/>
            <a:ext cx="1156369" cy="357945"/>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58" name="Groupe 257">
            <a:extLst>
              <a:ext uri="{FF2B5EF4-FFF2-40B4-BE49-F238E27FC236}">
                <a16:creationId xmlns:a16="http://schemas.microsoft.com/office/drawing/2014/main" id="{F6085FA8-40A7-A9E2-DD96-F8DEDB5064CF}"/>
              </a:ext>
            </a:extLst>
          </p:cNvPr>
          <p:cNvGrpSpPr>
            <a:grpSpLocks/>
          </p:cNvGrpSpPr>
          <p:nvPr/>
        </p:nvGrpSpPr>
        <p:grpSpPr>
          <a:xfrm>
            <a:off x="148596" y="3378074"/>
            <a:ext cx="1944967" cy="1932862"/>
            <a:chOff x="3249604" y="4293049"/>
            <a:chExt cx="1944967" cy="1932862"/>
          </a:xfrm>
        </p:grpSpPr>
        <p:grpSp>
          <p:nvGrpSpPr>
            <p:cNvPr id="200" name="Groupe 199">
              <a:extLst>
                <a:ext uri="{FF2B5EF4-FFF2-40B4-BE49-F238E27FC236}">
                  <a16:creationId xmlns:a16="http://schemas.microsoft.com/office/drawing/2014/main" id="{CC0A04FC-F764-8605-FD8B-454566F4B3CD}"/>
                </a:ext>
              </a:extLst>
            </p:cNvPr>
            <p:cNvGrpSpPr>
              <a:grpSpLocks/>
            </p:cNvGrpSpPr>
            <p:nvPr/>
          </p:nvGrpSpPr>
          <p:grpSpPr>
            <a:xfrm>
              <a:off x="3249604" y="4293049"/>
              <a:ext cx="1944967" cy="1932862"/>
              <a:chOff x="8817108" y="2398433"/>
              <a:chExt cx="1944967" cy="1932862"/>
            </a:xfrm>
          </p:grpSpPr>
          <p:grpSp>
            <p:nvGrpSpPr>
              <p:cNvPr id="201" name="Groupe 200">
                <a:extLst>
                  <a:ext uri="{FF2B5EF4-FFF2-40B4-BE49-F238E27FC236}">
                    <a16:creationId xmlns:a16="http://schemas.microsoft.com/office/drawing/2014/main" id="{2B621637-060E-9139-A554-4ED44BB0DFE5}"/>
                  </a:ext>
                </a:extLst>
              </p:cNvPr>
              <p:cNvGrpSpPr>
                <a:grpSpLocks/>
              </p:cNvGrpSpPr>
              <p:nvPr/>
            </p:nvGrpSpPr>
            <p:grpSpPr>
              <a:xfrm>
                <a:off x="8826270" y="2398433"/>
                <a:ext cx="1857983" cy="1932862"/>
                <a:chOff x="8950866" y="2502169"/>
                <a:chExt cx="1857983" cy="1932862"/>
              </a:xfrm>
            </p:grpSpPr>
            <p:grpSp>
              <p:nvGrpSpPr>
                <p:cNvPr id="206" name="Groupe 205">
                  <a:extLst>
                    <a:ext uri="{FF2B5EF4-FFF2-40B4-BE49-F238E27FC236}">
                      <a16:creationId xmlns:a16="http://schemas.microsoft.com/office/drawing/2014/main" id="{0409E608-B9DD-1AC6-13A4-5DC59E3695F8}"/>
                    </a:ext>
                  </a:extLst>
                </p:cNvPr>
                <p:cNvGrpSpPr>
                  <a:grpSpLocks/>
                </p:cNvGrpSpPr>
                <p:nvPr/>
              </p:nvGrpSpPr>
              <p:grpSpPr>
                <a:xfrm>
                  <a:off x="8950866" y="2502169"/>
                  <a:ext cx="1857983" cy="1932862"/>
                  <a:chOff x="9847489" y="4533514"/>
                  <a:chExt cx="1857983" cy="1932862"/>
                </a:xfrm>
              </p:grpSpPr>
              <p:grpSp>
                <p:nvGrpSpPr>
                  <p:cNvPr id="211" name="Groupe 210">
                    <a:extLst>
                      <a:ext uri="{FF2B5EF4-FFF2-40B4-BE49-F238E27FC236}">
                        <a16:creationId xmlns:a16="http://schemas.microsoft.com/office/drawing/2014/main" id="{D689B77B-FDE0-2C3A-3DB6-13FFF83E54C3}"/>
                      </a:ext>
                    </a:extLst>
                  </p:cNvPr>
                  <p:cNvGrpSpPr>
                    <a:grpSpLocks/>
                  </p:cNvGrpSpPr>
                  <p:nvPr/>
                </p:nvGrpSpPr>
                <p:grpSpPr>
                  <a:xfrm>
                    <a:off x="9847489" y="4533514"/>
                    <a:ext cx="1857983" cy="1932862"/>
                    <a:chOff x="403243" y="2029298"/>
                    <a:chExt cx="1857983" cy="1932862"/>
                  </a:xfrm>
                </p:grpSpPr>
                <p:grpSp>
                  <p:nvGrpSpPr>
                    <p:cNvPr id="214" name="Groupe 213">
                      <a:extLst>
                        <a:ext uri="{FF2B5EF4-FFF2-40B4-BE49-F238E27FC236}">
                          <a16:creationId xmlns:a16="http://schemas.microsoft.com/office/drawing/2014/main" id="{D365ABE5-99B9-BEC0-7894-E6D832D66BDE}"/>
                        </a:ext>
                      </a:extLst>
                    </p:cNvPr>
                    <p:cNvGrpSpPr>
                      <a:grpSpLocks/>
                    </p:cNvGrpSpPr>
                    <p:nvPr/>
                  </p:nvGrpSpPr>
                  <p:grpSpPr>
                    <a:xfrm>
                      <a:off x="416070" y="2029298"/>
                      <a:ext cx="1094790" cy="331243"/>
                      <a:chOff x="780703" y="5853141"/>
                      <a:chExt cx="1094790" cy="331243"/>
                    </a:xfrm>
                  </p:grpSpPr>
                  <p:pic>
                    <p:nvPicPr>
                      <p:cNvPr id="216" name="Graphique 215" descr="Presse-papiers vérifié avec un remplissage uni">
                        <a:extLst>
                          <a:ext uri="{FF2B5EF4-FFF2-40B4-BE49-F238E27FC236}">
                            <a16:creationId xmlns:a16="http://schemas.microsoft.com/office/drawing/2014/main" id="{00568503-7BF8-5860-E7CE-64E99DAD8DC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80703" y="5853141"/>
                        <a:ext cx="331243" cy="331243"/>
                      </a:xfrm>
                      <a:prstGeom prst="rect">
                        <a:avLst/>
                      </a:prstGeom>
                    </p:spPr>
                  </p:pic>
                  <p:sp>
                    <p:nvSpPr>
                      <p:cNvPr id="217" name="TextBox 132">
                        <a:extLst>
                          <a:ext uri="{FF2B5EF4-FFF2-40B4-BE49-F238E27FC236}">
                            <a16:creationId xmlns:a16="http://schemas.microsoft.com/office/drawing/2014/main" id="{D1022AB0-54C2-5C19-814F-CF65026A1CB3}"/>
                          </a:ext>
                        </a:extLst>
                      </p:cNvPr>
                      <p:cNvSpPr txBox="1">
                        <a:spLocks/>
                      </p:cNvSpPr>
                      <p:nvPr/>
                    </p:nvSpPr>
                    <p:spPr>
                      <a:xfrm>
                        <a:off x="981298" y="5940230"/>
                        <a:ext cx="894195" cy="230832"/>
                      </a:xfrm>
                      <a:prstGeom prst="rect">
                        <a:avLst/>
                      </a:prstGeom>
                      <a:noFill/>
                    </p:spPr>
                    <p:txBody>
                      <a:bodyPr wrap="square" rtlCol="0">
                        <a:spAutoFit/>
                      </a:bodyPr>
                      <a:lstStyle/>
                      <a:p>
                        <a:r>
                          <a:rPr lang="fr-CA" sz="900" dirty="0"/>
                          <a:t>lac1_calculs()</a:t>
                        </a:r>
                      </a:p>
                    </p:txBody>
                  </p:sp>
                </p:grpSp>
                <p:sp>
                  <p:nvSpPr>
                    <p:cNvPr id="215" name="Rectangle: Rounded Corners 292">
                      <a:extLst>
                        <a:ext uri="{FF2B5EF4-FFF2-40B4-BE49-F238E27FC236}">
                          <a16:creationId xmlns:a16="http://schemas.microsoft.com/office/drawing/2014/main" id="{79DF5D9C-1960-F7C5-824A-4721522B588A}"/>
                        </a:ext>
                      </a:extLst>
                    </p:cNvPr>
                    <p:cNvSpPr>
                      <a:spLocks/>
                    </p:cNvSpPr>
                    <p:nvPr/>
                  </p:nvSpPr>
                  <p:spPr>
                    <a:xfrm>
                      <a:off x="403243" y="2034484"/>
                      <a:ext cx="1857983" cy="1927676"/>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212" name="Straight Arrow Connector 268">
                    <a:extLst>
                      <a:ext uri="{FF2B5EF4-FFF2-40B4-BE49-F238E27FC236}">
                        <a16:creationId xmlns:a16="http://schemas.microsoft.com/office/drawing/2014/main" id="{371BBC80-9839-BF10-67EA-F396A55836B5}"/>
                      </a:ext>
                    </a:extLst>
                  </p:cNvPr>
                  <p:cNvCxnSpPr>
                    <a:cxnSpLocks/>
                    <a:stCxn id="216"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13" name="Straight Arrow Connector 268">
                    <a:extLst>
                      <a:ext uri="{FF2B5EF4-FFF2-40B4-BE49-F238E27FC236}">
                        <a16:creationId xmlns:a16="http://schemas.microsoft.com/office/drawing/2014/main" id="{37ABE8EE-1F2C-E588-8065-FDC440C3F37E}"/>
                      </a:ext>
                    </a:extLst>
                  </p:cNvPr>
                  <p:cNvCxnSpPr>
                    <a:cxnSpLocks/>
                    <a:stCxn id="216"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207" name="ZoneTexte 206">
                  <a:extLst>
                    <a:ext uri="{FF2B5EF4-FFF2-40B4-BE49-F238E27FC236}">
                      <a16:creationId xmlns:a16="http://schemas.microsoft.com/office/drawing/2014/main" id="{50379180-584D-E922-C141-1C518EEAE5D9}"/>
                    </a:ext>
                  </a:extLst>
                </p:cNvPr>
                <p:cNvSpPr txBox="1">
                  <a:spLocks/>
                </p:cNvSpPr>
                <p:nvPr/>
              </p:nvSpPr>
              <p:spPr>
                <a:xfrm>
                  <a:off x="9490401" y="2869063"/>
                  <a:ext cx="1149232" cy="184666"/>
                </a:xfrm>
                <a:prstGeom prst="rect">
                  <a:avLst/>
                </a:prstGeom>
                <a:noFill/>
              </p:spPr>
              <p:txBody>
                <a:bodyPr wrap="square" rtlCol="0">
                  <a:spAutoFit/>
                </a:bodyPr>
                <a:lstStyle/>
                <a:p>
                  <a:r>
                    <a:rPr lang="fr-CA" sz="600" dirty="0"/>
                    <a:t>volume_m3()</a:t>
                  </a:r>
                </a:p>
              </p:txBody>
            </p:sp>
            <p:grpSp>
              <p:nvGrpSpPr>
                <p:cNvPr id="208" name="Groupe 207">
                  <a:extLst>
                    <a:ext uri="{FF2B5EF4-FFF2-40B4-BE49-F238E27FC236}">
                      <a16:creationId xmlns:a16="http://schemas.microsoft.com/office/drawing/2014/main" id="{E17F08E0-C3FD-A230-76F8-82B9B12DA054}"/>
                    </a:ext>
                  </a:extLst>
                </p:cNvPr>
                <p:cNvGrpSpPr>
                  <a:grpSpLocks/>
                </p:cNvGrpSpPr>
                <p:nvPr/>
              </p:nvGrpSpPr>
              <p:grpSpPr>
                <a:xfrm>
                  <a:off x="9332030" y="3154642"/>
                  <a:ext cx="1280256" cy="234536"/>
                  <a:chOff x="9213673" y="2065803"/>
                  <a:chExt cx="1280256" cy="234536"/>
                </a:xfrm>
              </p:grpSpPr>
              <p:pic>
                <p:nvPicPr>
                  <p:cNvPr id="209" name="Image 208">
                    <a:extLst>
                      <a:ext uri="{FF2B5EF4-FFF2-40B4-BE49-F238E27FC236}">
                        <a16:creationId xmlns:a16="http://schemas.microsoft.com/office/drawing/2014/main" id="{2F01519C-0AC0-0888-3B23-AB47EA8D9BB0}"/>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210" name="ZoneTexte 209">
                    <a:extLst>
                      <a:ext uri="{FF2B5EF4-FFF2-40B4-BE49-F238E27FC236}">
                        <a16:creationId xmlns:a16="http://schemas.microsoft.com/office/drawing/2014/main" id="{4F43AE45-935C-403B-0E57-90DBFED4D546}"/>
                      </a:ext>
                    </a:extLst>
                  </p:cNvPr>
                  <p:cNvSpPr txBox="1">
                    <a:spLocks/>
                  </p:cNvSpPr>
                  <p:nvPr/>
                </p:nvSpPr>
                <p:spPr>
                  <a:xfrm>
                    <a:off x="9344698" y="2101327"/>
                    <a:ext cx="1149231" cy="184666"/>
                  </a:xfrm>
                  <a:prstGeom prst="rect">
                    <a:avLst/>
                  </a:prstGeom>
                  <a:noFill/>
                </p:spPr>
                <p:txBody>
                  <a:bodyPr wrap="square" rtlCol="0">
                    <a:spAutoFit/>
                  </a:bodyPr>
                  <a:lstStyle/>
                  <a:p>
                    <a:r>
                      <a:rPr lang="fr-CA" sz="600" dirty="0" err="1"/>
                      <a:t>q_moy_annuel</a:t>
                    </a:r>
                    <a:r>
                      <a:rPr lang="fr-CA" sz="600" dirty="0"/>
                      <a:t>()</a:t>
                    </a:r>
                  </a:p>
                </p:txBody>
              </p:sp>
            </p:grpSp>
          </p:grpSp>
          <p:pic>
            <p:nvPicPr>
              <p:cNvPr id="202" name="Graphique 201" descr="Presse-papiers vérifié avec un remplissage uni">
                <a:extLst>
                  <a:ext uri="{FF2B5EF4-FFF2-40B4-BE49-F238E27FC236}">
                    <a16:creationId xmlns:a16="http://schemas.microsoft.com/office/drawing/2014/main" id="{17144720-2D29-C8D1-1B87-252B2360491D}"/>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9129161" y="2765200"/>
                <a:ext cx="259479" cy="259479"/>
              </a:xfrm>
              <a:prstGeom prst="rect">
                <a:avLst/>
              </a:prstGeom>
            </p:spPr>
          </p:pic>
          <p:cxnSp>
            <p:nvCxnSpPr>
              <p:cNvPr id="203" name="Straight Arrow Connector 268">
                <a:extLst>
                  <a:ext uri="{FF2B5EF4-FFF2-40B4-BE49-F238E27FC236}">
                    <a16:creationId xmlns:a16="http://schemas.microsoft.com/office/drawing/2014/main" id="{42C3EA92-1DCC-94E1-632F-1AE797A21A0D}"/>
                  </a:ext>
                </a:extLst>
              </p:cNvPr>
              <p:cNvCxnSpPr>
                <a:cxnSpLocks/>
              </p:cNvCxnSpPr>
              <p:nvPr/>
            </p:nvCxnSpPr>
            <p:spPr>
              <a:xfrm rot="16200000" flipH="1">
                <a:off x="8855719" y="3244777"/>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204" name="ZoneTexte 203">
                <a:extLst>
                  <a:ext uri="{FF2B5EF4-FFF2-40B4-BE49-F238E27FC236}">
                    <a16:creationId xmlns:a16="http://schemas.microsoft.com/office/drawing/2014/main" id="{BDE4BD09-F139-EE31-FA29-214BA3545491}"/>
                  </a:ext>
                </a:extLst>
              </p:cNvPr>
              <p:cNvSpPr txBox="1">
                <a:spLocks/>
              </p:cNvSpPr>
              <p:nvPr/>
            </p:nvSpPr>
            <p:spPr>
              <a:xfrm>
                <a:off x="8817108" y="3642044"/>
                <a:ext cx="534284" cy="184666"/>
              </a:xfrm>
              <a:prstGeom prst="rect">
                <a:avLst/>
              </a:prstGeom>
              <a:noFill/>
            </p:spPr>
            <p:txBody>
              <a:bodyPr wrap="square" rtlCol="0">
                <a:spAutoFit/>
              </a:bodyPr>
              <a:lstStyle/>
              <a:p>
                <a:r>
                  <a:rPr lang="fr-CA" sz="600" dirty="0"/>
                  <a:t>Etc…</a:t>
                </a:r>
              </a:p>
            </p:txBody>
          </p:sp>
          <p:sp>
            <p:nvSpPr>
              <p:cNvPr id="205" name="ZoneTexte 204">
                <a:extLst>
                  <a:ext uri="{FF2B5EF4-FFF2-40B4-BE49-F238E27FC236}">
                    <a16:creationId xmlns:a16="http://schemas.microsoft.com/office/drawing/2014/main" id="{6C90A5B0-6E61-BA43-71EF-A365B08D94BF}"/>
                  </a:ext>
                </a:extLst>
              </p:cNvPr>
              <p:cNvSpPr txBox="1">
                <a:spLocks/>
              </p:cNvSpPr>
              <p:nvPr/>
            </p:nvSpPr>
            <p:spPr>
              <a:xfrm>
                <a:off x="9990857" y="3287024"/>
                <a:ext cx="771218" cy="1015663"/>
              </a:xfrm>
              <a:prstGeom prst="rect">
                <a:avLst/>
              </a:prstGeom>
              <a:noFill/>
            </p:spPr>
            <p:txBody>
              <a:bodyPr wrap="square" rtlCol="0">
                <a:spAutoFit/>
              </a:bodyPr>
              <a:lstStyle/>
              <a:p>
                <a:r>
                  <a:rPr lang="fr-CA" sz="600" dirty="0" err="1"/>
                  <a:t>charge_aqua</a:t>
                </a:r>
                <a:r>
                  <a:rPr lang="fr-CA" sz="600" dirty="0"/>
                  <a:t> ()</a:t>
                </a:r>
              </a:p>
              <a:p>
                <a:r>
                  <a:rPr lang="fr-CA" sz="600" dirty="0" err="1"/>
                  <a:t>charge_mh</a:t>
                </a:r>
                <a:r>
                  <a:rPr lang="fr-CA" sz="600" dirty="0"/>
                  <a:t> ()</a:t>
                </a:r>
              </a:p>
              <a:p>
                <a:r>
                  <a:rPr lang="fr-CA" sz="600" dirty="0" err="1"/>
                  <a:t>charge_foret</a:t>
                </a:r>
                <a:r>
                  <a:rPr lang="fr-CA" sz="600" dirty="0"/>
                  <a:t> ()</a:t>
                </a:r>
              </a:p>
              <a:p>
                <a:r>
                  <a:rPr lang="fr-CA" sz="600" dirty="0" err="1"/>
                  <a:t>charge_solnu</a:t>
                </a:r>
                <a:r>
                  <a:rPr lang="fr-CA" sz="600" dirty="0"/>
                  <a:t> ()</a:t>
                </a:r>
              </a:p>
              <a:p>
                <a:r>
                  <a:rPr lang="fr-CA" sz="600" dirty="0" err="1"/>
                  <a:t>charge_agri</a:t>
                </a:r>
                <a:r>
                  <a:rPr lang="fr-CA" sz="600" dirty="0"/>
                  <a:t> ()</a:t>
                </a:r>
              </a:p>
              <a:p>
                <a:r>
                  <a:rPr lang="fr-CA" sz="600" dirty="0" err="1"/>
                  <a:t>charge_coupe</a:t>
                </a:r>
                <a:r>
                  <a:rPr lang="fr-CA" sz="600" dirty="0"/>
                  <a:t> ()</a:t>
                </a:r>
              </a:p>
              <a:p>
                <a:r>
                  <a:rPr lang="fr-CA" sz="600" dirty="0" err="1"/>
                  <a:t>charge_anthro</a:t>
                </a:r>
                <a:r>
                  <a:rPr lang="fr-CA" sz="600" dirty="0"/>
                  <a:t> ()</a:t>
                </a:r>
              </a:p>
              <a:p>
                <a:r>
                  <a:rPr lang="fr-CA" sz="600" dirty="0" err="1"/>
                  <a:t>charge_nd</a:t>
                </a:r>
                <a:r>
                  <a:rPr lang="fr-CA" sz="600" dirty="0"/>
                  <a:t> ()</a:t>
                </a:r>
              </a:p>
              <a:p>
                <a:r>
                  <a:rPr lang="fr-CA" sz="600" dirty="0" err="1"/>
                  <a:t>charge_ent</a:t>
                </a:r>
                <a:r>
                  <a:rPr lang="fr-CA" sz="600" dirty="0"/>
                  <a:t> ()</a:t>
                </a:r>
              </a:p>
              <a:p>
                <a:r>
                  <a:rPr lang="fr-CA" sz="600" dirty="0" err="1"/>
                  <a:t>charge_ent_nat</a:t>
                </a:r>
                <a:r>
                  <a:rPr lang="fr-CA" sz="600" dirty="0"/>
                  <a:t> ()</a:t>
                </a:r>
              </a:p>
            </p:txBody>
          </p:sp>
        </p:grpSp>
        <p:sp>
          <p:nvSpPr>
            <p:cNvPr id="250" name="ZoneTexte 249">
              <a:extLst>
                <a:ext uri="{FF2B5EF4-FFF2-40B4-BE49-F238E27FC236}">
                  <a16:creationId xmlns:a16="http://schemas.microsoft.com/office/drawing/2014/main" id="{38DDCA85-29B6-9902-048F-A1140EB4B979}"/>
                </a:ext>
              </a:extLst>
            </p:cNvPr>
            <p:cNvSpPr txBox="1">
              <a:spLocks/>
            </p:cNvSpPr>
            <p:nvPr/>
          </p:nvSpPr>
          <p:spPr>
            <a:xfrm>
              <a:off x="3651933" y="5156553"/>
              <a:ext cx="904947" cy="1015663"/>
            </a:xfrm>
            <a:prstGeom prst="rect">
              <a:avLst/>
            </a:prstGeom>
            <a:noFill/>
          </p:spPr>
          <p:txBody>
            <a:bodyPr wrap="square" rtlCol="0">
              <a:spAutoFit/>
            </a:bodyPr>
            <a:lstStyle/>
            <a:p>
              <a:r>
                <a:rPr lang="fr-CA" sz="600" dirty="0" err="1"/>
                <a:t>pt_mod</a:t>
              </a:r>
              <a:r>
                <a:rPr lang="fr-CA" sz="600" dirty="0"/>
                <a:t> ()</a:t>
              </a:r>
            </a:p>
            <a:p>
              <a:r>
                <a:rPr lang="fr-CA" sz="600" dirty="0" err="1"/>
                <a:t>pt_mod_nat</a:t>
              </a:r>
              <a:r>
                <a:rPr lang="fr-CA" sz="600" dirty="0"/>
                <a:t> ()</a:t>
              </a:r>
            </a:p>
            <a:p>
              <a:r>
                <a:rPr lang="fr-CA" sz="600" dirty="0" err="1"/>
                <a:t>charge_sort</a:t>
              </a:r>
              <a:r>
                <a:rPr lang="fr-CA" sz="600" dirty="0"/>
                <a:t> ()</a:t>
              </a:r>
            </a:p>
            <a:p>
              <a:r>
                <a:rPr lang="fr-CA" sz="600" dirty="0" err="1"/>
                <a:t>charge_sort_nat</a:t>
              </a:r>
              <a:r>
                <a:rPr lang="fr-CA" sz="600" dirty="0"/>
                <a:t> ()</a:t>
              </a:r>
            </a:p>
            <a:p>
              <a:r>
                <a:rPr lang="fr-CA" sz="600" dirty="0" err="1"/>
                <a:t>charge_sort_mes</a:t>
              </a:r>
              <a:r>
                <a:rPr lang="fr-CA" sz="600" dirty="0"/>
                <a:t> ()</a:t>
              </a:r>
            </a:p>
            <a:p>
              <a:r>
                <a:rPr lang="fr-CA" sz="600" dirty="0" err="1"/>
                <a:t>pt_mod_rejet</a:t>
              </a:r>
              <a:r>
                <a:rPr lang="fr-CA" sz="600" dirty="0"/>
                <a:t> ()</a:t>
              </a:r>
            </a:p>
            <a:p>
              <a:r>
                <a:rPr lang="fr-CA" sz="600" dirty="0" err="1"/>
                <a:t>charge_sort_rejet</a:t>
              </a:r>
              <a:r>
                <a:rPr lang="fr-CA" sz="600" dirty="0"/>
                <a:t> ()</a:t>
              </a:r>
            </a:p>
            <a:p>
              <a:r>
                <a:rPr lang="fr-CA" sz="600" dirty="0" err="1"/>
                <a:t>aug_rel_charge_ent</a:t>
              </a:r>
              <a:r>
                <a:rPr lang="fr-CA" sz="600" dirty="0"/>
                <a:t> ()</a:t>
              </a:r>
            </a:p>
            <a:p>
              <a:r>
                <a:rPr lang="fr-CA" sz="600" dirty="0" err="1"/>
                <a:t>aug_rel_pt</a:t>
              </a:r>
              <a:r>
                <a:rPr lang="fr-CA" sz="600" dirty="0"/>
                <a:t> ()</a:t>
              </a:r>
            </a:p>
            <a:p>
              <a:r>
                <a:rPr lang="fr-CA" sz="600" dirty="0" err="1"/>
                <a:t>charge_nat_tot</a:t>
              </a:r>
              <a:r>
                <a:rPr lang="fr-CA" sz="600" dirty="0"/>
                <a:t> ()</a:t>
              </a:r>
            </a:p>
          </p:txBody>
        </p:sp>
        <p:sp>
          <p:nvSpPr>
            <p:cNvPr id="255" name="Accolade ouvrante 254">
              <a:extLst>
                <a:ext uri="{FF2B5EF4-FFF2-40B4-BE49-F238E27FC236}">
                  <a16:creationId xmlns:a16="http://schemas.microsoft.com/office/drawing/2014/main" id="{61F959DA-1604-50F3-AE1C-FFC101DC6E06}"/>
                </a:ext>
              </a:extLst>
            </p:cNvPr>
            <p:cNvSpPr>
              <a:spLocks/>
            </p:cNvSpPr>
            <p:nvPr/>
          </p:nvSpPr>
          <p:spPr>
            <a:xfrm>
              <a:off x="3495757" y="5168368"/>
              <a:ext cx="301213" cy="977888"/>
            </a:xfrm>
            <a:prstGeom prst="leftBrace">
              <a:avLst>
                <a:gd name="adj1" fmla="val 40628"/>
                <a:gd name="adj2" fmla="val 50000"/>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a:p>
          </p:txBody>
        </p:sp>
        <p:sp>
          <p:nvSpPr>
            <p:cNvPr id="257" name="ZoneTexte 256">
              <a:extLst>
                <a:ext uri="{FF2B5EF4-FFF2-40B4-BE49-F238E27FC236}">
                  <a16:creationId xmlns:a16="http://schemas.microsoft.com/office/drawing/2014/main" id="{BEF2A833-3288-92F9-1DE4-8D9EC0CB7D44}"/>
                </a:ext>
              </a:extLst>
            </p:cNvPr>
            <p:cNvSpPr txBox="1">
              <a:spLocks/>
            </p:cNvSpPr>
            <p:nvPr/>
          </p:nvSpPr>
          <p:spPr>
            <a:xfrm>
              <a:off x="4433758" y="4358668"/>
              <a:ext cx="712245" cy="430887"/>
            </a:xfrm>
            <a:prstGeom prst="rect">
              <a:avLst/>
            </a:prstGeom>
            <a:noFill/>
          </p:spPr>
          <p:txBody>
            <a:bodyPr wrap="square" rtlCol="0">
              <a:spAutoFit/>
            </a:bodyPr>
            <a:lstStyle/>
            <a:p>
              <a:r>
                <a:rPr lang="fr-CA" sz="1100" i="1" dirty="0"/>
                <a:t>Liste de réactifs</a:t>
              </a:r>
            </a:p>
          </p:txBody>
        </p:sp>
      </p:grpSp>
      <p:cxnSp>
        <p:nvCxnSpPr>
          <p:cNvPr id="161" name="Straight Arrow Connector 268">
            <a:extLst>
              <a:ext uri="{FF2B5EF4-FFF2-40B4-BE49-F238E27FC236}">
                <a16:creationId xmlns:a16="http://schemas.microsoft.com/office/drawing/2014/main" id="{BA413308-DF12-6059-E829-8F9E939D47E8}"/>
              </a:ext>
            </a:extLst>
          </p:cNvPr>
          <p:cNvCxnSpPr>
            <a:cxnSpLocks/>
            <a:stCxn id="152" idx="3"/>
            <a:endCxn id="111" idx="1"/>
          </p:cNvCxnSpPr>
          <p:nvPr/>
        </p:nvCxnSpPr>
        <p:spPr>
          <a:xfrm flipV="1">
            <a:off x="6440096" y="1362202"/>
            <a:ext cx="790382" cy="463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59" name="Straight Arrow Connector 268">
            <a:extLst>
              <a:ext uri="{FF2B5EF4-FFF2-40B4-BE49-F238E27FC236}">
                <a16:creationId xmlns:a16="http://schemas.microsoft.com/office/drawing/2014/main" id="{3D9D6321-E70C-8FDC-EF2B-57E82104BDCF}"/>
              </a:ext>
            </a:extLst>
          </p:cNvPr>
          <p:cNvCxnSpPr>
            <a:cxnSpLocks/>
            <a:stCxn id="35" idx="1"/>
            <a:endCxn id="222" idx="3"/>
          </p:cNvCxnSpPr>
          <p:nvPr/>
        </p:nvCxnSpPr>
        <p:spPr>
          <a:xfrm rot="10800000" flipV="1">
            <a:off x="3223370" y="2411867"/>
            <a:ext cx="431702" cy="613447"/>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79" name="Groupe 278">
            <a:extLst>
              <a:ext uri="{FF2B5EF4-FFF2-40B4-BE49-F238E27FC236}">
                <a16:creationId xmlns:a16="http://schemas.microsoft.com/office/drawing/2014/main" id="{5F701A32-215E-B904-1F78-C107FBA47545}"/>
              </a:ext>
            </a:extLst>
          </p:cNvPr>
          <p:cNvGrpSpPr>
            <a:grpSpLocks/>
          </p:cNvGrpSpPr>
          <p:nvPr/>
        </p:nvGrpSpPr>
        <p:grpSpPr>
          <a:xfrm>
            <a:off x="7234975" y="3133048"/>
            <a:ext cx="1477312" cy="361097"/>
            <a:chOff x="4623968" y="908424"/>
            <a:chExt cx="1477312" cy="493758"/>
          </a:xfrm>
        </p:grpSpPr>
        <p:sp>
          <p:nvSpPr>
            <p:cNvPr id="280" name="Rectangle 279">
              <a:extLst>
                <a:ext uri="{FF2B5EF4-FFF2-40B4-BE49-F238E27FC236}">
                  <a16:creationId xmlns:a16="http://schemas.microsoft.com/office/drawing/2014/main" id="{0C6E871D-D0D1-683B-462C-B627D629091D}"/>
                </a:ext>
              </a:extLst>
            </p:cNvPr>
            <p:cNvSpPr>
              <a:spLocks/>
            </p:cNvSpPr>
            <p:nvPr/>
          </p:nvSpPr>
          <p:spPr>
            <a:xfrm>
              <a:off x="4667722" y="908424"/>
              <a:ext cx="1281113" cy="493758"/>
            </a:xfrm>
            <a:prstGeom prst="rect">
              <a:avLst/>
            </a:prstGeom>
            <a:solidFill>
              <a:schemeClr val="accent6">
                <a:lumMod val="20000"/>
                <a:lumOff val="80000"/>
              </a:schemeClr>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281" name="ZoneTexte 280">
              <a:extLst>
                <a:ext uri="{FF2B5EF4-FFF2-40B4-BE49-F238E27FC236}">
                  <a16:creationId xmlns:a16="http://schemas.microsoft.com/office/drawing/2014/main" id="{151D35FC-F6CF-5D1B-2AC3-8E7C3EFA0E87}"/>
                </a:ext>
              </a:extLst>
            </p:cNvPr>
            <p:cNvSpPr txBox="1">
              <a:spLocks/>
            </p:cNvSpPr>
            <p:nvPr/>
          </p:nvSpPr>
          <p:spPr>
            <a:xfrm>
              <a:off x="4623968" y="989254"/>
              <a:ext cx="1477312" cy="378764"/>
            </a:xfrm>
            <a:prstGeom prst="rect">
              <a:avLst/>
            </a:prstGeom>
            <a:noFill/>
          </p:spPr>
          <p:txBody>
            <a:bodyPr wrap="square" rtlCol="0">
              <a:spAutoFit/>
            </a:bodyPr>
            <a:lstStyle/>
            <a:p>
              <a:r>
                <a:rPr lang="fr-CA" sz="1200" dirty="0" err="1"/>
                <a:t>mod_charge_rejet</a:t>
              </a:r>
              <a:endParaRPr lang="fr-CA" sz="1200" dirty="0"/>
            </a:p>
          </p:txBody>
        </p:sp>
      </p:grpSp>
      <p:cxnSp>
        <p:nvCxnSpPr>
          <p:cNvPr id="282" name="Straight Arrow Connector 268">
            <a:extLst>
              <a:ext uri="{FF2B5EF4-FFF2-40B4-BE49-F238E27FC236}">
                <a16:creationId xmlns:a16="http://schemas.microsoft.com/office/drawing/2014/main" id="{78F5F648-E74A-AD71-0847-42229C59E4C3}"/>
              </a:ext>
            </a:extLst>
          </p:cNvPr>
          <p:cNvCxnSpPr>
            <a:cxnSpLocks/>
            <a:stCxn id="127" idx="1"/>
            <a:endCxn id="280" idx="3"/>
          </p:cNvCxnSpPr>
          <p:nvPr/>
        </p:nvCxnSpPr>
        <p:spPr>
          <a:xfrm rot="10800000" flipV="1">
            <a:off x="8559843" y="2631441"/>
            <a:ext cx="1033237" cy="682156"/>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85" name="Straight Arrow Connector 268">
            <a:extLst>
              <a:ext uri="{FF2B5EF4-FFF2-40B4-BE49-F238E27FC236}">
                <a16:creationId xmlns:a16="http://schemas.microsoft.com/office/drawing/2014/main" id="{63778847-08ED-A8F9-DAFE-F6493A31D566}"/>
              </a:ext>
            </a:extLst>
          </p:cNvPr>
          <p:cNvCxnSpPr>
            <a:cxnSpLocks/>
            <a:stCxn id="35" idx="3"/>
            <a:endCxn id="280" idx="0"/>
          </p:cNvCxnSpPr>
          <p:nvPr/>
        </p:nvCxnSpPr>
        <p:spPr>
          <a:xfrm>
            <a:off x="6579223" y="2411868"/>
            <a:ext cx="1340063" cy="721180"/>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95" name="Groupe 294">
            <a:extLst>
              <a:ext uri="{FF2B5EF4-FFF2-40B4-BE49-F238E27FC236}">
                <a16:creationId xmlns:a16="http://schemas.microsoft.com/office/drawing/2014/main" id="{D6BC0ABA-2764-0A3D-A6A4-A8B8B150BF49}"/>
              </a:ext>
            </a:extLst>
          </p:cNvPr>
          <p:cNvGrpSpPr>
            <a:grpSpLocks/>
          </p:cNvGrpSpPr>
          <p:nvPr/>
        </p:nvGrpSpPr>
        <p:grpSpPr>
          <a:xfrm>
            <a:off x="7607570" y="2447905"/>
            <a:ext cx="1613282" cy="234536"/>
            <a:chOff x="3832924" y="4001373"/>
            <a:chExt cx="1613282" cy="234536"/>
          </a:xfrm>
        </p:grpSpPr>
        <p:pic>
          <p:nvPicPr>
            <p:cNvPr id="296" name="Image 295">
              <a:extLst>
                <a:ext uri="{FF2B5EF4-FFF2-40B4-BE49-F238E27FC236}">
                  <a16:creationId xmlns:a16="http://schemas.microsoft.com/office/drawing/2014/main" id="{0E8229D9-693F-1BC0-3099-065619A05EA9}"/>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3922332" y="4001373"/>
              <a:ext cx="174699" cy="234536"/>
            </a:xfrm>
            <a:prstGeom prst="rect">
              <a:avLst/>
            </a:prstGeom>
          </p:spPr>
        </p:pic>
        <p:sp>
          <p:nvSpPr>
            <p:cNvPr id="297" name="ZoneTexte 296">
              <a:extLst>
                <a:ext uri="{FF2B5EF4-FFF2-40B4-BE49-F238E27FC236}">
                  <a16:creationId xmlns:a16="http://schemas.microsoft.com/office/drawing/2014/main" id="{0B8E2306-4124-908D-12BB-123F37DAF499}"/>
                </a:ext>
              </a:extLst>
            </p:cNvPr>
            <p:cNvSpPr txBox="1">
              <a:spLocks/>
            </p:cNvSpPr>
            <p:nvPr/>
          </p:nvSpPr>
          <p:spPr>
            <a:xfrm>
              <a:off x="4053357" y="4036897"/>
              <a:ext cx="1392849" cy="184666"/>
            </a:xfrm>
            <a:prstGeom prst="rect">
              <a:avLst/>
            </a:prstGeom>
            <a:noFill/>
          </p:spPr>
          <p:txBody>
            <a:bodyPr wrap="square" rtlCol="0">
              <a:spAutoFit/>
            </a:bodyPr>
            <a:lstStyle/>
            <a:p>
              <a:r>
                <a:rPr lang="fr-CA" sz="600" dirty="0"/>
                <a:t>lac1_volume_rejet_m3_annuel()</a:t>
              </a:r>
            </a:p>
          </p:txBody>
        </p:sp>
        <p:sp>
          <p:nvSpPr>
            <p:cNvPr id="298" name="Rectangle: Rounded Corners 292">
              <a:extLst>
                <a:ext uri="{FF2B5EF4-FFF2-40B4-BE49-F238E27FC236}">
                  <a16:creationId xmlns:a16="http://schemas.microsoft.com/office/drawing/2014/main" id="{CE823141-C852-C6FF-BB0E-7D5BE5DEE0FD}"/>
                </a:ext>
              </a:extLst>
            </p:cNvPr>
            <p:cNvSpPr>
              <a:spLocks/>
            </p:cNvSpPr>
            <p:nvPr/>
          </p:nvSpPr>
          <p:spPr>
            <a:xfrm>
              <a:off x="3832924" y="4014093"/>
              <a:ext cx="1472606" cy="219322"/>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grpSp>
        <p:nvGrpSpPr>
          <p:cNvPr id="299" name="Groupe 298">
            <a:extLst>
              <a:ext uri="{FF2B5EF4-FFF2-40B4-BE49-F238E27FC236}">
                <a16:creationId xmlns:a16="http://schemas.microsoft.com/office/drawing/2014/main" id="{134ED64D-DF1B-BE79-0CAD-608F467A26A8}"/>
              </a:ext>
            </a:extLst>
          </p:cNvPr>
          <p:cNvGrpSpPr>
            <a:grpSpLocks/>
          </p:cNvGrpSpPr>
          <p:nvPr/>
        </p:nvGrpSpPr>
        <p:grpSpPr>
          <a:xfrm>
            <a:off x="6762489" y="1809613"/>
            <a:ext cx="2094123" cy="261610"/>
            <a:chOff x="5052910" y="3678729"/>
            <a:chExt cx="2094123" cy="261610"/>
          </a:xfrm>
        </p:grpSpPr>
        <p:sp>
          <p:nvSpPr>
            <p:cNvPr id="300" name="Rectangle 299">
              <a:extLst>
                <a:ext uri="{FF2B5EF4-FFF2-40B4-BE49-F238E27FC236}">
                  <a16:creationId xmlns:a16="http://schemas.microsoft.com/office/drawing/2014/main" id="{C8B4871E-A1C8-4ED7-ED61-08648B1499B0}"/>
                </a:ext>
              </a:extLst>
            </p:cNvPr>
            <p:cNvSpPr>
              <a:spLocks/>
            </p:cNvSpPr>
            <p:nvPr/>
          </p:nvSpPr>
          <p:spPr>
            <a:xfrm>
              <a:off x="5112899" y="3683364"/>
              <a:ext cx="1919807" cy="247478"/>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301" name="ZoneTexte 300">
              <a:extLst>
                <a:ext uri="{FF2B5EF4-FFF2-40B4-BE49-F238E27FC236}">
                  <a16:creationId xmlns:a16="http://schemas.microsoft.com/office/drawing/2014/main" id="{295C6425-24A2-2DC4-EC39-E2D28493FF2A}"/>
                </a:ext>
              </a:extLst>
            </p:cNvPr>
            <p:cNvSpPr txBox="1">
              <a:spLocks/>
            </p:cNvSpPr>
            <p:nvPr/>
          </p:nvSpPr>
          <p:spPr>
            <a:xfrm>
              <a:off x="5052910" y="3678729"/>
              <a:ext cx="2094123" cy="261610"/>
            </a:xfrm>
            <a:prstGeom prst="rect">
              <a:avLst/>
            </a:prstGeom>
            <a:noFill/>
          </p:spPr>
          <p:txBody>
            <a:bodyPr wrap="square">
              <a:spAutoFit/>
            </a:bodyPr>
            <a:lstStyle/>
            <a:p>
              <a:r>
                <a:rPr lang="fr-CA" sz="1100" dirty="0"/>
                <a:t>mod_volume_rejet_m3_annuel</a:t>
              </a:r>
            </a:p>
          </p:txBody>
        </p:sp>
      </p:grpSp>
      <p:cxnSp>
        <p:nvCxnSpPr>
          <p:cNvPr id="302" name="Straight Arrow Connector 268">
            <a:extLst>
              <a:ext uri="{FF2B5EF4-FFF2-40B4-BE49-F238E27FC236}">
                <a16:creationId xmlns:a16="http://schemas.microsoft.com/office/drawing/2014/main" id="{7BABE6F2-9D83-EF44-BFE1-FF22CF1B018A}"/>
              </a:ext>
            </a:extLst>
          </p:cNvPr>
          <p:cNvCxnSpPr>
            <a:cxnSpLocks/>
            <a:stCxn id="35" idx="3"/>
            <a:endCxn id="300" idx="1"/>
          </p:cNvCxnSpPr>
          <p:nvPr/>
        </p:nvCxnSpPr>
        <p:spPr>
          <a:xfrm flipV="1">
            <a:off x="6579223" y="1937987"/>
            <a:ext cx="243255" cy="47388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05" name="Straight Arrow Connector 268">
            <a:extLst>
              <a:ext uri="{FF2B5EF4-FFF2-40B4-BE49-F238E27FC236}">
                <a16:creationId xmlns:a16="http://schemas.microsoft.com/office/drawing/2014/main" id="{4DAE19C6-C369-5B23-B959-27865529B71B}"/>
              </a:ext>
            </a:extLst>
          </p:cNvPr>
          <p:cNvCxnSpPr>
            <a:cxnSpLocks/>
            <a:stCxn id="300" idx="2"/>
            <a:endCxn id="298" idx="0"/>
          </p:cNvCxnSpPr>
          <p:nvPr/>
        </p:nvCxnSpPr>
        <p:spPr>
          <a:xfrm rot="16200000" flipH="1">
            <a:off x="7863678" y="1980429"/>
            <a:ext cx="398899" cy="56149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08" name="Straight Arrow Connector 268">
            <a:extLst>
              <a:ext uri="{FF2B5EF4-FFF2-40B4-BE49-F238E27FC236}">
                <a16:creationId xmlns:a16="http://schemas.microsoft.com/office/drawing/2014/main" id="{036EE55F-7667-B29C-E637-596D937EAE82}"/>
              </a:ext>
            </a:extLst>
          </p:cNvPr>
          <p:cNvCxnSpPr>
            <a:cxnSpLocks/>
            <a:stCxn id="298" idx="2"/>
            <a:endCxn id="280" idx="0"/>
          </p:cNvCxnSpPr>
          <p:nvPr/>
        </p:nvCxnSpPr>
        <p:spPr>
          <a:xfrm rot="5400000">
            <a:off x="7905030" y="2694204"/>
            <a:ext cx="453101" cy="424587"/>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11" name="Straight Arrow Connector 268">
            <a:extLst>
              <a:ext uri="{FF2B5EF4-FFF2-40B4-BE49-F238E27FC236}">
                <a16:creationId xmlns:a16="http://schemas.microsoft.com/office/drawing/2014/main" id="{4D001553-BDF7-5856-2B7F-923B87291947}"/>
              </a:ext>
            </a:extLst>
          </p:cNvPr>
          <p:cNvCxnSpPr>
            <a:cxnSpLocks/>
            <a:stCxn id="280" idx="2"/>
            <a:endCxn id="270" idx="3"/>
          </p:cNvCxnSpPr>
          <p:nvPr/>
        </p:nvCxnSpPr>
        <p:spPr>
          <a:xfrm rot="16200000" flipH="1">
            <a:off x="7115742" y="4297688"/>
            <a:ext cx="2237508" cy="630421"/>
          </a:xfrm>
          <a:prstGeom prst="curvedConnector4">
            <a:avLst>
              <a:gd name="adj1" fmla="val 43115"/>
              <a:gd name="adj2" fmla="val 137869"/>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068" name="Groupe 2067">
            <a:extLst>
              <a:ext uri="{FF2B5EF4-FFF2-40B4-BE49-F238E27FC236}">
                <a16:creationId xmlns:a16="http://schemas.microsoft.com/office/drawing/2014/main" id="{DAA92976-5B51-991D-7F33-982A8A06A276}"/>
              </a:ext>
            </a:extLst>
          </p:cNvPr>
          <p:cNvGrpSpPr>
            <a:grpSpLocks/>
          </p:cNvGrpSpPr>
          <p:nvPr/>
        </p:nvGrpSpPr>
        <p:grpSpPr>
          <a:xfrm>
            <a:off x="4721861" y="4170580"/>
            <a:ext cx="2552323" cy="799462"/>
            <a:chOff x="6167958" y="5658212"/>
            <a:chExt cx="2552323" cy="799462"/>
          </a:xfrm>
        </p:grpSpPr>
        <p:sp>
          <p:nvSpPr>
            <p:cNvPr id="375" name="Rectangle 374">
              <a:extLst>
                <a:ext uri="{FF2B5EF4-FFF2-40B4-BE49-F238E27FC236}">
                  <a16:creationId xmlns:a16="http://schemas.microsoft.com/office/drawing/2014/main" id="{C115989E-1F8E-1C33-8DFF-6C4E7884CD53}"/>
                </a:ext>
              </a:extLst>
            </p:cNvPr>
            <p:cNvSpPr>
              <a:spLocks/>
            </p:cNvSpPr>
            <p:nvPr/>
          </p:nvSpPr>
          <p:spPr>
            <a:xfrm>
              <a:off x="6242127" y="5695791"/>
              <a:ext cx="2478154" cy="761883"/>
            </a:xfrm>
            <a:prstGeom prst="rect">
              <a:avLst/>
            </a:prstGeom>
            <a:solidFill>
              <a:schemeClr val="accent4">
                <a:lumMod val="20000"/>
                <a:lumOff val="80000"/>
              </a:schemeClr>
            </a:solid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a:p>
          </p:txBody>
        </p:sp>
        <p:sp>
          <p:nvSpPr>
            <p:cNvPr id="376" name="ZoneTexte 375">
              <a:extLst>
                <a:ext uri="{FF2B5EF4-FFF2-40B4-BE49-F238E27FC236}">
                  <a16:creationId xmlns:a16="http://schemas.microsoft.com/office/drawing/2014/main" id="{7F046E8B-B578-42A5-90F6-4BBAE889F4A5}"/>
                </a:ext>
              </a:extLst>
            </p:cNvPr>
            <p:cNvSpPr txBox="1">
              <a:spLocks/>
            </p:cNvSpPr>
            <p:nvPr/>
          </p:nvSpPr>
          <p:spPr>
            <a:xfrm>
              <a:off x="6167958" y="5658212"/>
              <a:ext cx="2019216" cy="307777"/>
            </a:xfrm>
            <a:prstGeom prst="rect">
              <a:avLst/>
            </a:prstGeom>
            <a:noFill/>
          </p:spPr>
          <p:txBody>
            <a:bodyPr wrap="square" rtlCol="0">
              <a:spAutoFit/>
            </a:bodyPr>
            <a:lstStyle/>
            <a:p>
              <a:r>
                <a:rPr lang="fr-CA" sz="1400" dirty="0" err="1"/>
                <a:t>mod_export</a:t>
              </a:r>
              <a:endParaRPr lang="fr-CA" sz="1400" dirty="0"/>
            </a:p>
          </p:txBody>
        </p:sp>
        <p:grpSp>
          <p:nvGrpSpPr>
            <p:cNvPr id="414" name="Groupe 413">
              <a:extLst>
                <a:ext uri="{FF2B5EF4-FFF2-40B4-BE49-F238E27FC236}">
                  <a16:creationId xmlns:a16="http://schemas.microsoft.com/office/drawing/2014/main" id="{96CCA22C-459F-3A1E-98DB-58991DF0E2D4}"/>
                </a:ext>
              </a:extLst>
            </p:cNvPr>
            <p:cNvGrpSpPr>
              <a:grpSpLocks/>
            </p:cNvGrpSpPr>
            <p:nvPr/>
          </p:nvGrpSpPr>
          <p:grpSpPr>
            <a:xfrm>
              <a:off x="7223363" y="6002479"/>
              <a:ext cx="1337183" cy="416203"/>
              <a:chOff x="9400444" y="5794118"/>
              <a:chExt cx="1337183" cy="416203"/>
            </a:xfrm>
          </p:grpSpPr>
          <p:grpSp>
            <p:nvGrpSpPr>
              <p:cNvPr id="409" name="Groupe 408">
                <a:extLst>
                  <a:ext uri="{FF2B5EF4-FFF2-40B4-BE49-F238E27FC236}">
                    <a16:creationId xmlns:a16="http://schemas.microsoft.com/office/drawing/2014/main" id="{91761B27-CB33-B5DA-8FF4-79A838132B85}"/>
                  </a:ext>
                </a:extLst>
              </p:cNvPr>
              <p:cNvGrpSpPr>
                <a:grpSpLocks/>
              </p:cNvGrpSpPr>
              <p:nvPr/>
            </p:nvGrpSpPr>
            <p:grpSpPr>
              <a:xfrm>
                <a:off x="9440491" y="5794118"/>
                <a:ext cx="1297136" cy="416203"/>
                <a:chOff x="4083907" y="1248465"/>
                <a:chExt cx="1297136" cy="416203"/>
              </a:xfrm>
            </p:grpSpPr>
            <p:sp>
              <p:nvSpPr>
                <p:cNvPr id="410" name="Rectangle: Rounded Corners 292">
                  <a:extLst>
                    <a:ext uri="{FF2B5EF4-FFF2-40B4-BE49-F238E27FC236}">
                      <a16:creationId xmlns:a16="http://schemas.microsoft.com/office/drawing/2014/main" id="{BF1A9224-8CAD-1410-2F22-17E47BC0E81A}"/>
                    </a:ext>
                  </a:extLst>
                </p:cNvPr>
                <p:cNvSpPr>
                  <a:spLocks/>
                </p:cNvSpPr>
                <p:nvPr/>
              </p:nvSpPr>
              <p:spPr>
                <a:xfrm>
                  <a:off x="4083907" y="1248465"/>
                  <a:ext cx="1297136" cy="393322"/>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sp>
              <p:nvSpPr>
                <p:cNvPr id="413" name="TextBox 132">
                  <a:extLst>
                    <a:ext uri="{FF2B5EF4-FFF2-40B4-BE49-F238E27FC236}">
                      <a16:creationId xmlns:a16="http://schemas.microsoft.com/office/drawing/2014/main" id="{3D6B0390-E428-4D1C-98A2-713718738DDF}"/>
                    </a:ext>
                  </a:extLst>
                </p:cNvPr>
                <p:cNvSpPr txBox="1">
                  <a:spLocks/>
                </p:cNvSpPr>
                <p:nvPr/>
              </p:nvSpPr>
              <p:spPr>
                <a:xfrm>
                  <a:off x="4406323" y="1264558"/>
                  <a:ext cx="974720" cy="400110"/>
                </a:xfrm>
                <a:prstGeom prst="rect">
                  <a:avLst/>
                </a:prstGeom>
                <a:noFill/>
              </p:spPr>
              <p:txBody>
                <a:bodyPr wrap="square" rtlCol="0">
                  <a:spAutoFit/>
                </a:bodyPr>
                <a:lstStyle/>
                <a:p>
                  <a:r>
                    <a:rPr lang="fr-CA" sz="1000" dirty="0"/>
                    <a:t>resultats_OER.docx</a:t>
                  </a:r>
                </a:p>
              </p:txBody>
            </p:sp>
          </p:grpSp>
          <p:pic>
            <p:nvPicPr>
              <p:cNvPr id="2050" name="Picture 2" descr="Microsoft Word Logo : histoire, signification de l'emblème">
                <a:extLst>
                  <a:ext uri="{FF2B5EF4-FFF2-40B4-BE49-F238E27FC236}">
                    <a16:creationId xmlns:a16="http://schemas.microsoft.com/office/drawing/2014/main" id="{3682707C-D383-DDF2-A12F-CFDDE56FC34F}"/>
                  </a:ext>
                </a:extLst>
              </p:cNvPr>
              <p:cNvPicPr>
                <a:picLocks noChangeAspect="1" noChangeArrowheads="1"/>
              </p:cNvPicPr>
              <p:nvPr/>
            </p:nvPicPr>
            <p:blipFill>
              <a:blip r:embed="rId17">
                <a:extLst>
                  <a:ext uri="{28A0092B-C50C-407E-A947-70E740481C1C}">
                    <a14:useLocalDpi xmlns:a14="http://schemas.microsoft.com/office/drawing/2010/main" val="0"/>
                  </a:ext>
                </a:extLst>
              </a:blip>
              <a:srcRect/>
              <a:stretch>
                <a:fillRect/>
              </a:stretch>
            </p:blipFill>
            <p:spPr bwMode="auto">
              <a:xfrm>
                <a:off x="9400444" y="5860531"/>
                <a:ext cx="463104" cy="260496"/>
              </a:xfrm>
              <a:prstGeom prst="rect">
                <a:avLst/>
              </a:prstGeom>
              <a:noFill/>
              <a:extLst>
                <a:ext uri="{909E8E84-426E-40DD-AFC4-6F175D3DCCD1}">
                  <a14:hiddenFill xmlns:a14="http://schemas.microsoft.com/office/drawing/2010/main">
                    <a:solidFill>
                      <a:srgbClr val="FFFFFF"/>
                    </a:solidFill>
                  </a14:hiddenFill>
                </a:ext>
              </a:extLst>
            </p:spPr>
          </p:pic>
        </p:grpSp>
        <p:grpSp>
          <p:nvGrpSpPr>
            <p:cNvPr id="416" name="Groupe 415">
              <a:extLst>
                <a:ext uri="{FF2B5EF4-FFF2-40B4-BE49-F238E27FC236}">
                  <a16:creationId xmlns:a16="http://schemas.microsoft.com/office/drawing/2014/main" id="{9FE28D4B-3537-B2C9-E2E6-488B677EC302}"/>
                </a:ext>
              </a:extLst>
            </p:cNvPr>
            <p:cNvGrpSpPr>
              <a:grpSpLocks/>
            </p:cNvGrpSpPr>
            <p:nvPr/>
          </p:nvGrpSpPr>
          <p:grpSpPr>
            <a:xfrm>
              <a:off x="6327011" y="6085885"/>
              <a:ext cx="741521" cy="250890"/>
              <a:chOff x="1721461" y="1834916"/>
              <a:chExt cx="741521" cy="250890"/>
            </a:xfrm>
          </p:grpSpPr>
          <p:sp>
            <p:nvSpPr>
              <p:cNvPr id="417" name="Rectangle: Rounded Corners 292">
                <a:extLst>
                  <a:ext uri="{FF2B5EF4-FFF2-40B4-BE49-F238E27FC236}">
                    <a16:creationId xmlns:a16="http://schemas.microsoft.com/office/drawing/2014/main" id="{A75DCFA3-46D4-C64B-2F10-220E5647B9DC}"/>
                  </a:ext>
                </a:extLst>
              </p:cNvPr>
              <p:cNvSpPr>
                <a:spLocks/>
              </p:cNvSpPr>
              <p:nvPr/>
            </p:nvSpPr>
            <p:spPr>
              <a:xfrm>
                <a:off x="1721461" y="1837329"/>
                <a:ext cx="678262" cy="248477"/>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nvGrpSpPr>
              <p:cNvPr id="418" name="Groupe 417">
                <a:extLst>
                  <a:ext uri="{FF2B5EF4-FFF2-40B4-BE49-F238E27FC236}">
                    <a16:creationId xmlns:a16="http://schemas.microsoft.com/office/drawing/2014/main" id="{2E6B9B70-8F93-5FDE-5EA2-66F1C339FE06}"/>
                  </a:ext>
                </a:extLst>
              </p:cNvPr>
              <p:cNvGrpSpPr>
                <a:grpSpLocks/>
              </p:cNvGrpSpPr>
              <p:nvPr/>
            </p:nvGrpSpPr>
            <p:grpSpPr>
              <a:xfrm>
                <a:off x="1750886" y="1834916"/>
                <a:ext cx="712096" cy="246221"/>
                <a:chOff x="413852" y="3168571"/>
                <a:chExt cx="712096" cy="246221"/>
              </a:xfrm>
            </p:grpSpPr>
            <p:pic>
              <p:nvPicPr>
                <p:cNvPr id="419" name="Image 418">
                  <a:extLst>
                    <a:ext uri="{FF2B5EF4-FFF2-40B4-BE49-F238E27FC236}">
                      <a16:creationId xmlns:a16="http://schemas.microsoft.com/office/drawing/2014/main" id="{0D913763-3A79-2697-FD38-72C8A6DC3343}"/>
                    </a:ext>
                  </a:extLst>
                </p:cNvPr>
                <p:cNvPicPr>
                  <a:picLocks noChangeAspect="1"/>
                </p:cNvPicPr>
                <p:nvPr/>
              </p:nvPicPr>
              <p:blipFill>
                <a:blip r:embed="rId13">
                  <a:duotone>
                    <a:prstClr val="black"/>
                    <a:schemeClr val="tx2">
                      <a:tint val="45000"/>
                      <a:satMod val="400000"/>
                    </a:schemeClr>
                  </a:duotone>
                  <a:extLst>
                    <a:ext uri="{BEBA8EAE-BF5A-486C-A8C5-ECC9F3942E4B}">
                      <a14:imgProps xmlns:a14="http://schemas.microsoft.com/office/drawing/2010/main">
                        <a14:imgLayer r:embed="rId14">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413852" y="3198958"/>
                  <a:ext cx="207992" cy="207992"/>
                </a:xfrm>
                <a:prstGeom prst="rect">
                  <a:avLst/>
                </a:prstGeom>
              </p:spPr>
            </p:pic>
            <p:sp>
              <p:nvSpPr>
                <p:cNvPr id="420" name="TextBox 132">
                  <a:extLst>
                    <a:ext uri="{FF2B5EF4-FFF2-40B4-BE49-F238E27FC236}">
                      <a16:creationId xmlns:a16="http://schemas.microsoft.com/office/drawing/2014/main" id="{90109457-B14A-F1B9-4176-4C7660A58117}"/>
                    </a:ext>
                  </a:extLst>
                </p:cNvPr>
                <p:cNvSpPr txBox="1">
                  <a:spLocks/>
                </p:cNvSpPr>
                <p:nvPr/>
              </p:nvSpPr>
              <p:spPr>
                <a:xfrm>
                  <a:off x="520754" y="3168571"/>
                  <a:ext cx="605194" cy="246221"/>
                </a:xfrm>
                <a:prstGeom prst="rect">
                  <a:avLst/>
                </a:prstGeom>
                <a:noFill/>
              </p:spPr>
              <p:txBody>
                <a:bodyPr wrap="square" rtlCol="0">
                  <a:spAutoFit/>
                </a:bodyPr>
                <a:lstStyle/>
                <a:p>
                  <a:r>
                    <a:rPr lang="fr-CA" sz="1000" dirty="0"/>
                    <a:t>report</a:t>
                  </a:r>
                </a:p>
              </p:txBody>
            </p:sp>
          </p:grpSp>
        </p:grpSp>
      </p:grpSp>
      <p:cxnSp>
        <p:nvCxnSpPr>
          <p:cNvPr id="428" name="Straight Arrow Connector 268">
            <a:extLst>
              <a:ext uri="{FF2B5EF4-FFF2-40B4-BE49-F238E27FC236}">
                <a16:creationId xmlns:a16="http://schemas.microsoft.com/office/drawing/2014/main" id="{89FC488F-13D2-BE69-D793-79166F80E2CF}"/>
              </a:ext>
            </a:extLst>
          </p:cNvPr>
          <p:cNvCxnSpPr>
            <a:cxnSpLocks/>
            <a:stCxn id="270" idx="1"/>
            <a:endCxn id="375" idx="2"/>
          </p:cNvCxnSpPr>
          <p:nvPr/>
        </p:nvCxnSpPr>
        <p:spPr>
          <a:xfrm rot="10800000">
            <a:off x="6035107" y="4970043"/>
            <a:ext cx="838660" cy="761611"/>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32" name="Straight Arrow Connector 268">
            <a:extLst>
              <a:ext uri="{FF2B5EF4-FFF2-40B4-BE49-F238E27FC236}">
                <a16:creationId xmlns:a16="http://schemas.microsoft.com/office/drawing/2014/main" id="{7B8D59B5-CC00-CDBB-4C1C-F8C899F364D1}"/>
              </a:ext>
            </a:extLst>
          </p:cNvPr>
          <p:cNvCxnSpPr>
            <a:cxnSpLocks/>
            <a:stCxn id="35" idx="3"/>
            <a:endCxn id="375" idx="0"/>
          </p:cNvCxnSpPr>
          <p:nvPr/>
        </p:nvCxnSpPr>
        <p:spPr>
          <a:xfrm flipH="1">
            <a:off x="6035107" y="2411868"/>
            <a:ext cx="544116" cy="1796291"/>
          </a:xfrm>
          <a:prstGeom prst="curvedConnector4">
            <a:avLst>
              <a:gd name="adj1" fmla="val -42013"/>
              <a:gd name="adj2" fmla="val 84054"/>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35" name="Straight Arrow Connector 268">
            <a:extLst>
              <a:ext uri="{FF2B5EF4-FFF2-40B4-BE49-F238E27FC236}">
                <a16:creationId xmlns:a16="http://schemas.microsoft.com/office/drawing/2014/main" id="{E8DC78A3-5408-0AEC-4060-1C8D99255BCE}"/>
              </a:ext>
            </a:extLst>
          </p:cNvPr>
          <p:cNvCxnSpPr>
            <a:cxnSpLocks/>
            <a:stCxn id="215" idx="3"/>
            <a:endCxn id="375" idx="1"/>
          </p:cNvCxnSpPr>
          <p:nvPr/>
        </p:nvCxnSpPr>
        <p:spPr>
          <a:xfrm>
            <a:off x="2015741" y="4347098"/>
            <a:ext cx="2780289" cy="24200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39" name="Straight Arrow Connector 268">
            <a:extLst>
              <a:ext uri="{FF2B5EF4-FFF2-40B4-BE49-F238E27FC236}">
                <a16:creationId xmlns:a16="http://schemas.microsoft.com/office/drawing/2014/main" id="{6D1EB6D4-CB72-5185-6A01-8A88E9F92980}"/>
              </a:ext>
            </a:extLst>
          </p:cNvPr>
          <p:cNvCxnSpPr>
            <a:cxnSpLocks/>
            <a:stCxn id="35" idx="2"/>
            <a:endCxn id="315" idx="0"/>
          </p:cNvCxnSpPr>
          <p:nvPr/>
        </p:nvCxnSpPr>
        <p:spPr>
          <a:xfrm rot="5400000">
            <a:off x="3443767" y="3691831"/>
            <a:ext cx="1729932" cy="1616830"/>
          </a:xfrm>
          <a:prstGeom prst="curvedConnector3">
            <a:avLst>
              <a:gd name="adj1" fmla="val 36941"/>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42" name="Straight Arrow Connector 268">
            <a:extLst>
              <a:ext uri="{FF2B5EF4-FFF2-40B4-BE49-F238E27FC236}">
                <a16:creationId xmlns:a16="http://schemas.microsoft.com/office/drawing/2014/main" id="{662A67D7-6DD6-6003-FA6D-52F3B45048CA}"/>
              </a:ext>
            </a:extLst>
          </p:cNvPr>
          <p:cNvCxnSpPr>
            <a:cxnSpLocks/>
            <a:stCxn id="270" idx="1"/>
            <a:endCxn id="315" idx="3"/>
          </p:cNvCxnSpPr>
          <p:nvPr/>
        </p:nvCxnSpPr>
        <p:spPr>
          <a:xfrm rot="10800000" flipV="1">
            <a:off x="4934291" y="5731653"/>
            <a:ext cx="1939477" cy="277066"/>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45" name="Straight Arrow Connector 268">
            <a:extLst>
              <a:ext uri="{FF2B5EF4-FFF2-40B4-BE49-F238E27FC236}">
                <a16:creationId xmlns:a16="http://schemas.microsoft.com/office/drawing/2014/main" id="{22DB5ED5-E621-0EBF-5A9F-F4725D7F786C}"/>
              </a:ext>
            </a:extLst>
          </p:cNvPr>
          <p:cNvCxnSpPr>
            <a:cxnSpLocks/>
            <a:stCxn id="127" idx="2"/>
            <a:endCxn id="315" idx="2"/>
          </p:cNvCxnSpPr>
          <p:nvPr/>
        </p:nvCxnSpPr>
        <p:spPr>
          <a:xfrm rot="5400000">
            <a:off x="5180298" y="1453486"/>
            <a:ext cx="3518760" cy="6878719"/>
          </a:xfrm>
          <a:prstGeom prst="curvedConnector3">
            <a:avLst>
              <a:gd name="adj1" fmla="val 104051"/>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048" name="Straight Arrow Connector 268">
            <a:extLst>
              <a:ext uri="{FF2B5EF4-FFF2-40B4-BE49-F238E27FC236}">
                <a16:creationId xmlns:a16="http://schemas.microsoft.com/office/drawing/2014/main" id="{BDF36A7A-3274-DFBA-6D62-A61975E6DEA1}"/>
              </a:ext>
            </a:extLst>
          </p:cNvPr>
          <p:cNvCxnSpPr>
            <a:cxnSpLocks/>
            <a:stCxn id="215" idx="2"/>
            <a:endCxn id="315" idx="1"/>
          </p:cNvCxnSpPr>
          <p:nvPr/>
        </p:nvCxnSpPr>
        <p:spPr>
          <a:xfrm rot="16200000" flipH="1">
            <a:off x="1227656" y="5170029"/>
            <a:ext cx="697783" cy="979595"/>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112" name="Groupe 2111">
            <a:extLst>
              <a:ext uri="{FF2B5EF4-FFF2-40B4-BE49-F238E27FC236}">
                <a16:creationId xmlns:a16="http://schemas.microsoft.com/office/drawing/2014/main" id="{E473E2D0-0847-65B8-AA76-5DB426E990E2}"/>
              </a:ext>
            </a:extLst>
          </p:cNvPr>
          <p:cNvGrpSpPr>
            <a:grpSpLocks/>
          </p:cNvGrpSpPr>
          <p:nvPr/>
        </p:nvGrpSpPr>
        <p:grpSpPr>
          <a:xfrm>
            <a:off x="6873767" y="5251641"/>
            <a:ext cx="1991169" cy="788105"/>
            <a:chOff x="6873767" y="5251641"/>
            <a:chExt cx="1991169" cy="788105"/>
          </a:xfrm>
        </p:grpSpPr>
        <p:grpSp>
          <p:nvGrpSpPr>
            <p:cNvPr id="262" name="Groupe 261">
              <a:extLst>
                <a:ext uri="{FF2B5EF4-FFF2-40B4-BE49-F238E27FC236}">
                  <a16:creationId xmlns:a16="http://schemas.microsoft.com/office/drawing/2014/main" id="{B07E885E-C35B-1816-1376-A5E82DDAD308}"/>
                </a:ext>
              </a:extLst>
            </p:cNvPr>
            <p:cNvGrpSpPr>
              <a:grpSpLocks/>
            </p:cNvGrpSpPr>
            <p:nvPr/>
          </p:nvGrpSpPr>
          <p:grpSpPr>
            <a:xfrm>
              <a:off x="6873767" y="5423560"/>
              <a:ext cx="1675940" cy="616186"/>
              <a:chOff x="7431801" y="4178844"/>
              <a:chExt cx="1675940" cy="616186"/>
            </a:xfrm>
          </p:grpSpPr>
          <p:grpSp>
            <p:nvGrpSpPr>
              <p:cNvPr id="263" name="Groupe 262">
                <a:extLst>
                  <a:ext uri="{FF2B5EF4-FFF2-40B4-BE49-F238E27FC236}">
                    <a16:creationId xmlns:a16="http://schemas.microsoft.com/office/drawing/2014/main" id="{12923265-4D9B-D7F7-673B-5A58447C70DB}"/>
                  </a:ext>
                </a:extLst>
              </p:cNvPr>
              <p:cNvGrpSpPr>
                <a:grpSpLocks/>
              </p:cNvGrpSpPr>
              <p:nvPr/>
            </p:nvGrpSpPr>
            <p:grpSpPr>
              <a:xfrm>
                <a:off x="7431801" y="4178844"/>
                <a:ext cx="1675940" cy="616186"/>
                <a:chOff x="8963693" y="2502169"/>
                <a:chExt cx="1675940" cy="616186"/>
              </a:xfrm>
            </p:grpSpPr>
            <p:grpSp>
              <p:nvGrpSpPr>
                <p:cNvPr id="265" name="Groupe 264">
                  <a:extLst>
                    <a:ext uri="{FF2B5EF4-FFF2-40B4-BE49-F238E27FC236}">
                      <a16:creationId xmlns:a16="http://schemas.microsoft.com/office/drawing/2014/main" id="{5EA3CD1F-8FF2-5B7F-2EA6-F2FA1A5BEF93}"/>
                    </a:ext>
                  </a:extLst>
                </p:cNvPr>
                <p:cNvGrpSpPr>
                  <a:grpSpLocks/>
                </p:cNvGrpSpPr>
                <p:nvPr/>
              </p:nvGrpSpPr>
              <p:grpSpPr>
                <a:xfrm>
                  <a:off x="8963693" y="2502169"/>
                  <a:ext cx="1675940" cy="616186"/>
                  <a:chOff x="9860316" y="4533514"/>
                  <a:chExt cx="1675940" cy="616186"/>
                </a:xfrm>
              </p:grpSpPr>
              <p:grpSp>
                <p:nvGrpSpPr>
                  <p:cNvPr id="267" name="Groupe 266">
                    <a:extLst>
                      <a:ext uri="{FF2B5EF4-FFF2-40B4-BE49-F238E27FC236}">
                        <a16:creationId xmlns:a16="http://schemas.microsoft.com/office/drawing/2014/main" id="{EC3ABD15-8FFD-EF97-E45F-D786F9B38BAF}"/>
                      </a:ext>
                    </a:extLst>
                  </p:cNvPr>
                  <p:cNvGrpSpPr>
                    <a:grpSpLocks/>
                  </p:cNvGrpSpPr>
                  <p:nvPr/>
                </p:nvGrpSpPr>
                <p:grpSpPr>
                  <a:xfrm>
                    <a:off x="9860316" y="4533514"/>
                    <a:ext cx="1675940" cy="616186"/>
                    <a:chOff x="416070" y="2029298"/>
                    <a:chExt cx="1675940" cy="616186"/>
                  </a:xfrm>
                </p:grpSpPr>
                <p:sp>
                  <p:nvSpPr>
                    <p:cNvPr id="270" name="Rectangle: Rounded Corners 292">
                      <a:extLst>
                        <a:ext uri="{FF2B5EF4-FFF2-40B4-BE49-F238E27FC236}">
                          <a16:creationId xmlns:a16="http://schemas.microsoft.com/office/drawing/2014/main" id="{8221936D-019E-C637-B484-C67D1AF766D6}"/>
                        </a:ext>
                      </a:extLst>
                    </p:cNvPr>
                    <p:cNvSpPr>
                      <a:spLocks/>
                    </p:cNvSpPr>
                    <p:nvPr/>
                  </p:nvSpPr>
                  <p:spPr>
                    <a:xfrm>
                      <a:off x="416070" y="2029298"/>
                      <a:ext cx="1675940" cy="616186"/>
                    </a:xfrm>
                    <a:prstGeom prst="roundRect">
                      <a:avLst>
                        <a:gd name="adj" fmla="val 5099"/>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269" name="Groupe 268">
                      <a:extLst>
                        <a:ext uri="{FF2B5EF4-FFF2-40B4-BE49-F238E27FC236}">
                          <a16:creationId xmlns:a16="http://schemas.microsoft.com/office/drawing/2014/main" id="{10E890E4-5AB5-7AA3-E0E3-868318E4B523}"/>
                        </a:ext>
                      </a:extLst>
                    </p:cNvPr>
                    <p:cNvGrpSpPr>
                      <a:grpSpLocks/>
                    </p:cNvGrpSpPr>
                    <p:nvPr/>
                  </p:nvGrpSpPr>
                  <p:grpSpPr>
                    <a:xfrm>
                      <a:off x="416070" y="2029298"/>
                      <a:ext cx="1094790" cy="331243"/>
                      <a:chOff x="780703" y="5853141"/>
                      <a:chExt cx="1094790" cy="331243"/>
                    </a:xfrm>
                  </p:grpSpPr>
                  <p:pic>
                    <p:nvPicPr>
                      <p:cNvPr id="271" name="Graphique 270" descr="Presse-papiers vérifié avec un remplissage uni">
                        <a:extLst>
                          <a:ext uri="{FF2B5EF4-FFF2-40B4-BE49-F238E27FC236}">
                            <a16:creationId xmlns:a16="http://schemas.microsoft.com/office/drawing/2014/main" id="{7BD4CCA2-CE6A-07FA-46C0-BDA8A06DC16A}"/>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80703" y="5853141"/>
                        <a:ext cx="331243" cy="331243"/>
                      </a:xfrm>
                      <a:prstGeom prst="rect">
                        <a:avLst/>
                      </a:prstGeom>
                    </p:spPr>
                  </p:pic>
                  <p:sp>
                    <p:nvSpPr>
                      <p:cNvPr id="272" name="TextBox 132">
                        <a:extLst>
                          <a:ext uri="{FF2B5EF4-FFF2-40B4-BE49-F238E27FC236}">
                            <a16:creationId xmlns:a16="http://schemas.microsoft.com/office/drawing/2014/main" id="{3561F59E-E555-BE76-6C55-916865B91B35}"/>
                          </a:ext>
                        </a:extLst>
                      </p:cNvPr>
                      <p:cNvSpPr txBox="1">
                        <a:spLocks/>
                      </p:cNvSpPr>
                      <p:nvPr/>
                    </p:nvSpPr>
                    <p:spPr>
                      <a:xfrm>
                        <a:off x="981298" y="5940230"/>
                        <a:ext cx="894195" cy="184666"/>
                      </a:xfrm>
                      <a:prstGeom prst="rect">
                        <a:avLst/>
                      </a:prstGeom>
                      <a:noFill/>
                    </p:spPr>
                    <p:txBody>
                      <a:bodyPr wrap="square" rtlCol="0">
                        <a:spAutoFit/>
                      </a:bodyPr>
                      <a:lstStyle/>
                      <a:p>
                        <a:r>
                          <a:rPr lang="fr-CA" sz="600" dirty="0"/>
                          <a:t>lac1_charge_rejet</a:t>
                        </a:r>
                      </a:p>
                    </p:txBody>
                  </p:sp>
                </p:grpSp>
              </p:grpSp>
              <p:cxnSp>
                <p:nvCxnSpPr>
                  <p:cNvPr id="268" name="Straight Arrow Connector 268">
                    <a:extLst>
                      <a:ext uri="{FF2B5EF4-FFF2-40B4-BE49-F238E27FC236}">
                        <a16:creationId xmlns:a16="http://schemas.microsoft.com/office/drawing/2014/main" id="{1766AF5E-6A14-4E22-260F-62B16AB01E0F}"/>
                      </a:ext>
                    </a:extLst>
                  </p:cNvPr>
                  <p:cNvCxnSpPr>
                    <a:cxnSpLocks/>
                    <a:stCxn id="271"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266" name="ZoneTexte 265">
                  <a:extLst>
                    <a:ext uri="{FF2B5EF4-FFF2-40B4-BE49-F238E27FC236}">
                      <a16:creationId xmlns:a16="http://schemas.microsoft.com/office/drawing/2014/main" id="{D251D8A9-B32E-39EB-9771-717BA4AC3BA2}"/>
                    </a:ext>
                  </a:extLst>
                </p:cNvPr>
                <p:cNvSpPr txBox="1">
                  <a:spLocks/>
                </p:cNvSpPr>
                <p:nvPr/>
              </p:nvSpPr>
              <p:spPr>
                <a:xfrm>
                  <a:off x="9490401" y="2869063"/>
                  <a:ext cx="1149232" cy="200055"/>
                </a:xfrm>
                <a:prstGeom prst="rect">
                  <a:avLst/>
                </a:prstGeom>
                <a:noFill/>
              </p:spPr>
              <p:txBody>
                <a:bodyPr wrap="square" rtlCol="0">
                  <a:spAutoFit/>
                </a:bodyPr>
                <a:lstStyle/>
                <a:p>
                  <a:r>
                    <a:rPr lang="fr-CA" sz="700" dirty="0" err="1"/>
                    <a:t>charge_rejet_kg_annuel</a:t>
                  </a:r>
                  <a:r>
                    <a:rPr lang="fr-CA" sz="700" dirty="0"/>
                    <a:t>()</a:t>
                  </a:r>
                </a:p>
              </p:txBody>
            </p:sp>
          </p:grpSp>
          <p:pic>
            <p:nvPicPr>
              <p:cNvPr id="264" name="Graphique 263" descr="Presse-papiers vérifié avec un remplissage uni">
                <a:extLst>
                  <a:ext uri="{FF2B5EF4-FFF2-40B4-BE49-F238E27FC236}">
                    <a16:creationId xmlns:a16="http://schemas.microsoft.com/office/drawing/2014/main" id="{17D2EBDC-94AA-A218-3831-7D19FDE02294}"/>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7701752" y="4463787"/>
                <a:ext cx="331243" cy="331243"/>
              </a:xfrm>
              <a:prstGeom prst="rect">
                <a:avLst/>
              </a:prstGeom>
            </p:spPr>
          </p:pic>
        </p:grpSp>
        <p:sp>
          <p:nvSpPr>
            <p:cNvPr id="2111" name="ZoneTexte 2110">
              <a:extLst>
                <a:ext uri="{FF2B5EF4-FFF2-40B4-BE49-F238E27FC236}">
                  <a16:creationId xmlns:a16="http://schemas.microsoft.com/office/drawing/2014/main" id="{E609CCA0-0E59-6346-5013-CA87517EBB5E}"/>
                </a:ext>
              </a:extLst>
            </p:cNvPr>
            <p:cNvSpPr txBox="1">
              <a:spLocks/>
            </p:cNvSpPr>
            <p:nvPr/>
          </p:nvSpPr>
          <p:spPr>
            <a:xfrm>
              <a:off x="7715704" y="5251641"/>
              <a:ext cx="1149232" cy="369332"/>
            </a:xfrm>
            <a:prstGeom prst="rect">
              <a:avLst/>
            </a:prstGeom>
            <a:noFill/>
          </p:spPr>
          <p:txBody>
            <a:bodyPr wrap="square" rtlCol="0">
              <a:spAutoFit/>
            </a:bodyPr>
            <a:lstStyle/>
            <a:p>
              <a:r>
                <a:rPr lang="fr-CA" sz="900" i="1" dirty="0"/>
                <a:t>Liste de liste de réactifs</a:t>
              </a:r>
            </a:p>
          </p:txBody>
        </p:sp>
      </p:grpSp>
      <p:grpSp>
        <p:nvGrpSpPr>
          <p:cNvPr id="22" name="Groupe 21">
            <a:extLst>
              <a:ext uri="{FF2B5EF4-FFF2-40B4-BE49-F238E27FC236}">
                <a16:creationId xmlns:a16="http://schemas.microsoft.com/office/drawing/2014/main" id="{C8C1D90B-0ADD-95C0-663A-4CD0B1EEFD3E}"/>
              </a:ext>
            </a:extLst>
          </p:cNvPr>
          <p:cNvGrpSpPr/>
          <p:nvPr/>
        </p:nvGrpSpPr>
        <p:grpSpPr>
          <a:xfrm>
            <a:off x="11220974" y="4978501"/>
            <a:ext cx="901719" cy="234536"/>
            <a:chOff x="814800" y="3911539"/>
            <a:chExt cx="901719" cy="234536"/>
          </a:xfrm>
        </p:grpSpPr>
        <p:sp>
          <p:nvSpPr>
            <p:cNvPr id="44" name="TextBox 132">
              <a:extLst>
                <a:ext uri="{FF2B5EF4-FFF2-40B4-BE49-F238E27FC236}">
                  <a16:creationId xmlns:a16="http://schemas.microsoft.com/office/drawing/2014/main" id="{E74DE6A9-5705-6CCE-7C44-92C5FF07DFC5}"/>
                </a:ext>
              </a:extLst>
            </p:cNvPr>
            <p:cNvSpPr txBox="1"/>
            <p:nvPr/>
          </p:nvSpPr>
          <p:spPr>
            <a:xfrm>
              <a:off x="955705" y="3950299"/>
              <a:ext cx="760814" cy="169277"/>
            </a:xfrm>
            <a:prstGeom prst="rect">
              <a:avLst/>
            </a:prstGeom>
            <a:noFill/>
          </p:spPr>
          <p:txBody>
            <a:bodyPr wrap="square" rtlCol="0">
              <a:spAutoFit/>
            </a:bodyPr>
            <a:lstStyle/>
            <a:p>
              <a:r>
                <a:rPr lang="fr-CA" sz="500" dirty="0" err="1"/>
                <a:t>Vector</a:t>
              </a:r>
              <a:endParaRPr lang="fr-CA" sz="500" dirty="0"/>
            </a:p>
          </p:txBody>
        </p:sp>
        <p:pic>
          <p:nvPicPr>
            <p:cNvPr id="45" name="Image 44">
              <a:extLst>
                <a:ext uri="{FF2B5EF4-FFF2-40B4-BE49-F238E27FC236}">
                  <a16:creationId xmlns:a16="http://schemas.microsoft.com/office/drawing/2014/main" id="{5CB37EAE-6B3B-7697-4245-361E5BCBE991}"/>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nvGrpSpPr>
          <p:cNvPr id="47" name="Groupe 46">
            <a:extLst>
              <a:ext uri="{FF2B5EF4-FFF2-40B4-BE49-F238E27FC236}">
                <a16:creationId xmlns:a16="http://schemas.microsoft.com/office/drawing/2014/main" id="{D8AC166C-D3D0-BC9A-A9B9-B691CCE79969}"/>
              </a:ext>
            </a:extLst>
          </p:cNvPr>
          <p:cNvGrpSpPr/>
          <p:nvPr/>
        </p:nvGrpSpPr>
        <p:grpSpPr>
          <a:xfrm>
            <a:off x="11220974" y="5762364"/>
            <a:ext cx="535420" cy="207992"/>
            <a:chOff x="795310" y="4195999"/>
            <a:chExt cx="535420" cy="207992"/>
          </a:xfrm>
        </p:grpSpPr>
        <p:pic>
          <p:nvPicPr>
            <p:cNvPr id="48" name="Graphique 47" descr="Graphique à barres avec un remplissage uni">
              <a:extLst>
                <a:ext uri="{FF2B5EF4-FFF2-40B4-BE49-F238E27FC236}">
                  <a16:creationId xmlns:a16="http://schemas.microsoft.com/office/drawing/2014/main" id="{393107C9-D266-DD92-C490-D9F7BC3607AB}"/>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5310" y="4195999"/>
              <a:ext cx="207992" cy="207992"/>
            </a:xfrm>
            <a:prstGeom prst="rect">
              <a:avLst/>
            </a:prstGeom>
          </p:spPr>
        </p:pic>
        <p:sp>
          <p:nvSpPr>
            <p:cNvPr id="49" name="TextBox 132">
              <a:extLst>
                <a:ext uri="{FF2B5EF4-FFF2-40B4-BE49-F238E27FC236}">
                  <a16:creationId xmlns:a16="http://schemas.microsoft.com/office/drawing/2014/main" id="{32905159-990A-BD90-37BE-1EC743A5303D}"/>
                </a:ext>
              </a:extLst>
            </p:cNvPr>
            <p:cNvSpPr txBox="1"/>
            <p:nvPr/>
          </p:nvSpPr>
          <p:spPr>
            <a:xfrm>
              <a:off x="978234" y="4215356"/>
              <a:ext cx="352496" cy="169277"/>
            </a:xfrm>
            <a:prstGeom prst="rect">
              <a:avLst/>
            </a:prstGeom>
            <a:noFill/>
          </p:spPr>
          <p:txBody>
            <a:bodyPr wrap="square" rtlCol="0">
              <a:spAutoFit/>
            </a:bodyPr>
            <a:lstStyle/>
            <a:p>
              <a:r>
                <a:rPr lang="fr-CA" sz="500" dirty="0" err="1"/>
                <a:t>ggplot</a:t>
              </a:r>
              <a:endParaRPr lang="fr-CA" sz="500" dirty="0"/>
            </a:p>
          </p:txBody>
        </p:sp>
      </p:grpSp>
      <p:grpSp>
        <p:nvGrpSpPr>
          <p:cNvPr id="50" name="Groupe 49">
            <a:extLst>
              <a:ext uri="{FF2B5EF4-FFF2-40B4-BE49-F238E27FC236}">
                <a16:creationId xmlns:a16="http://schemas.microsoft.com/office/drawing/2014/main" id="{FE58D817-6495-0C5F-2F06-9176E60BE273}"/>
              </a:ext>
            </a:extLst>
          </p:cNvPr>
          <p:cNvGrpSpPr/>
          <p:nvPr/>
        </p:nvGrpSpPr>
        <p:grpSpPr>
          <a:xfrm>
            <a:off x="11220974" y="4673097"/>
            <a:ext cx="1017259" cy="280267"/>
            <a:chOff x="829412" y="2006063"/>
            <a:chExt cx="1017259" cy="280267"/>
          </a:xfrm>
        </p:grpSpPr>
        <p:pic>
          <p:nvPicPr>
            <p:cNvPr id="51" name="Image 50">
              <a:extLst>
                <a:ext uri="{FF2B5EF4-FFF2-40B4-BE49-F238E27FC236}">
                  <a16:creationId xmlns:a16="http://schemas.microsoft.com/office/drawing/2014/main" id="{F1177040-3D87-D7D4-6FFB-09DE63BBAD10}"/>
                </a:ext>
              </a:extLst>
            </p:cNvPr>
            <p:cNvPicPr>
              <a:picLocks noChangeAspect="1"/>
            </p:cNvPicPr>
            <p:nvPr/>
          </p:nvPicPr>
          <p:blipFill>
            <a:blip r:embed="rId18"/>
            <a:srcRect l="14365" r="13627" b="16036"/>
            <a:stretch/>
          </p:blipFill>
          <p:spPr>
            <a:xfrm>
              <a:off x="829412" y="2006063"/>
              <a:ext cx="223190" cy="280267"/>
            </a:xfrm>
            <a:prstGeom prst="rect">
              <a:avLst/>
            </a:prstGeom>
          </p:spPr>
        </p:pic>
        <p:sp>
          <p:nvSpPr>
            <p:cNvPr id="52" name="TextBox 132">
              <a:extLst>
                <a:ext uri="{FF2B5EF4-FFF2-40B4-BE49-F238E27FC236}">
                  <a16:creationId xmlns:a16="http://schemas.microsoft.com/office/drawing/2014/main" id="{CB7F3E7A-4091-EDFD-F83C-05C81E3E9DE7}"/>
                </a:ext>
              </a:extLst>
            </p:cNvPr>
            <p:cNvSpPr txBox="1"/>
            <p:nvPr/>
          </p:nvSpPr>
          <p:spPr>
            <a:xfrm>
              <a:off x="1006927" y="2065570"/>
              <a:ext cx="839744" cy="169277"/>
            </a:xfrm>
            <a:prstGeom prst="rect">
              <a:avLst/>
            </a:prstGeom>
            <a:noFill/>
          </p:spPr>
          <p:txBody>
            <a:bodyPr wrap="square" rtlCol="0">
              <a:spAutoFit/>
            </a:bodyPr>
            <a:lstStyle/>
            <a:p>
              <a:r>
                <a:rPr lang="fr-CA" sz="500" dirty="0"/>
                <a:t>Instructions/ texte fixe</a:t>
              </a:r>
            </a:p>
          </p:txBody>
        </p:sp>
      </p:grpSp>
      <p:grpSp>
        <p:nvGrpSpPr>
          <p:cNvPr id="53" name="Groupe 52">
            <a:extLst>
              <a:ext uri="{FF2B5EF4-FFF2-40B4-BE49-F238E27FC236}">
                <a16:creationId xmlns:a16="http://schemas.microsoft.com/office/drawing/2014/main" id="{259ADB7C-F094-75D0-4DC9-79FA5BCDD6C1}"/>
              </a:ext>
            </a:extLst>
          </p:cNvPr>
          <p:cNvGrpSpPr/>
          <p:nvPr/>
        </p:nvGrpSpPr>
        <p:grpSpPr>
          <a:xfrm>
            <a:off x="11220974" y="5992133"/>
            <a:ext cx="535113" cy="280268"/>
            <a:chOff x="840014" y="4528336"/>
            <a:chExt cx="535113" cy="280268"/>
          </a:xfrm>
        </p:grpSpPr>
        <p:pic>
          <p:nvPicPr>
            <p:cNvPr id="54" name="Graphique 53" descr="Presse-papiers vérifié avec un remplissage uni">
              <a:extLst>
                <a:ext uri="{FF2B5EF4-FFF2-40B4-BE49-F238E27FC236}">
                  <a16:creationId xmlns:a16="http://schemas.microsoft.com/office/drawing/2014/main" id="{2DFE618D-FB9B-A5D5-F5BC-1842B721626E}"/>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840014" y="4528336"/>
              <a:ext cx="280268" cy="280268"/>
            </a:xfrm>
            <a:prstGeom prst="rect">
              <a:avLst/>
            </a:prstGeom>
          </p:spPr>
        </p:pic>
        <p:sp>
          <p:nvSpPr>
            <p:cNvPr id="57" name="TextBox 132">
              <a:extLst>
                <a:ext uri="{FF2B5EF4-FFF2-40B4-BE49-F238E27FC236}">
                  <a16:creationId xmlns:a16="http://schemas.microsoft.com/office/drawing/2014/main" id="{0B609BE2-D2EF-62A6-EAB4-F4792C204715}"/>
                </a:ext>
              </a:extLst>
            </p:cNvPr>
            <p:cNvSpPr txBox="1"/>
            <p:nvPr/>
          </p:nvSpPr>
          <p:spPr>
            <a:xfrm>
              <a:off x="1043884" y="4546330"/>
              <a:ext cx="331243" cy="169277"/>
            </a:xfrm>
            <a:prstGeom prst="rect">
              <a:avLst/>
            </a:prstGeom>
            <a:noFill/>
          </p:spPr>
          <p:txBody>
            <a:bodyPr wrap="square" rtlCol="0">
              <a:spAutoFit/>
            </a:bodyPr>
            <a:lstStyle/>
            <a:p>
              <a:r>
                <a:rPr lang="fr-CA" sz="500" dirty="0" err="1"/>
                <a:t>list</a:t>
              </a:r>
              <a:endParaRPr lang="fr-CA" sz="500" dirty="0"/>
            </a:p>
          </p:txBody>
        </p:sp>
      </p:grpSp>
      <p:grpSp>
        <p:nvGrpSpPr>
          <p:cNvPr id="59" name="Groupe 58">
            <a:extLst>
              <a:ext uri="{FF2B5EF4-FFF2-40B4-BE49-F238E27FC236}">
                <a16:creationId xmlns:a16="http://schemas.microsoft.com/office/drawing/2014/main" id="{94692755-028F-4FB8-1441-1C006DC6F318}"/>
              </a:ext>
            </a:extLst>
          </p:cNvPr>
          <p:cNvGrpSpPr/>
          <p:nvPr/>
        </p:nvGrpSpPr>
        <p:grpSpPr>
          <a:xfrm>
            <a:off x="11220974" y="5206564"/>
            <a:ext cx="589196" cy="280268"/>
            <a:chOff x="684754" y="2369830"/>
            <a:chExt cx="589196" cy="280268"/>
          </a:xfrm>
        </p:grpSpPr>
        <p:pic>
          <p:nvPicPr>
            <p:cNvPr id="61" name="Graphique 60" descr="Tableau avec un remplissage uni">
              <a:extLst>
                <a:ext uri="{FF2B5EF4-FFF2-40B4-BE49-F238E27FC236}">
                  <a16:creationId xmlns:a16="http://schemas.microsoft.com/office/drawing/2014/main" id="{24512210-36A4-E649-36EC-7D6563687E11}"/>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684754" y="2369830"/>
              <a:ext cx="280268" cy="280268"/>
            </a:xfrm>
            <a:prstGeom prst="rect">
              <a:avLst/>
            </a:prstGeom>
          </p:spPr>
        </p:pic>
        <p:sp>
          <p:nvSpPr>
            <p:cNvPr id="83" name="TextBox 132">
              <a:extLst>
                <a:ext uri="{FF2B5EF4-FFF2-40B4-BE49-F238E27FC236}">
                  <a16:creationId xmlns:a16="http://schemas.microsoft.com/office/drawing/2014/main" id="{0155654C-35D3-3D9D-3D8B-29B40403BFAA}"/>
                </a:ext>
              </a:extLst>
            </p:cNvPr>
            <p:cNvSpPr txBox="1"/>
            <p:nvPr/>
          </p:nvSpPr>
          <p:spPr>
            <a:xfrm>
              <a:off x="886233" y="2416748"/>
              <a:ext cx="387717" cy="169277"/>
            </a:xfrm>
            <a:prstGeom prst="rect">
              <a:avLst/>
            </a:prstGeom>
            <a:noFill/>
          </p:spPr>
          <p:txBody>
            <a:bodyPr wrap="square" rtlCol="0">
              <a:spAutoFit/>
            </a:bodyPr>
            <a:lstStyle/>
            <a:p>
              <a:r>
                <a:rPr lang="fr-CA" sz="500" dirty="0"/>
                <a:t>Table</a:t>
              </a:r>
            </a:p>
          </p:txBody>
        </p:sp>
      </p:grpSp>
      <p:grpSp>
        <p:nvGrpSpPr>
          <p:cNvPr id="86" name="Groupe 85">
            <a:extLst>
              <a:ext uri="{FF2B5EF4-FFF2-40B4-BE49-F238E27FC236}">
                <a16:creationId xmlns:a16="http://schemas.microsoft.com/office/drawing/2014/main" id="{1F4641DE-B197-2BD2-6174-F795E6904272}"/>
              </a:ext>
            </a:extLst>
          </p:cNvPr>
          <p:cNvGrpSpPr/>
          <p:nvPr/>
        </p:nvGrpSpPr>
        <p:grpSpPr>
          <a:xfrm>
            <a:off x="2066345" y="5365212"/>
            <a:ext cx="2867946" cy="1287013"/>
            <a:chOff x="2066345" y="5365212"/>
            <a:chExt cx="2867946" cy="1287013"/>
          </a:xfrm>
        </p:grpSpPr>
        <p:grpSp>
          <p:nvGrpSpPr>
            <p:cNvPr id="373" name="Groupe 372">
              <a:extLst>
                <a:ext uri="{FF2B5EF4-FFF2-40B4-BE49-F238E27FC236}">
                  <a16:creationId xmlns:a16="http://schemas.microsoft.com/office/drawing/2014/main" id="{1BB602FA-7887-BC1E-DD04-5F293C5DA403}"/>
                </a:ext>
              </a:extLst>
            </p:cNvPr>
            <p:cNvGrpSpPr>
              <a:grpSpLocks/>
            </p:cNvGrpSpPr>
            <p:nvPr/>
          </p:nvGrpSpPr>
          <p:grpSpPr>
            <a:xfrm>
              <a:off x="2066345" y="5365212"/>
              <a:ext cx="2867946" cy="1287013"/>
              <a:chOff x="5068936" y="4892248"/>
              <a:chExt cx="2867946" cy="1287013"/>
            </a:xfrm>
          </p:grpSpPr>
          <p:sp>
            <p:nvSpPr>
              <p:cNvPr id="315" name="Rectangle 314">
                <a:extLst>
                  <a:ext uri="{FF2B5EF4-FFF2-40B4-BE49-F238E27FC236}">
                    <a16:creationId xmlns:a16="http://schemas.microsoft.com/office/drawing/2014/main" id="{077AB01E-DBE3-B213-0F82-9C6D806A2930}"/>
                  </a:ext>
                </a:extLst>
              </p:cNvPr>
              <p:cNvSpPr>
                <a:spLocks/>
              </p:cNvSpPr>
              <p:nvPr/>
            </p:nvSpPr>
            <p:spPr>
              <a:xfrm>
                <a:off x="5068936" y="4892248"/>
                <a:ext cx="2867945" cy="1287013"/>
              </a:xfrm>
              <a:prstGeom prst="rect">
                <a:avLst/>
              </a:prstGeom>
              <a:solidFill>
                <a:schemeClr val="accent4">
                  <a:lumMod val="20000"/>
                  <a:lumOff val="80000"/>
                </a:schemeClr>
              </a:solidFill>
              <a:ln>
                <a:solidFill>
                  <a:schemeClr val="accent4"/>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316" name="ZoneTexte 315">
                <a:extLst>
                  <a:ext uri="{FF2B5EF4-FFF2-40B4-BE49-F238E27FC236}">
                    <a16:creationId xmlns:a16="http://schemas.microsoft.com/office/drawing/2014/main" id="{EF337F7F-53D7-CA19-DF93-788C4E974270}"/>
                  </a:ext>
                </a:extLst>
              </p:cNvPr>
              <p:cNvSpPr txBox="1">
                <a:spLocks/>
              </p:cNvSpPr>
              <p:nvPr/>
            </p:nvSpPr>
            <p:spPr>
              <a:xfrm>
                <a:off x="5068936" y="4910320"/>
                <a:ext cx="2019216" cy="307777"/>
              </a:xfrm>
              <a:prstGeom prst="rect">
                <a:avLst/>
              </a:prstGeom>
              <a:noFill/>
            </p:spPr>
            <p:txBody>
              <a:bodyPr wrap="square" rtlCol="0">
                <a:spAutoFit/>
              </a:bodyPr>
              <a:lstStyle/>
              <a:p>
                <a:r>
                  <a:rPr lang="fr-CA" sz="1400" dirty="0" err="1"/>
                  <a:t>mod_resultats</a:t>
                </a:r>
                <a:endParaRPr lang="fr-CA" sz="1400" dirty="0"/>
              </a:p>
            </p:txBody>
          </p:sp>
          <p:grpSp>
            <p:nvGrpSpPr>
              <p:cNvPr id="319" name="Groupe 318">
                <a:extLst>
                  <a:ext uri="{FF2B5EF4-FFF2-40B4-BE49-F238E27FC236}">
                    <a16:creationId xmlns:a16="http://schemas.microsoft.com/office/drawing/2014/main" id="{CB9211E2-5C35-08D2-A6B0-58D1F662A355}"/>
                  </a:ext>
                </a:extLst>
              </p:cNvPr>
              <p:cNvGrpSpPr>
                <a:grpSpLocks/>
              </p:cNvGrpSpPr>
              <p:nvPr/>
            </p:nvGrpSpPr>
            <p:grpSpPr>
              <a:xfrm>
                <a:off x="5165742" y="5222609"/>
                <a:ext cx="1254024" cy="284371"/>
                <a:chOff x="701420" y="3429000"/>
                <a:chExt cx="1254024" cy="284371"/>
              </a:xfrm>
            </p:grpSpPr>
            <p:sp>
              <p:nvSpPr>
                <p:cNvPr id="325" name="Rectangle: Rounded Corners 292">
                  <a:extLst>
                    <a:ext uri="{FF2B5EF4-FFF2-40B4-BE49-F238E27FC236}">
                      <a16:creationId xmlns:a16="http://schemas.microsoft.com/office/drawing/2014/main" id="{02C4D5F2-48DD-2916-E3ED-59AC3D2ADB87}"/>
                    </a:ext>
                  </a:extLst>
                </p:cNvPr>
                <p:cNvSpPr>
                  <a:spLocks/>
                </p:cNvSpPr>
                <p:nvPr/>
              </p:nvSpPr>
              <p:spPr>
                <a:xfrm>
                  <a:off x="701420" y="3429000"/>
                  <a:ext cx="1248373"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326" name="Groupe 325">
                  <a:extLst>
                    <a:ext uri="{FF2B5EF4-FFF2-40B4-BE49-F238E27FC236}">
                      <a16:creationId xmlns:a16="http://schemas.microsoft.com/office/drawing/2014/main" id="{588A744B-CE2C-F77A-99E3-D4BF1A391F25}"/>
                    </a:ext>
                  </a:extLst>
                </p:cNvPr>
                <p:cNvGrpSpPr>
                  <a:grpSpLocks/>
                </p:cNvGrpSpPr>
                <p:nvPr/>
              </p:nvGrpSpPr>
              <p:grpSpPr>
                <a:xfrm>
                  <a:off x="761837" y="3436287"/>
                  <a:ext cx="1193607" cy="254204"/>
                  <a:chOff x="814800" y="3911539"/>
                  <a:chExt cx="1193607" cy="254204"/>
                </a:xfrm>
              </p:grpSpPr>
              <p:sp>
                <p:nvSpPr>
                  <p:cNvPr id="327" name="TextBox 132">
                    <a:extLst>
                      <a:ext uri="{FF2B5EF4-FFF2-40B4-BE49-F238E27FC236}">
                        <a16:creationId xmlns:a16="http://schemas.microsoft.com/office/drawing/2014/main" id="{E4296D55-FD43-E3DA-AD82-EAD82E5AB413}"/>
                      </a:ext>
                    </a:extLst>
                  </p:cNvPr>
                  <p:cNvSpPr txBox="1">
                    <a:spLocks/>
                  </p:cNvSpPr>
                  <p:nvPr/>
                </p:nvSpPr>
                <p:spPr>
                  <a:xfrm>
                    <a:off x="955705" y="3950299"/>
                    <a:ext cx="1052702" cy="215444"/>
                  </a:xfrm>
                  <a:prstGeom prst="rect">
                    <a:avLst/>
                  </a:prstGeom>
                  <a:noFill/>
                </p:spPr>
                <p:txBody>
                  <a:bodyPr wrap="square" rtlCol="0">
                    <a:spAutoFit/>
                  </a:bodyPr>
                  <a:lstStyle/>
                  <a:p>
                    <a:r>
                      <a:rPr lang="fr-CA" sz="800" dirty="0" err="1"/>
                      <a:t>result_mesures</a:t>
                    </a:r>
                    <a:endParaRPr lang="fr-CA" sz="500" dirty="0"/>
                  </a:p>
                </p:txBody>
              </p:sp>
              <p:pic>
                <p:nvPicPr>
                  <p:cNvPr id="328" name="Image 327">
                    <a:extLst>
                      <a:ext uri="{FF2B5EF4-FFF2-40B4-BE49-F238E27FC236}">
                        <a16:creationId xmlns:a16="http://schemas.microsoft.com/office/drawing/2014/main" id="{A2F7C60D-D64D-4DA7-C45D-181669362791}"/>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320" name="Groupe 319">
                <a:extLst>
                  <a:ext uri="{FF2B5EF4-FFF2-40B4-BE49-F238E27FC236}">
                    <a16:creationId xmlns:a16="http://schemas.microsoft.com/office/drawing/2014/main" id="{DF32EE78-D20F-4382-5FF9-66E46438D4B4}"/>
                  </a:ext>
                </a:extLst>
              </p:cNvPr>
              <p:cNvGrpSpPr>
                <a:grpSpLocks/>
              </p:cNvGrpSpPr>
              <p:nvPr/>
            </p:nvGrpSpPr>
            <p:grpSpPr>
              <a:xfrm>
                <a:off x="6599840" y="5843482"/>
                <a:ext cx="1336385" cy="284371"/>
                <a:chOff x="712349" y="4155091"/>
                <a:chExt cx="1336385" cy="284371"/>
              </a:xfrm>
            </p:grpSpPr>
            <p:sp>
              <p:nvSpPr>
                <p:cNvPr id="321" name="Rectangle: Rounded Corners 292">
                  <a:extLst>
                    <a:ext uri="{FF2B5EF4-FFF2-40B4-BE49-F238E27FC236}">
                      <a16:creationId xmlns:a16="http://schemas.microsoft.com/office/drawing/2014/main" id="{4AC6D983-F449-1696-95B0-84B62393B9BB}"/>
                    </a:ext>
                  </a:extLst>
                </p:cNvPr>
                <p:cNvSpPr>
                  <a:spLocks/>
                </p:cNvSpPr>
                <p:nvPr/>
              </p:nvSpPr>
              <p:spPr>
                <a:xfrm>
                  <a:off x="712349" y="4155091"/>
                  <a:ext cx="1248373"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322" name="Groupe 321">
                  <a:extLst>
                    <a:ext uri="{FF2B5EF4-FFF2-40B4-BE49-F238E27FC236}">
                      <a16:creationId xmlns:a16="http://schemas.microsoft.com/office/drawing/2014/main" id="{7A112CA4-894E-D516-65D4-C02D37614D09}"/>
                    </a:ext>
                  </a:extLst>
                </p:cNvPr>
                <p:cNvGrpSpPr>
                  <a:grpSpLocks/>
                </p:cNvGrpSpPr>
                <p:nvPr/>
              </p:nvGrpSpPr>
              <p:grpSpPr>
                <a:xfrm>
                  <a:off x="795310" y="4195999"/>
                  <a:ext cx="1253424" cy="234801"/>
                  <a:chOff x="795310" y="4195999"/>
                  <a:chExt cx="1253424" cy="234801"/>
                </a:xfrm>
              </p:grpSpPr>
              <p:pic>
                <p:nvPicPr>
                  <p:cNvPr id="323" name="Graphique 322" descr="Graphique à barres avec un remplissage uni">
                    <a:extLst>
                      <a:ext uri="{FF2B5EF4-FFF2-40B4-BE49-F238E27FC236}">
                        <a16:creationId xmlns:a16="http://schemas.microsoft.com/office/drawing/2014/main" id="{DADC3009-4C83-FF09-A79D-F357D096CEB4}"/>
                      </a:ext>
                    </a:extLst>
                  </p:cNvPr>
                  <p:cNvPicPr>
                    <a:picLocks noChangeAspect="1"/>
                  </p:cNvPicPr>
                  <p:nvPr/>
                </p:nvPicPr>
                <p:blipFill>
                  <a:blip r:embed="rId10">
                    <a:extLst>
                      <a:ext uri="{96DAC541-7B7A-43D3-8B79-37D633B846F1}">
                        <asvg:svgBlip xmlns:asvg="http://schemas.microsoft.com/office/drawing/2016/SVG/main" r:embed="rId11"/>
                      </a:ext>
                    </a:extLst>
                  </a:blip>
                  <a:stretch>
                    <a:fillRect/>
                  </a:stretch>
                </p:blipFill>
                <p:spPr>
                  <a:xfrm>
                    <a:off x="795310" y="4195999"/>
                    <a:ext cx="207992" cy="207992"/>
                  </a:xfrm>
                  <a:prstGeom prst="rect">
                    <a:avLst/>
                  </a:prstGeom>
                </p:spPr>
              </p:pic>
              <p:sp>
                <p:nvSpPr>
                  <p:cNvPr id="324" name="TextBox 132">
                    <a:extLst>
                      <a:ext uri="{FF2B5EF4-FFF2-40B4-BE49-F238E27FC236}">
                        <a16:creationId xmlns:a16="http://schemas.microsoft.com/office/drawing/2014/main" id="{4568D6B1-1512-4ECA-C579-CC3BF4622ADC}"/>
                      </a:ext>
                    </a:extLst>
                  </p:cNvPr>
                  <p:cNvSpPr txBox="1">
                    <a:spLocks/>
                  </p:cNvSpPr>
                  <p:nvPr/>
                </p:nvSpPr>
                <p:spPr>
                  <a:xfrm>
                    <a:off x="978234" y="4215356"/>
                    <a:ext cx="1070500" cy="215444"/>
                  </a:xfrm>
                  <a:prstGeom prst="rect">
                    <a:avLst/>
                  </a:prstGeom>
                  <a:noFill/>
                </p:spPr>
                <p:txBody>
                  <a:bodyPr wrap="square" rtlCol="0">
                    <a:spAutoFit/>
                  </a:bodyPr>
                  <a:lstStyle/>
                  <a:p>
                    <a:r>
                      <a:rPr lang="fr-CA" sz="800" dirty="0" err="1"/>
                      <a:t>graphique_charges</a:t>
                    </a:r>
                    <a:endParaRPr lang="fr-CA" sz="500" dirty="0"/>
                  </a:p>
                </p:txBody>
              </p:sp>
            </p:grpSp>
          </p:grpSp>
          <p:grpSp>
            <p:nvGrpSpPr>
              <p:cNvPr id="338" name="Groupe 337">
                <a:extLst>
                  <a:ext uri="{FF2B5EF4-FFF2-40B4-BE49-F238E27FC236}">
                    <a16:creationId xmlns:a16="http://schemas.microsoft.com/office/drawing/2014/main" id="{B405CFD8-D28B-D59C-CED4-6FB99E399D29}"/>
                  </a:ext>
                </a:extLst>
              </p:cNvPr>
              <p:cNvGrpSpPr>
                <a:grpSpLocks/>
              </p:cNvGrpSpPr>
              <p:nvPr/>
            </p:nvGrpSpPr>
            <p:grpSpPr>
              <a:xfrm>
                <a:off x="5165742" y="5515354"/>
                <a:ext cx="1456865" cy="284371"/>
                <a:chOff x="701420" y="3429000"/>
                <a:chExt cx="1456865" cy="284371"/>
              </a:xfrm>
            </p:grpSpPr>
            <p:sp>
              <p:nvSpPr>
                <p:cNvPr id="339" name="Rectangle: Rounded Corners 292">
                  <a:extLst>
                    <a:ext uri="{FF2B5EF4-FFF2-40B4-BE49-F238E27FC236}">
                      <a16:creationId xmlns:a16="http://schemas.microsoft.com/office/drawing/2014/main" id="{A3D9CF1D-B9BA-E94D-3D30-85170DF6935F}"/>
                    </a:ext>
                  </a:extLst>
                </p:cNvPr>
                <p:cNvSpPr>
                  <a:spLocks/>
                </p:cNvSpPr>
                <p:nvPr/>
              </p:nvSpPr>
              <p:spPr>
                <a:xfrm>
                  <a:off x="701420" y="3429000"/>
                  <a:ext cx="1355950"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340" name="Groupe 339">
                  <a:extLst>
                    <a:ext uri="{FF2B5EF4-FFF2-40B4-BE49-F238E27FC236}">
                      <a16:creationId xmlns:a16="http://schemas.microsoft.com/office/drawing/2014/main" id="{7CE19BC3-DA95-1340-7A9F-F05F935B1896}"/>
                    </a:ext>
                  </a:extLst>
                </p:cNvPr>
                <p:cNvGrpSpPr>
                  <a:grpSpLocks/>
                </p:cNvGrpSpPr>
                <p:nvPr/>
              </p:nvGrpSpPr>
              <p:grpSpPr>
                <a:xfrm>
                  <a:off x="761837" y="3436287"/>
                  <a:ext cx="1396448" cy="239169"/>
                  <a:chOff x="814800" y="3911539"/>
                  <a:chExt cx="1396448" cy="239169"/>
                </a:xfrm>
              </p:grpSpPr>
              <p:sp>
                <p:nvSpPr>
                  <p:cNvPr id="341" name="TextBox 132">
                    <a:extLst>
                      <a:ext uri="{FF2B5EF4-FFF2-40B4-BE49-F238E27FC236}">
                        <a16:creationId xmlns:a16="http://schemas.microsoft.com/office/drawing/2014/main" id="{02B7E07B-2EDF-0E3F-AB84-2DEAF7D0695B}"/>
                      </a:ext>
                    </a:extLst>
                  </p:cNvPr>
                  <p:cNvSpPr txBox="1">
                    <a:spLocks/>
                  </p:cNvSpPr>
                  <p:nvPr/>
                </p:nvSpPr>
                <p:spPr>
                  <a:xfrm>
                    <a:off x="924805" y="3935264"/>
                    <a:ext cx="1286443" cy="215444"/>
                  </a:xfrm>
                  <a:prstGeom prst="rect">
                    <a:avLst/>
                  </a:prstGeom>
                  <a:noFill/>
                </p:spPr>
                <p:txBody>
                  <a:bodyPr wrap="square" rtlCol="0">
                    <a:spAutoFit/>
                  </a:bodyPr>
                  <a:lstStyle/>
                  <a:p>
                    <a:r>
                      <a:rPr lang="fr-CA" sz="800" dirty="0" err="1"/>
                      <a:t>result_scenario_actuel</a:t>
                    </a:r>
                    <a:endParaRPr lang="fr-CA" sz="500" dirty="0"/>
                  </a:p>
                </p:txBody>
              </p:sp>
              <p:pic>
                <p:nvPicPr>
                  <p:cNvPr id="342" name="Image 341">
                    <a:extLst>
                      <a:ext uri="{FF2B5EF4-FFF2-40B4-BE49-F238E27FC236}">
                        <a16:creationId xmlns:a16="http://schemas.microsoft.com/office/drawing/2014/main" id="{41AFBB7E-89B4-CA49-28B9-815F8BA65627}"/>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345" name="Groupe 344">
                <a:extLst>
                  <a:ext uri="{FF2B5EF4-FFF2-40B4-BE49-F238E27FC236}">
                    <a16:creationId xmlns:a16="http://schemas.microsoft.com/office/drawing/2014/main" id="{54D955A0-D2DC-FBC7-4B1C-7F7D38970256}"/>
                  </a:ext>
                </a:extLst>
              </p:cNvPr>
              <p:cNvGrpSpPr>
                <a:grpSpLocks/>
              </p:cNvGrpSpPr>
              <p:nvPr/>
            </p:nvGrpSpPr>
            <p:grpSpPr>
              <a:xfrm>
                <a:off x="5165742" y="5814409"/>
                <a:ext cx="1451430" cy="284371"/>
                <a:chOff x="701420" y="3429000"/>
                <a:chExt cx="1451430" cy="284371"/>
              </a:xfrm>
            </p:grpSpPr>
            <p:sp>
              <p:nvSpPr>
                <p:cNvPr id="346" name="Rectangle: Rounded Corners 292">
                  <a:extLst>
                    <a:ext uri="{FF2B5EF4-FFF2-40B4-BE49-F238E27FC236}">
                      <a16:creationId xmlns:a16="http://schemas.microsoft.com/office/drawing/2014/main" id="{E650A130-2D49-1271-7684-91CC0FF923E3}"/>
                    </a:ext>
                  </a:extLst>
                </p:cNvPr>
                <p:cNvSpPr>
                  <a:spLocks/>
                </p:cNvSpPr>
                <p:nvPr/>
              </p:nvSpPr>
              <p:spPr>
                <a:xfrm>
                  <a:off x="701420" y="3429000"/>
                  <a:ext cx="1355950"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347" name="Groupe 346">
                  <a:extLst>
                    <a:ext uri="{FF2B5EF4-FFF2-40B4-BE49-F238E27FC236}">
                      <a16:creationId xmlns:a16="http://schemas.microsoft.com/office/drawing/2014/main" id="{9AF52F4E-A493-ED07-C4D5-9ED6E536002D}"/>
                    </a:ext>
                  </a:extLst>
                </p:cNvPr>
                <p:cNvGrpSpPr>
                  <a:grpSpLocks/>
                </p:cNvGrpSpPr>
                <p:nvPr/>
              </p:nvGrpSpPr>
              <p:grpSpPr>
                <a:xfrm>
                  <a:off x="761837" y="3436287"/>
                  <a:ext cx="1391013" cy="234536"/>
                  <a:chOff x="814800" y="3911539"/>
                  <a:chExt cx="1391013" cy="234536"/>
                </a:xfrm>
              </p:grpSpPr>
              <p:sp>
                <p:nvSpPr>
                  <p:cNvPr id="348" name="TextBox 132">
                    <a:extLst>
                      <a:ext uri="{FF2B5EF4-FFF2-40B4-BE49-F238E27FC236}">
                        <a16:creationId xmlns:a16="http://schemas.microsoft.com/office/drawing/2014/main" id="{B159FB15-F3F3-8D04-7B84-1F84FD157C69}"/>
                      </a:ext>
                    </a:extLst>
                  </p:cNvPr>
                  <p:cNvSpPr txBox="1">
                    <a:spLocks/>
                  </p:cNvSpPr>
                  <p:nvPr/>
                </p:nvSpPr>
                <p:spPr>
                  <a:xfrm>
                    <a:off x="919370" y="3928501"/>
                    <a:ext cx="1286443" cy="215444"/>
                  </a:xfrm>
                  <a:prstGeom prst="rect">
                    <a:avLst/>
                  </a:prstGeom>
                  <a:noFill/>
                </p:spPr>
                <p:txBody>
                  <a:bodyPr wrap="square" rtlCol="0">
                    <a:spAutoFit/>
                  </a:bodyPr>
                  <a:lstStyle/>
                  <a:p>
                    <a:r>
                      <a:rPr lang="fr-CA" sz="800" dirty="0" err="1"/>
                      <a:t>result_scenario_naturel</a:t>
                    </a:r>
                    <a:endParaRPr lang="fr-CA" sz="500" dirty="0"/>
                  </a:p>
                </p:txBody>
              </p:sp>
              <p:pic>
                <p:nvPicPr>
                  <p:cNvPr id="349" name="Image 348">
                    <a:extLst>
                      <a:ext uri="{FF2B5EF4-FFF2-40B4-BE49-F238E27FC236}">
                        <a16:creationId xmlns:a16="http://schemas.microsoft.com/office/drawing/2014/main" id="{C441BE75-7F25-2298-6858-26E9A1911BF7}"/>
                      </a:ext>
                    </a:extLst>
                  </p:cNvPr>
                  <p:cNvPicPr>
                    <a:picLocks noChangeAspect="1"/>
                  </p:cNvPicPr>
                  <p:nvPr/>
                </p:nvPicPr>
                <p:blipFill>
                  <a:blip r:embed="rId8">
                    <a:extLst>
                      <a:ext uri="{BEBA8EAE-BF5A-486C-A8C5-ECC9F3942E4B}">
                        <a14:imgProps xmlns:a14="http://schemas.microsoft.com/office/drawing/2010/main">
                          <a14:imgLayer r:embed="rId9">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372" name="Groupe 371">
                <a:extLst>
                  <a:ext uri="{FF2B5EF4-FFF2-40B4-BE49-F238E27FC236}">
                    <a16:creationId xmlns:a16="http://schemas.microsoft.com/office/drawing/2014/main" id="{8008B07B-D7C2-9E5C-FE3B-5372F0B18292}"/>
                  </a:ext>
                </a:extLst>
              </p:cNvPr>
              <p:cNvGrpSpPr>
                <a:grpSpLocks/>
              </p:cNvGrpSpPr>
              <p:nvPr/>
            </p:nvGrpSpPr>
            <p:grpSpPr>
              <a:xfrm>
                <a:off x="6568327" y="5222609"/>
                <a:ext cx="1368555" cy="606164"/>
                <a:chOff x="7969632" y="5569385"/>
                <a:chExt cx="1368555" cy="606164"/>
              </a:xfrm>
            </p:grpSpPr>
            <p:grpSp>
              <p:nvGrpSpPr>
                <p:cNvPr id="363" name="Groupe 362">
                  <a:extLst>
                    <a:ext uri="{FF2B5EF4-FFF2-40B4-BE49-F238E27FC236}">
                      <a16:creationId xmlns:a16="http://schemas.microsoft.com/office/drawing/2014/main" id="{5396FC90-B942-BB2E-BF13-15E4FD1768C8}"/>
                    </a:ext>
                  </a:extLst>
                </p:cNvPr>
                <p:cNvGrpSpPr>
                  <a:grpSpLocks/>
                </p:cNvGrpSpPr>
                <p:nvPr/>
              </p:nvGrpSpPr>
              <p:grpSpPr>
                <a:xfrm>
                  <a:off x="7969632" y="5569385"/>
                  <a:ext cx="1335377" cy="606163"/>
                  <a:chOff x="6382612" y="6334244"/>
                  <a:chExt cx="1335377" cy="606163"/>
                </a:xfrm>
              </p:grpSpPr>
              <p:grpSp>
                <p:nvGrpSpPr>
                  <p:cNvPr id="357" name="Groupe 356">
                    <a:extLst>
                      <a:ext uri="{FF2B5EF4-FFF2-40B4-BE49-F238E27FC236}">
                        <a16:creationId xmlns:a16="http://schemas.microsoft.com/office/drawing/2014/main" id="{CA3323B1-805F-3E27-BF8D-A0BD359653C2}"/>
                      </a:ext>
                    </a:extLst>
                  </p:cNvPr>
                  <p:cNvGrpSpPr>
                    <a:grpSpLocks/>
                  </p:cNvGrpSpPr>
                  <p:nvPr/>
                </p:nvGrpSpPr>
                <p:grpSpPr>
                  <a:xfrm>
                    <a:off x="6382612" y="6334244"/>
                    <a:ext cx="1335377" cy="606163"/>
                    <a:chOff x="4612846" y="3016036"/>
                    <a:chExt cx="1335377" cy="606163"/>
                  </a:xfrm>
                </p:grpSpPr>
                <p:sp>
                  <p:nvSpPr>
                    <p:cNvPr id="358" name="Rectangle: Rounded Corners 292">
                      <a:extLst>
                        <a:ext uri="{FF2B5EF4-FFF2-40B4-BE49-F238E27FC236}">
                          <a16:creationId xmlns:a16="http://schemas.microsoft.com/office/drawing/2014/main" id="{C7E4D35A-7B27-A857-241F-388F1C78CAAC}"/>
                        </a:ext>
                      </a:extLst>
                    </p:cNvPr>
                    <p:cNvSpPr>
                      <a:spLocks/>
                    </p:cNvSpPr>
                    <p:nvPr/>
                  </p:nvSpPr>
                  <p:spPr>
                    <a:xfrm>
                      <a:off x="4612846" y="3016036"/>
                      <a:ext cx="1335377" cy="606163"/>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361" name="TextBox 132">
                      <a:extLst>
                        <a:ext uri="{FF2B5EF4-FFF2-40B4-BE49-F238E27FC236}">
                          <a16:creationId xmlns:a16="http://schemas.microsoft.com/office/drawing/2014/main" id="{7A778561-DADF-90D9-EDBE-07C1729DBCC6}"/>
                        </a:ext>
                      </a:extLst>
                    </p:cNvPr>
                    <p:cNvSpPr txBox="1">
                      <a:spLocks/>
                    </p:cNvSpPr>
                    <p:nvPr/>
                  </p:nvSpPr>
                  <p:spPr>
                    <a:xfrm>
                      <a:off x="4741264" y="3037886"/>
                      <a:ext cx="1045295" cy="200055"/>
                    </a:xfrm>
                    <a:prstGeom prst="rect">
                      <a:avLst/>
                    </a:prstGeom>
                    <a:noFill/>
                  </p:spPr>
                  <p:txBody>
                    <a:bodyPr wrap="square" rtlCol="0">
                      <a:spAutoFit/>
                    </a:bodyPr>
                    <a:lstStyle/>
                    <a:p>
                      <a:r>
                        <a:rPr lang="fr-CA" sz="700" dirty="0" err="1"/>
                        <a:t>result_scenario_rejets</a:t>
                      </a:r>
                      <a:endParaRPr lang="fr-CA" sz="700" dirty="0"/>
                    </a:p>
                  </p:txBody>
                </p:sp>
              </p:grpSp>
              <p:pic>
                <p:nvPicPr>
                  <p:cNvPr id="362" name="Graphique 361" descr="Presse-papiers vérifié avec un remplissage uni">
                    <a:extLst>
                      <a:ext uri="{FF2B5EF4-FFF2-40B4-BE49-F238E27FC236}">
                        <a16:creationId xmlns:a16="http://schemas.microsoft.com/office/drawing/2014/main" id="{0D5D0C44-4D87-3DA4-DC5C-381AABBF79E5}"/>
                      </a:ext>
                    </a:extLst>
                  </p:cNvPr>
                  <p:cNvPicPr>
                    <a:picLocks noChangeAspect="1"/>
                  </p:cNvPicPr>
                  <p:nvPr/>
                </p:nvPicPr>
                <p:blipFill>
                  <a:blip r:embed="rId15">
                    <a:extLst>
                      <a:ext uri="{96DAC541-7B7A-43D3-8B79-37D633B846F1}">
                        <asvg:svgBlip xmlns:asvg="http://schemas.microsoft.com/office/drawing/2016/SVG/main" r:embed="rId16"/>
                      </a:ext>
                    </a:extLst>
                  </a:blip>
                  <a:stretch>
                    <a:fillRect/>
                  </a:stretch>
                </p:blipFill>
                <p:spPr>
                  <a:xfrm>
                    <a:off x="6382613" y="6356880"/>
                    <a:ext cx="239100" cy="239100"/>
                  </a:xfrm>
                  <a:prstGeom prst="rect">
                    <a:avLst/>
                  </a:prstGeom>
                </p:spPr>
              </p:pic>
            </p:grpSp>
            <p:cxnSp>
              <p:nvCxnSpPr>
                <p:cNvPr id="364" name="Straight Arrow Connector 268">
                  <a:extLst>
                    <a:ext uri="{FF2B5EF4-FFF2-40B4-BE49-F238E27FC236}">
                      <a16:creationId xmlns:a16="http://schemas.microsoft.com/office/drawing/2014/main" id="{7A7BE721-3BAB-D2EF-AFD0-B64684C95C87}"/>
                    </a:ext>
                  </a:extLst>
                </p:cNvPr>
                <p:cNvCxnSpPr>
                  <a:cxnSpLocks/>
                </p:cNvCxnSpPr>
                <p:nvPr/>
              </p:nvCxnSpPr>
              <p:spPr>
                <a:xfrm rot="16200000" flipH="1">
                  <a:off x="8081166" y="5798981"/>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pic>
              <p:nvPicPr>
                <p:cNvPr id="365" name="Graphique 364" descr="Tableau avec un remplissage uni">
                  <a:extLst>
                    <a:ext uri="{FF2B5EF4-FFF2-40B4-BE49-F238E27FC236}">
                      <a16:creationId xmlns:a16="http://schemas.microsoft.com/office/drawing/2014/main" id="{41C7770E-AA41-5C13-C80E-86E2FB0D935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49142" y="5895281"/>
                  <a:ext cx="280268" cy="280268"/>
                </a:xfrm>
                <a:prstGeom prst="rect">
                  <a:avLst/>
                </a:prstGeom>
              </p:spPr>
            </p:pic>
            <p:sp>
              <p:nvSpPr>
                <p:cNvPr id="369" name="TextBox 132">
                  <a:extLst>
                    <a:ext uri="{FF2B5EF4-FFF2-40B4-BE49-F238E27FC236}">
                      <a16:creationId xmlns:a16="http://schemas.microsoft.com/office/drawing/2014/main" id="{36100085-3D35-811A-3EFD-AC71AB1F7496}"/>
                    </a:ext>
                  </a:extLst>
                </p:cNvPr>
                <p:cNvSpPr txBox="1">
                  <a:spLocks/>
                </p:cNvSpPr>
                <p:nvPr/>
              </p:nvSpPr>
              <p:spPr>
                <a:xfrm>
                  <a:off x="8371892" y="5753536"/>
                  <a:ext cx="933117" cy="184666"/>
                </a:xfrm>
                <a:prstGeom prst="rect">
                  <a:avLst/>
                </a:prstGeom>
                <a:noFill/>
              </p:spPr>
              <p:txBody>
                <a:bodyPr wrap="square" rtlCol="0">
                  <a:spAutoFit/>
                </a:bodyPr>
                <a:lstStyle/>
                <a:p>
                  <a:r>
                    <a:rPr lang="fr-CA" sz="600" dirty="0"/>
                    <a:t>"Scénarios avec Rejet"</a:t>
                  </a:r>
                </a:p>
              </p:txBody>
            </p:sp>
            <p:sp>
              <p:nvSpPr>
                <p:cNvPr id="370" name="TextBox 132">
                  <a:extLst>
                    <a:ext uri="{FF2B5EF4-FFF2-40B4-BE49-F238E27FC236}">
                      <a16:creationId xmlns:a16="http://schemas.microsoft.com/office/drawing/2014/main" id="{CBEA478D-FA10-7B1C-FD1D-C1C78B6E1F61}"/>
                    </a:ext>
                  </a:extLst>
                </p:cNvPr>
                <p:cNvSpPr txBox="1">
                  <a:spLocks/>
                </p:cNvSpPr>
                <p:nvPr/>
              </p:nvSpPr>
              <p:spPr>
                <a:xfrm>
                  <a:off x="8432797" y="5968082"/>
                  <a:ext cx="905390" cy="184666"/>
                </a:xfrm>
                <a:prstGeom prst="rect">
                  <a:avLst/>
                </a:prstGeom>
                <a:noFill/>
              </p:spPr>
              <p:txBody>
                <a:bodyPr wrap="square" rtlCol="0">
                  <a:spAutoFit/>
                </a:bodyPr>
                <a:lstStyle/>
                <a:p>
                  <a:r>
                    <a:rPr lang="fr-CA" sz="600" dirty="0" err="1"/>
                    <a:t>table_scenario_rejets</a:t>
                  </a:r>
                  <a:endParaRPr lang="fr-CA" sz="600" dirty="0"/>
                </a:p>
              </p:txBody>
            </p:sp>
            <p:cxnSp>
              <p:nvCxnSpPr>
                <p:cNvPr id="371" name="Straight Arrow Connector 268">
                  <a:extLst>
                    <a:ext uri="{FF2B5EF4-FFF2-40B4-BE49-F238E27FC236}">
                      <a16:creationId xmlns:a16="http://schemas.microsoft.com/office/drawing/2014/main" id="{4043EC3E-E949-270F-3597-5981A705ABE7}"/>
                    </a:ext>
                  </a:extLst>
                </p:cNvPr>
                <p:cNvCxnSpPr>
                  <a:cxnSpLocks/>
                </p:cNvCxnSpPr>
                <p:nvPr/>
              </p:nvCxnSpPr>
              <p:spPr>
                <a:xfrm rot="16200000" flipH="1">
                  <a:off x="8076154" y="5942383"/>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grpSp>
        <p:pic>
          <p:nvPicPr>
            <p:cNvPr id="84" name="Image 83">
              <a:extLst>
                <a:ext uri="{FF2B5EF4-FFF2-40B4-BE49-F238E27FC236}">
                  <a16:creationId xmlns:a16="http://schemas.microsoft.com/office/drawing/2014/main" id="{DE2E3C1C-D7B7-60E7-B1F4-FE8EB6D71548}"/>
                </a:ext>
              </a:extLst>
            </p:cNvPr>
            <p:cNvPicPr>
              <a:picLocks noChangeAspect="1"/>
            </p:cNvPicPr>
            <p:nvPr/>
          </p:nvPicPr>
          <p:blipFill>
            <a:blip r:embed="rId18"/>
            <a:srcRect l="14365" r="13627" b="16036"/>
            <a:stretch/>
          </p:blipFill>
          <p:spPr>
            <a:xfrm>
              <a:off x="3888773" y="5887219"/>
              <a:ext cx="136988" cy="172020"/>
            </a:xfrm>
            <a:prstGeom prst="rect">
              <a:avLst/>
            </a:prstGeom>
          </p:spPr>
        </p:pic>
      </p:grpSp>
    </p:spTree>
    <p:extLst>
      <p:ext uri="{BB962C8B-B14F-4D97-AF65-F5344CB8AC3E}">
        <p14:creationId xmlns:p14="http://schemas.microsoft.com/office/powerpoint/2010/main" val="354960662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Building a minimum viable product (MVP).">
            <a:extLst>
              <a:ext uri="{FF2B5EF4-FFF2-40B4-BE49-F238E27FC236}">
                <a16:creationId xmlns:a16="http://schemas.microsoft.com/office/drawing/2014/main" id="{6D54EB6B-6A45-1DCB-5295-B7F9F9A2E24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000" y="571500"/>
            <a:ext cx="7620000" cy="571500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323139989"/>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 name="Picture 2" descr="Building a minimum viable product (MVP).">
            <a:extLst>
              <a:ext uri="{FF2B5EF4-FFF2-40B4-BE49-F238E27FC236}">
                <a16:creationId xmlns:a16="http://schemas.microsoft.com/office/drawing/2014/main" id="{633AEA0F-F2D0-A5F9-B503-9305A8C165A1}"/>
              </a:ext>
            </a:extLst>
          </p:cNvPr>
          <p:cNvPicPr>
            <a:picLocks noChangeAspect="1" noChangeArrowheads="1"/>
          </p:cNvPicPr>
          <p:nvPr/>
        </p:nvPicPr>
        <p:blipFill rotWithShape="1">
          <a:blip r:embed="rId2">
            <a:extLst>
              <a:ext uri="{28A0092B-C50C-407E-A947-70E740481C1C}">
                <a14:useLocalDpi xmlns:a14="http://schemas.microsoft.com/office/drawing/2010/main" val="0"/>
              </a:ext>
            </a:extLst>
          </a:blip>
          <a:srcRect t="53567"/>
          <a:stretch/>
        </p:blipFill>
        <p:spPr bwMode="auto">
          <a:xfrm>
            <a:off x="2286000" y="3632886"/>
            <a:ext cx="7620000" cy="2653614"/>
          </a:xfrm>
          <a:prstGeom prst="rect">
            <a:avLst/>
          </a:prstGeom>
          <a:noFill/>
          <a:extLst>
            <a:ext uri="{909E8E84-426E-40DD-AFC4-6F175D3DCCD1}">
              <a14:hiddenFill xmlns:a14="http://schemas.microsoft.com/office/drawing/2010/main">
                <a:solidFill>
                  <a:srgbClr val="FFFFFF"/>
                </a:solidFill>
              </a14:hiddenFill>
            </a:ext>
          </a:extLst>
        </p:spPr>
      </p:pic>
      <p:grpSp>
        <p:nvGrpSpPr>
          <p:cNvPr id="74" name="Groupe 73">
            <a:extLst>
              <a:ext uri="{FF2B5EF4-FFF2-40B4-BE49-F238E27FC236}">
                <a16:creationId xmlns:a16="http://schemas.microsoft.com/office/drawing/2014/main" id="{A9A3AFE1-260F-CCBE-F384-0D7B70649FEA}"/>
              </a:ext>
            </a:extLst>
          </p:cNvPr>
          <p:cNvGrpSpPr/>
          <p:nvPr/>
        </p:nvGrpSpPr>
        <p:grpSpPr>
          <a:xfrm>
            <a:off x="416708" y="1996033"/>
            <a:ext cx="3332205" cy="797261"/>
            <a:chOff x="0" y="1878227"/>
            <a:chExt cx="4308340" cy="1062681"/>
          </a:xfrm>
        </p:grpSpPr>
        <p:pic>
          <p:nvPicPr>
            <p:cNvPr id="75" name="Image 74">
              <a:extLst>
                <a:ext uri="{FF2B5EF4-FFF2-40B4-BE49-F238E27FC236}">
                  <a16:creationId xmlns:a16="http://schemas.microsoft.com/office/drawing/2014/main" id="{4342DF8A-449A-E393-F67E-756E9120E32C}"/>
                </a:ext>
              </a:extLst>
            </p:cNvPr>
            <p:cNvPicPr>
              <a:picLocks noChangeAspect="1"/>
            </p:cNvPicPr>
            <p:nvPr/>
          </p:nvPicPr>
          <p:blipFill>
            <a:blip r:embed="rId3"/>
            <a:stretch>
              <a:fillRect/>
            </a:stretch>
          </p:blipFill>
          <p:spPr>
            <a:xfrm>
              <a:off x="0" y="2167229"/>
              <a:ext cx="1167485" cy="484674"/>
            </a:xfrm>
            <a:prstGeom prst="rect">
              <a:avLst/>
            </a:prstGeom>
          </p:spPr>
        </p:pic>
        <p:pic>
          <p:nvPicPr>
            <p:cNvPr id="76" name="Image 75">
              <a:extLst>
                <a:ext uri="{FF2B5EF4-FFF2-40B4-BE49-F238E27FC236}">
                  <a16:creationId xmlns:a16="http://schemas.microsoft.com/office/drawing/2014/main" id="{DFC2F9BA-1853-0304-B708-39C919AF0874}"/>
                </a:ext>
              </a:extLst>
            </p:cNvPr>
            <p:cNvPicPr>
              <a:picLocks noChangeAspect="1"/>
            </p:cNvPicPr>
            <p:nvPr/>
          </p:nvPicPr>
          <p:blipFill>
            <a:blip r:embed="rId4"/>
            <a:stretch>
              <a:fillRect/>
            </a:stretch>
          </p:blipFill>
          <p:spPr>
            <a:xfrm>
              <a:off x="3055264" y="2200171"/>
              <a:ext cx="1253076" cy="418791"/>
            </a:xfrm>
            <a:prstGeom prst="rect">
              <a:avLst/>
            </a:prstGeom>
          </p:spPr>
        </p:pic>
        <p:pic>
          <p:nvPicPr>
            <p:cNvPr id="77" name="Image 76">
              <a:extLst>
                <a:ext uri="{FF2B5EF4-FFF2-40B4-BE49-F238E27FC236}">
                  <a16:creationId xmlns:a16="http://schemas.microsoft.com/office/drawing/2014/main" id="{0378A7A9-0394-31FD-6AF9-A07717BD58BF}"/>
                </a:ext>
              </a:extLst>
            </p:cNvPr>
            <p:cNvPicPr>
              <a:picLocks noChangeAspect="1"/>
            </p:cNvPicPr>
            <p:nvPr/>
          </p:nvPicPr>
          <p:blipFill>
            <a:blip r:embed="rId5"/>
            <a:stretch>
              <a:fillRect/>
            </a:stretch>
          </p:blipFill>
          <p:spPr>
            <a:xfrm>
              <a:off x="1412400" y="1878227"/>
              <a:ext cx="1416908" cy="1062681"/>
            </a:xfrm>
            <a:prstGeom prst="rect">
              <a:avLst/>
            </a:prstGeom>
          </p:spPr>
        </p:pic>
        <p:pic>
          <p:nvPicPr>
            <p:cNvPr id="78" name="Image 77">
              <a:extLst>
                <a:ext uri="{FF2B5EF4-FFF2-40B4-BE49-F238E27FC236}">
                  <a16:creationId xmlns:a16="http://schemas.microsoft.com/office/drawing/2014/main" id="{9C86DDCD-AC1C-75AE-97B7-6F1D20AE3B78}"/>
                </a:ext>
              </a:extLst>
            </p:cNvPr>
            <p:cNvPicPr>
              <a:picLocks noChangeAspect="1"/>
            </p:cNvPicPr>
            <p:nvPr/>
          </p:nvPicPr>
          <p:blipFill>
            <a:blip r:embed="rId6"/>
            <a:stretch>
              <a:fillRect/>
            </a:stretch>
          </p:blipFill>
          <p:spPr>
            <a:xfrm>
              <a:off x="2421895" y="2296047"/>
              <a:ext cx="633369" cy="244458"/>
            </a:xfrm>
            <a:prstGeom prst="rect">
              <a:avLst/>
            </a:prstGeom>
          </p:spPr>
        </p:pic>
        <p:pic>
          <p:nvPicPr>
            <p:cNvPr id="79" name="Image 78">
              <a:extLst>
                <a:ext uri="{FF2B5EF4-FFF2-40B4-BE49-F238E27FC236}">
                  <a16:creationId xmlns:a16="http://schemas.microsoft.com/office/drawing/2014/main" id="{6F6BF9E3-3560-69BC-F654-3C7A5C2F36F9}"/>
                </a:ext>
              </a:extLst>
            </p:cNvPr>
            <p:cNvPicPr>
              <a:picLocks noChangeAspect="1"/>
            </p:cNvPicPr>
            <p:nvPr/>
          </p:nvPicPr>
          <p:blipFill>
            <a:blip r:embed="rId6"/>
            <a:stretch>
              <a:fillRect/>
            </a:stretch>
          </p:blipFill>
          <p:spPr>
            <a:xfrm>
              <a:off x="1117590" y="2287337"/>
              <a:ext cx="633369" cy="244458"/>
            </a:xfrm>
            <a:prstGeom prst="rect">
              <a:avLst/>
            </a:prstGeom>
          </p:spPr>
        </p:pic>
      </p:grpSp>
      <p:sp>
        <p:nvSpPr>
          <p:cNvPr id="66" name="Rectangle : coins arrondis 65">
            <a:extLst>
              <a:ext uri="{FF2B5EF4-FFF2-40B4-BE49-F238E27FC236}">
                <a16:creationId xmlns:a16="http://schemas.microsoft.com/office/drawing/2014/main" id="{FB56C5C7-A9A1-5EC0-698F-D84B329ABBD3}"/>
              </a:ext>
            </a:extLst>
          </p:cNvPr>
          <p:cNvSpPr/>
          <p:nvPr/>
        </p:nvSpPr>
        <p:spPr>
          <a:xfrm>
            <a:off x="1262758" y="2560753"/>
            <a:ext cx="171619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dirty="0">
                <a:solidFill>
                  <a:schemeClr val="tx1"/>
                </a:solidFill>
              </a:rPr>
              <a:t>Lac Marcel</a:t>
            </a:r>
          </a:p>
        </p:txBody>
      </p:sp>
      <p:grpSp>
        <p:nvGrpSpPr>
          <p:cNvPr id="80" name="Groupe 79">
            <a:extLst>
              <a:ext uri="{FF2B5EF4-FFF2-40B4-BE49-F238E27FC236}">
                <a16:creationId xmlns:a16="http://schemas.microsoft.com/office/drawing/2014/main" id="{486D55B9-ABB9-EB51-9481-87DF3C3B9E90}"/>
              </a:ext>
            </a:extLst>
          </p:cNvPr>
          <p:cNvGrpSpPr/>
          <p:nvPr/>
        </p:nvGrpSpPr>
        <p:grpSpPr>
          <a:xfrm>
            <a:off x="4429897" y="1977235"/>
            <a:ext cx="3332205" cy="797261"/>
            <a:chOff x="0" y="1878227"/>
            <a:chExt cx="4308340" cy="1062681"/>
          </a:xfrm>
        </p:grpSpPr>
        <p:pic>
          <p:nvPicPr>
            <p:cNvPr id="81" name="Image 80">
              <a:extLst>
                <a:ext uri="{FF2B5EF4-FFF2-40B4-BE49-F238E27FC236}">
                  <a16:creationId xmlns:a16="http://schemas.microsoft.com/office/drawing/2014/main" id="{436B42CF-B86F-1775-9638-3C8F9849AAD2}"/>
                </a:ext>
              </a:extLst>
            </p:cNvPr>
            <p:cNvPicPr>
              <a:picLocks noChangeAspect="1"/>
            </p:cNvPicPr>
            <p:nvPr/>
          </p:nvPicPr>
          <p:blipFill>
            <a:blip r:embed="rId3"/>
            <a:stretch>
              <a:fillRect/>
            </a:stretch>
          </p:blipFill>
          <p:spPr>
            <a:xfrm>
              <a:off x="0" y="2167229"/>
              <a:ext cx="1167485" cy="484674"/>
            </a:xfrm>
            <a:prstGeom prst="rect">
              <a:avLst/>
            </a:prstGeom>
          </p:spPr>
        </p:pic>
        <p:pic>
          <p:nvPicPr>
            <p:cNvPr id="82" name="Image 81">
              <a:extLst>
                <a:ext uri="{FF2B5EF4-FFF2-40B4-BE49-F238E27FC236}">
                  <a16:creationId xmlns:a16="http://schemas.microsoft.com/office/drawing/2014/main" id="{B7C79B78-9276-FD70-73EC-0DB80E53CA7C}"/>
                </a:ext>
              </a:extLst>
            </p:cNvPr>
            <p:cNvPicPr>
              <a:picLocks noChangeAspect="1"/>
            </p:cNvPicPr>
            <p:nvPr/>
          </p:nvPicPr>
          <p:blipFill>
            <a:blip r:embed="rId4"/>
            <a:stretch>
              <a:fillRect/>
            </a:stretch>
          </p:blipFill>
          <p:spPr>
            <a:xfrm>
              <a:off x="3055264" y="2200171"/>
              <a:ext cx="1253076" cy="418791"/>
            </a:xfrm>
            <a:prstGeom prst="rect">
              <a:avLst/>
            </a:prstGeom>
          </p:spPr>
        </p:pic>
        <p:pic>
          <p:nvPicPr>
            <p:cNvPr id="83" name="Image 82">
              <a:extLst>
                <a:ext uri="{FF2B5EF4-FFF2-40B4-BE49-F238E27FC236}">
                  <a16:creationId xmlns:a16="http://schemas.microsoft.com/office/drawing/2014/main" id="{11FCA7A6-C23C-E9B7-52D9-B42E51C29EEA}"/>
                </a:ext>
              </a:extLst>
            </p:cNvPr>
            <p:cNvPicPr>
              <a:picLocks noChangeAspect="1"/>
            </p:cNvPicPr>
            <p:nvPr/>
          </p:nvPicPr>
          <p:blipFill>
            <a:blip r:embed="rId5"/>
            <a:stretch>
              <a:fillRect/>
            </a:stretch>
          </p:blipFill>
          <p:spPr>
            <a:xfrm>
              <a:off x="1412400" y="1878227"/>
              <a:ext cx="1416908" cy="1062681"/>
            </a:xfrm>
            <a:prstGeom prst="rect">
              <a:avLst/>
            </a:prstGeom>
          </p:spPr>
        </p:pic>
        <p:pic>
          <p:nvPicPr>
            <p:cNvPr id="84" name="Image 83">
              <a:extLst>
                <a:ext uri="{FF2B5EF4-FFF2-40B4-BE49-F238E27FC236}">
                  <a16:creationId xmlns:a16="http://schemas.microsoft.com/office/drawing/2014/main" id="{6A8A7702-DC2A-BB6C-8511-0A6BF8B0C3BD}"/>
                </a:ext>
              </a:extLst>
            </p:cNvPr>
            <p:cNvPicPr>
              <a:picLocks noChangeAspect="1"/>
            </p:cNvPicPr>
            <p:nvPr/>
          </p:nvPicPr>
          <p:blipFill>
            <a:blip r:embed="rId6"/>
            <a:stretch>
              <a:fillRect/>
            </a:stretch>
          </p:blipFill>
          <p:spPr>
            <a:xfrm>
              <a:off x="2421895" y="2296047"/>
              <a:ext cx="633369" cy="244458"/>
            </a:xfrm>
            <a:prstGeom prst="rect">
              <a:avLst/>
            </a:prstGeom>
          </p:spPr>
        </p:pic>
        <p:pic>
          <p:nvPicPr>
            <p:cNvPr id="85" name="Image 84">
              <a:extLst>
                <a:ext uri="{FF2B5EF4-FFF2-40B4-BE49-F238E27FC236}">
                  <a16:creationId xmlns:a16="http://schemas.microsoft.com/office/drawing/2014/main" id="{9D47E396-AE4C-1834-76CE-0FC741230D0C}"/>
                </a:ext>
              </a:extLst>
            </p:cNvPr>
            <p:cNvPicPr>
              <a:picLocks noChangeAspect="1"/>
            </p:cNvPicPr>
            <p:nvPr/>
          </p:nvPicPr>
          <p:blipFill>
            <a:blip r:embed="rId6"/>
            <a:stretch>
              <a:fillRect/>
            </a:stretch>
          </p:blipFill>
          <p:spPr>
            <a:xfrm>
              <a:off x="1117590" y="2287337"/>
              <a:ext cx="633369" cy="244458"/>
            </a:xfrm>
            <a:prstGeom prst="rect">
              <a:avLst/>
            </a:prstGeom>
          </p:spPr>
        </p:pic>
      </p:grpSp>
      <p:sp>
        <p:nvSpPr>
          <p:cNvPr id="86" name="Rectangle : coins arrondis 85">
            <a:extLst>
              <a:ext uri="{FF2B5EF4-FFF2-40B4-BE49-F238E27FC236}">
                <a16:creationId xmlns:a16="http://schemas.microsoft.com/office/drawing/2014/main" id="{88827463-5725-5FC8-5945-3C37FCF50C65}"/>
              </a:ext>
            </a:extLst>
          </p:cNvPr>
          <p:cNvSpPr/>
          <p:nvPr/>
        </p:nvSpPr>
        <p:spPr>
          <a:xfrm>
            <a:off x="5275947" y="2541955"/>
            <a:ext cx="171619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dirty="0">
                <a:solidFill>
                  <a:schemeClr val="tx1"/>
                </a:solidFill>
              </a:rPr>
              <a:t>Lac des Bouleaux</a:t>
            </a:r>
          </a:p>
        </p:txBody>
      </p:sp>
      <p:grpSp>
        <p:nvGrpSpPr>
          <p:cNvPr id="87" name="Groupe 86">
            <a:extLst>
              <a:ext uri="{FF2B5EF4-FFF2-40B4-BE49-F238E27FC236}">
                <a16:creationId xmlns:a16="http://schemas.microsoft.com/office/drawing/2014/main" id="{3B1E7F55-0186-41E4-8D28-50EAAE3C5661}"/>
              </a:ext>
            </a:extLst>
          </p:cNvPr>
          <p:cNvGrpSpPr/>
          <p:nvPr/>
        </p:nvGrpSpPr>
        <p:grpSpPr>
          <a:xfrm>
            <a:off x="8331622" y="1929627"/>
            <a:ext cx="3332205" cy="797261"/>
            <a:chOff x="0" y="1878227"/>
            <a:chExt cx="4308340" cy="1062681"/>
          </a:xfrm>
        </p:grpSpPr>
        <p:pic>
          <p:nvPicPr>
            <p:cNvPr id="88" name="Image 87">
              <a:extLst>
                <a:ext uri="{FF2B5EF4-FFF2-40B4-BE49-F238E27FC236}">
                  <a16:creationId xmlns:a16="http://schemas.microsoft.com/office/drawing/2014/main" id="{4ADC9061-993D-3362-94A3-5083F0C633E9}"/>
                </a:ext>
              </a:extLst>
            </p:cNvPr>
            <p:cNvPicPr>
              <a:picLocks noChangeAspect="1"/>
            </p:cNvPicPr>
            <p:nvPr/>
          </p:nvPicPr>
          <p:blipFill>
            <a:blip r:embed="rId3"/>
            <a:stretch>
              <a:fillRect/>
            </a:stretch>
          </p:blipFill>
          <p:spPr>
            <a:xfrm>
              <a:off x="0" y="2167229"/>
              <a:ext cx="1167485" cy="484674"/>
            </a:xfrm>
            <a:prstGeom prst="rect">
              <a:avLst/>
            </a:prstGeom>
          </p:spPr>
        </p:pic>
        <p:pic>
          <p:nvPicPr>
            <p:cNvPr id="89" name="Image 88">
              <a:extLst>
                <a:ext uri="{FF2B5EF4-FFF2-40B4-BE49-F238E27FC236}">
                  <a16:creationId xmlns:a16="http://schemas.microsoft.com/office/drawing/2014/main" id="{68AAC2E9-BD38-274C-A075-7D5E9D388276}"/>
                </a:ext>
              </a:extLst>
            </p:cNvPr>
            <p:cNvPicPr>
              <a:picLocks noChangeAspect="1"/>
            </p:cNvPicPr>
            <p:nvPr/>
          </p:nvPicPr>
          <p:blipFill>
            <a:blip r:embed="rId4"/>
            <a:stretch>
              <a:fillRect/>
            </a:stretch>
          </p:blipFill>
          <p:spPr>
            <a:xfrm>
              <a:off x="3055264" y="2200171"/>
              <a:ext cx="1253076" cy="418791"/>
            </a:xfrm>
            <a:prstGeom prst="rect">
              <a:avLst/>
            </a:prstGeom>
          </p:spPr>
        </p:pic>
        <p:pic>
          <p:nvPicPr>
            <p:cNvPr id="90" name="Image 89">
              <a:extLst>
                <a:ext uri="{FF2B5EF4-FFF2-40B4-BE49-F238E27FC236}">
                  <a16:creationId xmlns:a16="http://schemas.microsoft.com/office/drawing/2014/main" id="{B876998B-D515-DAB3-A364-E1AFC96616BC}"/>
                </a:ext>
              </a:extLst>
            </p:cNvPr>
            <p:cNvPicPr>
              <a:picLocks noChangeAspect="1"/>
            </p:cNvPicPr>
            <p:nvPr/>
          </p:nvPicPr>
          <p:blipFill>
            <a:blip r:embed="rId5"/>
            <a:stretch>
              <a:fillRect/>
            </a:stretch>
          </p:blipFill>
          <p:spPr>
            <a:xfrm>
              <a:off x="1412400" y="1878227"/>
              <a:ext cx="1416908" cy="1062681"/>
            </a:xfrm>
            <a:prstGeom prst="rect">
              <a:avLst/>
            </a:prstGeom>
          </p:spPr>
        </p:pic>
        <p:pic>
          <p:nvPicPr>
            <p:cNvPr id="91" name="Image 90">
              <a:extLst>
                <a:ext uri="{FF2B5EF4-FFF2-40B4-BE49-F238E27FC236}">
                  <a16:creationId xmlns:a16="http://schemas.microsoft.com/office/drawing/2014/main" id="{44A65777-F5EE-FF32-0D9C-B6D52EBB9A2B}"/>
                </a:ext>
              </a:extLst>
            </p:cNvPr>
            <p:cNvPicPr>
              <a:picLocks noChangeAspect="1"/>
            </p:cNvPicPr>
            <p:nvPr/>
          </p:nvPicPr>
          <p:blipFill>
            <a:blip r:embed="rId6"/>
            <a:stretch>
              <a:fillRect/>
            </a:stretch>
          </p:blipFill>
          <p:spPr>
            <a:xfrm>
              <a:off x="2421895" y="2296047"/>
              <a:ext cx="633369" cy="244458"/>
            </a:xfrm>
            <a:prstGeom prst="rect">
              <a:avLst/>
            </a:prstGeom>
          </p:spPr>
        </p:pic>
        <p:pic>
          <p:nvPicPr>
            <p:cNvPr id="92" name="Image 91">
              <a:extLst>
                <a:ext uri="{FF2B5EF4-FFF2-40B4-BE49-F238E27FC236}">
                  <a16:creationId xmlns:a16="http://schemas.microsoft.com/office/drawing/2014/main" id="{88F1CF8D-92DF-C327-C21B-C97506F5B1A1}"/>
                </a:ext>
              </a:extLst>
            </p:cNvPr>
            <p:cNvPicPr>
              <a:picLocks noChangeAspect="1"/>
            </p:cNvPicPr>
            <p:nvPr/>
          </p:nvPicPr>
          <p:blipFill>
            <a:blip r:embed="rId6"/>
            <a:stretch>
              <a:fillRect/>
            </a:stretch>
          </p:blipFill>
          <p:spPr>
            <a:xfrm>
              <a:off x="1117590" y="2287337"/>
              <a:ext cx="633369" cy="244458"/>
            </a:xfrm>
            <a:prstGeom prst="rect">
              <a:avLst/>
            </a:prstGeom>
          </p:spPr>
        </p:pic>
      </p:grpSp>
      <p:sp>
        <p:nvSpPr>
          <p:cNvPr id="93" name="Rectangle : coins arrondis 92">
            <a:extLst>
              <a:ext uri="{FF2B5EF4-FFF2-40B4-BE49-F238E27FC236}">
                <a16:creationId xmlns:a16="http://schemas.microsoft.com/office/drawing/2014/main" id="{07156FD6-9D3C-88A1-0AB3-5A0977650CC9}"/>
              </a:ext>
            </a:extLst>
          </p:cNvPr>
          <p:cNvSpPr/>
          <p:nvPr/>
        </p:nvSpPr>
        <p:spPr>
          <a:xfrm>
            <a:off x="9177672" y="2494347"/>
            <a:ext cx="171619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dirty="0">
                <a:solidFill>
                  <a:schemeClr val="tx1"/>
                </a:solidFill>
              </a:rPr>
              <a:t>Lac des Pins</a:t>
            </a:r>
          </a:p>
        </p:txBody>
      </p:sp>
      <p:cxnSp>
        <p:nvCxnSpPr>
          <p:cNvPr id="98" name="Connecteur : en arc 97">
            <a:extLst>
              <a:ext uri="{FF2B5EF4-FFF2-40B4-BE49-F238E27FC236}">
                <a16:creationId xmlns:a16="http://schemas.microsoft.com/office/drawing/2014/main" id="{5FC5D770-394C-AEB4-99BC-821C0F33109B}"/>
              </a:ext>
            </a:extLst>
          </p:cNvPr>
          <p:cNvCxnSpPr>
            <a:stCxn id="76" idx="2"/>
            <a:endCxn id="81" idx="2"/>
          </p:cNvCxnSpPr>
          <p:nvPr/>
        </p:nvCxnSpPr>
        <p:spPr>
          <a:xfrm rot="16200000" flipH="1">
            <a:off x="4069897" y="1746190"/>
            <a:ext cx="5916" cy="1617053"/>
          </a:xfrm>
          <a:prstGeom prst="curvedConnector3">
            <a:avLst>
              <a:gd name="adj1" fmla="val 3964097"/>
            </a:avLst>
          </a:prstGeom>
          <a:ln>
            <a:solidFill>
              <a:srgbClr val="FFC000"/>
            </a:solidFill>
            <a:tailEnd type="triangle" w="lg" len="lg"/>
          </a:ln>
        </p:spPr>
        <p:style>
          <a:lnRef idx="2">
            <a:schemeClr val="accent1"/>
          </a:lnRef>
          <a:fillRef idx="0">
            <a:schemeClr val="accent1"/>
          </a:fillRef>
          <a:effectRef idx="1">
            <a:schemeClr val="accent1"/>
          </a:effectRef>
          <a:fontRef idx="minor">
            <a:schemeClr val="tx1"/>
          </a:fontRef>
        </p:style>
      </p:cxnSp>
      <p:cxnSp>
        <p:nvCxnSpPr>
          <p:cNvPr id="99" name="Connecteur : en arc 98">
            <a:extLst>
              <a:ext uri="{FF2B5EF4-FFF2-40B4-BE49-F238E27FC236}">
                <a16:creationId xmlns:a16="http://schemas.microsoft.com/office/drawing/2014/main" id="{1B3701FC-D31A-AD64-9F61-FF452FA60EEC}"/>
              </a:ext>
            </a:extLst>
          </p:cNvPr>
          <p:cNvCxnSpPr>
            <a:cxnSpLocks/>
            <a:stCxn id="82" idx="2"/>
            <a:endCxn id="88" idx="2"/>
          </p:cNvCxnSpPr>
          <p:nvPr/>
        </p:nvCxnSpPr>
        <p:spPr>
          <a:xfrm rot="5400000" flipH="1" flipV="1">
            <a:off x="8018865" y="1768719"/>
            <a:ext cx="22894" cy="1505589"/>
          </a:xfrm>
          <a:prstGeom prst="curvedConnector3">
            <a:avLst>
              <a:gd name="adj1" fmla="val -998515"/>
            </a:avLst>
          </a:prstGeom>
          <a:ln>
            <a:solidFill>
              <a:srgbClr val="FFC000"/>
            </a:solidFill>
            <a:tailEnd type="triangle" w="lg" len="lg"/>
          </a:ln>
        </p:spPr>
        <p:style>
          <a:lnRef idx="2">
            <a:schemeClr val="accent1"/>
          </a:lnRef>
          <a:fillRef idx="0">
            <a:schemeClr val="accent1"/>
          </a:fillRef>
          <a:effectRef idx="1">
            <a:schemeClr val="accent1"/>
          </a:effectRef>
          <a:fontRef idx="minor">
            <a:schemeClr val="tx1"/>
          </a:fontRef>
        </p:style>
      </p:cxnSp>
      <p:pic>
        <p:nvPicPr>
          <p:cNvPr id="103" name="Image 102">
            <a:extLst>
              <a:ext uri="{FF2B5EF4-FFF2-40B4-BE49-F238E27FC236}">
                <a16:creationId xmlns:a16="http://schemas.microsoft.com/office/drawing/2014/main" id="{7407F14C-275E-34C3-6163-BC99BD643CBB}"/>
              </a:ext>
            </a:extLst>
          </p:cNvPr>
          <p:cNvPicPr>
            <a:picLocks noChangeAspect="1"/>
          </p:cNvPicPr>
          <p:nvPr/>
        </p:nvPicPr>
        <p:blipFill>
          <a:blip r:embed="rId7"/>
          <a:stretch>
            <a:fillRect/>
          </a:stretch>
        </p:blipFill>
        <p:spPr>
          <a:xfrm>
            <a:off x="3700326" y="2589874"/>
            <a:ext cx="640454" cy="893820"/>
          </a:xfrm>
          <a:prstGeom prst="rect">
            <a:avLst/>
          </a:prstGeom>
        </p:spPr>
      </p:pic>
      <p:pic>
        <p:nvPicPr>
          <p:cNvPr id="104" name="Image 103">
            <a:extLst>
              <a:ext uri="{FF2B5EF4-FFF2-40B4-BE49-F238E27FC236}">
                <a16:creationId xmlns:a16="http://schemas.microsoft.com/office/drawing/2014/main" id="{9D546434-2248-C76B-1182-D03AF6E0B33B}"/>
              </a:ext>
            </a:extLst>
          </p:cNvPr>
          <p:cNvPicPr>
            <a:picLocks noChangeAspect="1"/>
          </p:cNvPicPr>
          <p:nvPr/>
        </p:nvPicPr>
        <p:blipFill>
          <a:blip r:embed="rId7"/>
          <a:stretch>
            <a:fillRect/>
          </a:stretch>
        </p:blipFill>
        <p:spPr>
          <a:xfrm>
            <a:off x="7683603" y="2560753"/>
            <a:ext cx="640454" cy="893820"/>
          </a:xfrm>
          <a:prstGeom prst="rect">
            <a:avLst/>
          </a:prstGeom>
        </p:spPr>
      </p:pic>
      <p:sp>
        <p:nvSpPr>
          <p:cNvPr id="105" name="Rectangle 104">
            <a:extLst>
              <a:ext uri="{FF2B5EF4-FFF2-40B4-BE49-F238E27FC236}">
                <a16:creationId xmlns:a16="http://schemas.microsoft.com/office/drawing/2014/main" id="{D672A199-0F27-7FA9-04F1-56B4367734D9}"/>
              </a:ext>
            </a:extLst>
          </p:cNvPr>
          <p:cNvSpPr/>
          <p:nvPr/>
        </p:nvSpPr>
        <p:spPr>
          <a:xfrm>
            <a:off x="0" y="102662"/>
            <a:ext cx="4315733" cy="923330"/>
          </a:xfrm>
          <a:prstGeom prst="rect">
            <a:avLst/>
          </a:prstGeom>
          <a:noFill/>
        </p:spPr>
        <p:txBody>
          <a:bodyPr wrap="none" lIns="91440" tIns="45720" rIns="91440" bIns="45720">
            <a:spAutoFit/>
          </a:bodyPr>
          <a:lstStyle/>
          <a:p>
            <a:pPr algn="ctr"/>
            <a:r>
              <a:rPr lang="fr-FR" sz="5400" b="0" cap="none" spc="0" dirty="0" err="1">
                <a:ln w="0"/>
                <a:solidFill>
                  <a:schemeClr val="tx1"/>
                </a:solidFill>
                <a:effectLst>
                  <a:outerShdw blurRad="38100" dist="19050" dir="2700000" algn="tl" rotWithShape="0">
                    <a:schemeClr val="dk1">
                      <a:alpha val="40000"/>
                    </a:schemeClr>
                  </a:outerShdw>
                </a:effectLst>
              </a:rPr>
              <a:t>OERacle</a:t>
            </a:r>
            <a:r>
              <a:rPr lang="fr-FR" sz="5400" b="0" cap="none" spc="0" dirty="0">
                <a:ln w="0"/>
                <a:solidFill>
                  <a:schemeClr val="tx1"/>
                </a:solidFill>
                <a:effectLst>
                  <a:outerShdw blurRad="38100" dist="19050" dir="2700000" algn="tl" rotWithShape="0">
                    <a:schemeClr val="dk1">
                      <a:alpha val="40000"/>
                    </a:schemeClr>
                  </a:outerShdw>
                </a:effectLst>
              </a:rPr>
              <a:t> v.1.0</a:t>
            </a:r>
          </a:p>
        </p:txBody>
      </p:sp>
      <p:sp>
        <p:nvSpPr>
          <p:cNvPr id="106" name="Rectangle : coins arrondis 105">
            <a:extLst>
              <a:ext uri="{FF2B5EF4-FFF2-40B4-BE49-F238E27FC236}">
                <a16:creationId xmlns:a16="http://schemas.microsoft.com/office/drawing/2014/main" id="{7B231364-4C6B-1119-04E9-450BF4ED177D}"/>
              </a:ext>
            </a:extLst>
          </p:cNvPr>
          <p:cNvSpPr/>
          <p:nvPr/>
        </p:nvSpPr>
        <p:spPr>
          <a:xfrm>
            <a:off x="6419421" y="549961"/>
            <a:ext cx="3157065"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3200" dirty="0">
                <a:solidFill>
                  <a:schemeClr val="tx1"/>
                </a:solidFill>
              </a:rPr>
              <a:t>Un lac à la fois!</a:t>
            </a:r>
          </a:p>
        </p:txBody>
      </p:sp>
    </p:spTree>
    <p:extLst>
      <p:ext uri="{BB962C8B-B14F-4D97-AF65-F5344CB8AC3E}">
        <p14:creationId xmlns:p14="http://schemas.microsoft.com/office/powerpoint/2010/main" val="3540299349"/>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47B32BD-D1B7-64BC-D916-DD454439C51B}"/>
            </a:ext>
          </a:extLst>
        </p:cNvPr>
        <p:cNvGrpSpPr/>
        <p:nvPr/>
      </p:nvGrpSpPr>
      <p:grpSpPr>
        <a:xfrm>
          <a:off x="0" y="0"/>
          <a:ext cx="0" cy="0"/>
          <a:chOff x="0" y="0"/>
          <a:chExt cx="0" cy="0"/>
        </a:xfrm>
      </p:grpSpPr>
      <p:sp>
        <p:nvSpPr>
          <p:cNvPr id="7" name="Graphique 28" descr="Flèche vers la droite avec un remplissage uni">
            <a:extLst>
              <a:ext uri="{FF2B5EF4-FFF2-40B4-BE49-F238E27FC236}">
                <a16:creationId xmlns:a16="http://schemas.microsoft.com/office/drawing/2014/main" id="{2B854E1C-7B53-43C8-B8A3-4B6AEE93AA99}"/>
              </a:ext>
            </a:extLst>
          </p:cNvPr>
          <p:cNvSpPr/>
          <p:nvPr/>
        </p:nvSpPr>
        <p:spPr>
          <a:xfrm>
            <a:off x="5809554" y="1561963"/>
            <a:ext cx="1737937" cy="670915"/>
          </a:xfrm>
          <a:custGeom>
            <a:avLst/>
            <a:gdLst>
              <a:gd name="connsiteX0" fmla="*/ 59279 w 1737937"/>
              <a:gd name="connsiteY0" fmla="*/ 394975 h 670915"/>
              <a:gd name="connsiteX1" fmla="*/ 1536488 w 1737937"/>
              <a:gd name="connsiteY1" fmla="*/ 394975 h 670915"/>
              <a:gd name="connsiteX2" fmla="*/ 1360726 w 1737937"/>
              <a:gd name="connsiteY2" fmla="*/ 570737 h 670915"/>
              <a:gd name="connsiteX3" fmla="*/ 1360726 w 1737937"/>
              <a:gd name="connsiteY3" fmla="*/ 653728 h 670915"/>
              <a:gd name="connsiteX4" fmla="*/ 1443717 w 1737937"/>
              <a:gd name="connsiteY4" fmla="*/ 653728 h 670915"/>
              <a:gd name="connsiteX5" fmla="*/ 1720154 w 1737937"/>
              <a:gd name="connsiteY5" fmla="*/ 377211 h 670915"/>
              <a:gd name="connsiteX6" fmla="*/ 1722130 w 1737937"/>
              <a:gd name="connsiteY6" fmla="*/ 296197 h 670915"/>
              <a:gd name="connsiteX7" fmla="*/ 1720154 w 1737937"/>
              <a:gd name="connsiteY7" fmla="*/ 294221 h 670915"/>
              <a:gd name="connsiteX8" fmla="*/ 1443657 w 1737937"/>
              <a:gd name="connsiteY8" fmla="*/ 17784 h 670915"/>
              <a:gd name="connsiteX9" fmla="*/ 1362643 w 1737937"/>
              <a:gd name="connsiteY9" fmla="*/ 15808 h 670915"/>
              <a:gd name="connsiteX10" fmla="*/ 1360667 w 1737937"/>
              <a:gd name="connsiteY10" fmla="*/ 17784 h 670915"/>
              <a:gd name="connsiteX11" fmla="*/ 1358691 w 1737937"/>
              <a:gd name="connsiteY11" fmla="*/ 98798 h 670915"/>
              <a:gd name="connsiteX12" fmla="*/ 1360667 w 1737937"/>
              <a:gd name="connsiteY12" fmla="*/ 100774 h 670915"/>
              <a:gd name="connsiteX13" fmla="*/ 1536429 w 1737937"/>
              <a:gd name="connsiteY13" fmla="*/ 276635 h 670915"/>
              <a:gd name="connsiteX14" fmla="*/ 59279 w 1737937"/>
              <a:gd name="connsiteY14" fmla="*/ 276635 h 670915"/>
              <a:gd name="connsiteX15" fmla="*/ 0 w 1737937"/>
              <a:gd name="connsiteY15" fmla="*/ 335914 h 670915"/>
              <a:gd name="connsiteX16" fmla="*/ 59279 w 1737937"/>
              <a:gd name="connsiteY16" fmla="*/ 395193 h 670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37937" h="670915">
                <a:moveTo>
                  <a:pt x="59279" y="394975"/>
                </a:moveTo>
                <a:lnTo>
                  <a:pt x="1536488" y="394975"/>
                </a:lnTo>
                <a:lnTo>
                  <a:pt x="1360726" y="570737"/>
                </a:lnTo>
                <a:cubicBezTo>
                  <a:pt x="1337809" y="593654"/>
                  <a:pt x="1337809" y="630810"/>
                  <a:pt x="1360726" y="653728"/>
                </a:cubicBezTo>
                <a:cubicBezTo>
                  <a:pt x="1383643" y="676645"/>
                  <a:pt x="1420799" y="676645"/>
                  <a:pt x="1443717" y="653728"/>
                </a:cubicBezTo>
                <a:lnTo>
                  <a:pt x="1720154" y="377211"/>
                </a:lnTo>
                <a:cubicBezTo>
                  <a:pt x="1743071" y="355385"/>
                  <a:pt x="1743956" y="319114"/>
                  <a:pt x="1722130" y="296197"/>
                </a:cubicBezTo>
                <a:cubicBezTo>
                  <a:pt x="1721487" y="295523"/>
                  <a:pt x="1720827" y="294863"/>
                  <a:pt x="1720154" y="294221"/>
                </a:cubicBezTo>
                <a:lnTo>
                  <a:pt x="1443657" y="17784"/>
                </a:lnTo>
                <a:cubicBezTo>
                  <a:pt x="1421831" y="-5133"/>
                  <a:pt x="1385560" y="-6018"/>
                  <a:pt x="1362643" y="15808"/>
                </a:cubicBezTo>
                <a:cubicBezTo>
                  <a:pt x="1361969" y="16450"/>
                  <a:pt x="1361309" y="17110"/>
                  <a:pt x="1360667" y="17784"/>
                </a:cubicBezTo>
                <a:cubicBezTo>
                  <a:pt x="1337750" y="39610"/>
                  <a:pt x="1336865" y="75881"/>
                  <a:pt x="1358691" y="98798"/>
                </a:cubicBezTo>
                <a:cubicBezTo>
                  <a:pt x="1359333" y="99472"/>
                  <a:pt x="1359993" y="100132"/>
                  <a:pt x="1360667" y="100774"/>
                </a:cubicBezTo>
                <a:lnTo>
                  <a:pt x="1536429" y="276635"/>
                </a:lnTo>
                <a:lnTo>
                  <a:pt x="59279" y="276635"/>
                </a:lnTo>
                <a:cubicBezTo>
                  <a:pt x="26540" y="276635"/>
                  <a:pt x="0" y="303174"/>
                  <a:pt x="0" y="335914"/>
                </a:cubicBezTo>
                <a:cubicBezTo>
                  <a:pt x="0" y="368654"/>
                  <a:pt x="26540" y="395193"/>
                  <a:pt x="59279" y="395193"/>
                </a:cubicBezTo>
                <a:close/>
              </a:path>
            </a:pathLst>
          </a:custGeom>
          <a:solidFill>
            <a:srgbClr val="FFC000"/>
          </a:solidFill>
          <a:ln w="19745" cap="flat">
            <a:noFill/>
            <a:prstDash val="solid"/>
            <a:miter/>
          </a:ln>
        </p:spPr>
        <p:txBody>
          <a:bodyPr rtlCol="0" anchor="ctr"/>
          <a:lstStyle/>
          <a:p>
            <a:endParaRPr lang="fr-CA"/>
          </a:p>
        </p:txBody>
      </p:sp>
      <p:sp>
        <p:nvSpPr>
          <p:cNvPr id="8" name="Graphique 28" descr="Flèche vers la droite avec un remplissage uni">
            <a:extLst>
              <a:ext uri="{FF2B5EF4-FFF2-40B4-BE49-F238E27FC236}">
                <a16:creationId xmlns:a16="http://schemas.microsoft.com/office/drawing/2014/main" id="{508F6280-8879-1698-B032-8FB0FC3A5283}"/>
              </a:ext>
            </a:extLst>
          </p:cNvPr>
          <p:cNvSpPr/>
          <p:nvPr/>
        </p:nvSpPr>
        <p:spPr>
          <a:xfrm>
            <a:off x="8707517" y="1561963"/>
            <a:ext cx="1737937" cy="670915"/>
          </a:xfrm>
          <a:custGeom>
            <a:avLst/>
            <a:gdLst>
              <a:gd name="connsiteX0" fmla="*/ 59279 w 1737937"/>
              <a:gd name="connsiteY0" fmla="*/ 394975 h 670915"/>
              <a:gd name="connsiteX1" fmla="*/ 1536488 w 1737937"/>
              <a:gd name="connsiteY1" fmla="*/ 394975 h 670915"/>
              <a:gd name="connsiteX2" fmla="*/ 1360726 w 1737937"/>
              <a:gd name="connsiteY2" fmla="*/ 570737 h 670915"/>
              <a:gd name="connsiteX3" fmla="*/ 1360726 w 1737937"/>
              <a:gd name="connsiteY3" fmla="*/ 653728 h 670915"/>
              <a:gd name="connsiteX4" fmla="*/ 1443717 w 1737937"/>
              <a:gd name="connsiteY4" fmla="*/ 653728 h 670915"/>
              <a:gd name="connsiteX5" fmla="*/ 1720154 w 1737937"/>
              <a:gd name="connsiteY5" fmla="*/ 377211 h 670915"/>
              <a:gd name="connsiteX6" fmla="*/ 1722130 w 1737937"/>
              <a:gd name="connsiteY6" fmla="*/ 296197 h 670915"/>
              <a:gd name="connsiteX7" fmla="*/ 1720154 w 1737937"/>
              <a:gd name="connsiteY7" fmla="*/ 294221 h 670915"/>
              <a:gd name="connsiteX8" fmla="*/ 1443657 w 1737937"/>
              <a:gd name="connsiteY8" fmla="*/ 17784 h 670915"/>
              <a:gd name="connsiteX9" fmla="*/ 1362643 w 1737937"/>
              <a:gd name="connsiteY9" fmla="*/ 15808 h 670915"/>
              <a:gd name="connsiteX10" fmla="*/ 1360667 w 1737937"/>
              <a:gd name="connsiteY10" fmla="*/ 17784 h 670915"/>
              <a:gd name="connsiteX11" fmla="*/ 1358691 w 1737937"/>
              <a:gd name="connsiteY11" fmla="*/ 98798 h 670915"/>
              <a:gd name="connsiteX12" fmla="*/ 1360667 w 1737937"/>
              <a:gd name="connsiteY12" fmla="*/ 100774 h 670915"/>
              <a:gd name="connsiteX13" fmla="*/ 1536429 w 1737937"/>
              <a:gd name="connsiteY13" fmla="*/ 276635 h 670915"/>
              <a:gd name="connsiteX14" fmla="*/ 59279 w 1737937"/>
              <a:gd name="connsiteY14" fmla="*/ 276635 h 670915"/>
              <a:gd name="connsiteX15" fmla="*/ 0 w 1737937"/>
              <a:gd name="connsiteY15" fmla="*/ 335914 h 670915"/>
              <a:gd name="connsiteX16" fmla="*/ 59279 w 1737937"/>
              <a:gd name="connsiteY16" fmla="*/ 395193 h 670915"/>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Lst>
            <a:rect l="l" t="t" r="r" b="b"/>
            <a:pathLst>
              <a:path w="1737937" h="670915">
                <a:moveTo>
                  <a:pt x="59279" y="394975"/>
                </a:moveTo>
                <a:lnTo>
                  <a:pt x="1536488" y="394975"/>
                </a:lnTo>
                <a:lnTo>
                  <a:pt x="1360726" y="570737"/>
                </a:lnTo>
                <a:cubicBezTo>
                  <a:pt x="1337809" y="593654"/>
                  <a:pt x="1337809" y="630810"/>
                  <a:pt x="1360726" y="653728"/>
                </a:cubicBezTo>
                <a:cubicBezTo>
                  <a:pt x="1383643" y="676645"/>
                  <a:pt x="1420799" y="676645"/>
                  <a:pt x="1443717" y="653728"/>
                </a:cubicBezTo>
                <a:lnTo>
                  <a:pt x="1720154" y="377211"/>
                </a:lnTo>
                <a:cubicBezTo>
                  <a:pt x="1743071" y="355385"/>
                  <a:pt x="1743956" y="319114"/>
                  <a:pt x="1722130" y="296197"/>
                </a:cubicBezTo>
                <a:cubicBezTo>
                  <a:pt x="1721487" y="295523"/>
                  <a:pt x="1720827" y="294863"/>
                  <a:pt x="1720154" y="294221"/>
                </a:cubicBezTo>
                <a:lnTo>
                  <a:pt x="1443657" y="17784"/>
                </a:lnTo>
                <a:cubicBezTo>
                  <a:pt x="1421831" y="-5133"/>
                  <a:pt x="1385560" y="-6018"/>
                  <a:pt x="1362643" y="15808"/>
                </a:cubicBezTo>
                <a:cubicBezTo>
                  <a:pt x="1361969" y="16450"/>
                  <a:pt x="1361309" y="17110"/>
                  <a:pt x="1360667" y="17784"/>
                </a:cubicBezTo>
                <a:cubicBezTo>
                  <a:pt x="1337750" y="39610"/>
                  <a:pt x="1336865" y="75881"/>
                  <a:pt x="1358691" y="98798"/>
                </a:cubicBezTo>
                <a:cubicBezTo>
                  <a:pt x="1359333" y="99472"/>
                  <a:pt x="1359993" y="100132"/>
                  <a:pt x="1360667" y="100774"/>
                </a:cubicBezTo>
                <a:lnTo>
                  <a:pt x="1536429" y="276635"/>
                </a:lnTo>
                <a:lnTo>
                  <a:pt x="59279" y="276635"/>
                </a:lnTo>
                <a:cubicBezTo>
                  <a:pt x="26540" y="276635"/>
                  <a:pt x="0" y="303174"/>
                  <a:pt x="0" y="335914"/>
                </a:cubicBezTo>
                <a:cubicBezTo>
                  <a:pt x="0" y="368654"/>
                  <a:pt x="26540" y="395193"/>
                  <a:pt x="59279" y="395193"/>
                </a:cubicBezTo>
                <a:close/>
              </a:path>
            </a:pathLst>
          </a:custGeom>
          <a:solidFill>
            <a:srgbClr val="FFC000"/>
          </a:solidFill>
          <a:ln w="19745" cap="flat">
            <a:noFill/>
            <a:prstDash val="solid"/>
            <a:miter/>
          </a:ln>
        </p:spPr>
        <p:txBody>
          <a:bodyPr rtlCol="0" anchor="ctr"/>
          <a:lstStyle/>
          <a:p>
            <a:endParaRPr lang="fr-CA"/>
          </a:p>
        </p:txBody>
      </p:sp>
      <p:sp>
        <p:nvSpPr>
          <p:cNvPr id="10" name="Rectangle : coins arrondis 9">
            <a:extLst>
              <a:ext uri="{FF2B5EF4-FFF2-40B4-BE49-F238E27FC236}">
                <a16:creationId xmlns:a16="http://schemas.microsoft.com/office/drawing/2014/main" id="{01976678-7C34-5A29-3610-1423DD3057EF}"/>
              </a:ext>
            </a:extLst>
          </p:cNvPr>
          <p:cNvSpPr/>
          <p:nvPr/>
        </p:nvSpPr>
        <p:spPr>
          <a:xfrm>
            <a:off x="4325473" y="1590171"/>
            <a:ext cx="171619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dirty="0">
                <a:solidFill>
                  <a:schemeClr val="tx1"/>
                </a:solidFill>
              </a:rPr>
              <a:t>Lac Marcel</a:t>
            </a:r>
          </a:p>
        </p:txBody>
      </p:sp>
      <p:sp>
        <p:nvSpPr>
          <p:cNvPr id="11" name="Rectangle : coins arrondis 10">
            <a:extLst>
              <a:ext uri="{FF2B5EF4-FFF2-40B4-BE49-F238E27FC236}">
                <a16:creationId xmlns:a16="http://schemas.microsoft.com/office/drawing/2014/main" id="{51EC0485-7423-482B-C871-499A191D4EF2}"/>
              </a:ext>
            </a:extLst>
          </p:cNvPr>
          <p:cNvSpPr/>
          <p:nvPr/>
        </p:nvSpPr>
        <p:spPr>
          <a:xfrm>
            <a:off x="7405973" y="1678934"/>
            <a:ext cx="171619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dirty="0">
                <a:solidFill>
                  <a:schemeClr val="tx1"/>
                </a:solidFill>
              </a:rPr>
              <a:t>Lac des Bouleaux</a:t>
            </a:r>
          </a:p>
        </p:txBody>
      </p:sp>
      <p:sp>
        <p:nvSpPr>
          <p:cNvPr id="12" name="Rectangle : coins arrondis 11">
            <a:extLst>
              <a:ext uri="{FF2B5EF4-FFF2-40B4-BE49-F238E27FC236}">
                <a16:creationId xmlns:a16="http://schemas.microsoft.com/office/drawing/2014/main" id="{15C87C83-CA48-7D23-8BB7-D3188FFD7B4E}"/>
              </a:ext>
            </a:extLst>
          </p:cNvPr>
          <p:cNvSpPr/>
          <p:nvPr/>
        </p:nvSpPr>
        <p:spPr>
          <a:xfrm>
            <a:off x="10282190" y="1659404"/>
            <a:ext cx="171619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dirty="0">
                <a:solidFill>
                  <a:schemeClr val="tx1"/>
                </a:solidFill>
              </a:rPr>
              <a:t>Lac des Pins</a:t>
            </a:r>
          </a:p>
        </p:txBody>
      </p:sp>
      <p:sp>
        <p:nvSpPr>
          <p:cNvPr id="5" name="Rectangle 4">
            <a:extLst>
              <a:ext uri="{FF2B5EF4-FFF2-40B4-BE49-F238E27FC236}">
                <a16:creationId xmlns:a16="http://schemas.microsoft.com/office/drawing/2014/main" id="{CC4AE19C-938E-B0E8-C6B0-8C6BF0D37482}"/>
              </a:ext>
            </a:extLst>
          </p:cNvPr>
          <p:cNvSpPr/>
          <p:nvPr/>
        </p:nvSpPr>
        <p:spPr>
          <a:xfrm>
            <a:off x="2468" y="102662"/>
            <a:ext cx="4310796" cy="923330"/>
          </a:xfrm>
          <a:prstGeom prst="rect">
            <a:avLst/>
          </a:prstGeom>
          <a:noFill/>
        </p:spPr>
        <p:txBody>
          <a:bodyPr wrap="none" lIns="91440" tIns="45720" rIns="91440" bIns="45720">
            <a:spAutoFit/>
          </a:bodyPr>
          <a:lstStyle/>
          <a:p>
            <a:pPr algn="ctr"/>
            <a:r>
              <a:rPr lang="fr-FR" sz="5400" b="0" cap="none" spc="0" dirty="0" err="1">
                <a:ln w="0"/>
                <a:solidFill>
                  <a:schemeClr val="tx1"/>
                </a:solidFill>
                <a:effectLst>
                  <a:outerShdw blurRad="38100" dist="19050" dir="2700000" algn="tl" rotWithShape="0">
                    <a:schemeClr val="dk1">
                      <a:alpha val="40000"/>
                    </a:schemeClr>
                  </a:outerShdw>
                </a:effectLst>
              </a:rPr>
              <a:t>OERacle</a:t>
            </a:r>
            <a:r>
              <a:rPr lang="fr-FR" sz="5400" b="0" cap="none" spc="0" dirty="0">
                <a:ln w="0"/>
                <a:solidFill>
                  <a:schemeClr val="tx1"/>
                </a:solidFill>
                <a:effectLst>
                  <a:outerShdw blurRad="38100" dist="19050" dir="2700000" algn="tl" rotWithShape="0">
                    <a:schemeClr val="dk1">
                      <a:alpha val="40000"/>
                    </a:schemeClr>
                  </a:outerShdw>
                </a:effectLst>
              </a:rPr>
              <a:t> v.2.0</a:t>
            </a:r>
          </a:p>
        </p:txBody>
      </p:sp>
      <p:sp>
        <p:nvSpPr>
          <p:cNvPr id="9" name="Rectangle : coins arrondis 8">
            <a:extLst>
              <a:ext uri="{FF2B5EF4-FFF2-40B4-BE49-F238E27FC236}">
                <a16:creationId xmlns:a16="http://schemas.microsoft.com/office/drawing/2014/main" id="{C158FDCD-E828-8BA5-12C6-6CC9B028A4F3}"/>
              </a:ext>
            </a:extLst>
          </p:cNvPr>
          <p:cNvSpPr/>
          <p:nvPr/>
        </p:nvSpPr>
        <p:spPr>
          <a:xfrm>
            <a:off x="6419421" y="549961"/>
            <a:ext cx="484994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sz="3200" dirty="0">
                <a:solidFill>
                  <a:schemeClr val="tx1"/>
                </a:solidFill>
              </a:rPr>
              <a:t>Plusieurs lacs à la fois…?</a:t>
            </a:r>
          </a:p>
        </p:txBody>
      </p:sp>
      <p:grpSp>
        <p:nvGrpSpPr>
          <p:cNvPr id="23" name="Groupe 22">
            <a:extLst>
              <a:ext uri="{FF2B5EF4-FFF2-40B4-BE49-F238E27FC236}">
                <a16:creationId xmlns:a16="http://schemas.microsoft.com/office/drawing/2014/main" id="{DF3E085F-15F6-07B0-1F1A-79FAFFAB9F0F}"/>
              </a:ext>
            </a:extLst>
          </p:cNvPr>
          <p:cNvGrpSpPr/>
          <p:nvPr/>
        </p:nvGrpSpPr>
        <p:grpSpPr>
          <a:xfrm>
            <a:off x="474215" y="1198343"/>
            <a:ext cx="3370795" cy="1683050"/>
            <a:chOff x="474215" y="1198343"/>
            <a:chExt cx="3370795" cy="1683050"/>
          </a:xfrm>
        </p:grpSpPr>
        <p:grpSp>
          <p:nvGrpSpPr>
            <p:cNvPr id="80" name="Groupe 79">
              <a:extLst>
                <a:ext uri="{FF2B5EF4-FFF2-40B4-BE49-F238E27FC236}">
                  <a16:creationId xmlns:a16="http://schemas.microsoft.com/office/drawing/2014/main" id="{5E9E0F41-53D3-76E2-9706-8EBA47FDA904}"/>
                </a:ext>
              </a:extLst>
            </p:cNvPr>
            <p:cNvGrpSpPr/>
            <p:nvPr/>
          </p:nvGrpSpPr>
          <p:grpSpPr>
            <a:xfrm>
              <a:off x="512805" y="1572007"/>
              <a:ext cx="3332205" cy="797261"/>
              <a:chOff x="0" y="1878227"/>
              <a:chExt cx="4308340" cy="1062681"/>
            </a:xfrm>
          </p:grpSpPr>
          <p:pic>
            <p:nvPicPr>
              <p:cNvPr id="81" name="Image 80">
                <a:extLst>
                  <a:ext uri="{FF2B5EF4-FFF2-40B4-BE49-F238E27FC236}">
                    <a16:creationId xmlns:a16="http://schemas.microsoft.com/office/drawing/2014/main" id="{6AF15993-3FF8-9A5C-CC7D-BBB3014F4018}"/>
                  </a:ext>
                </a:extLst>
              </p:cNvPr>
              <p:cNvPicPr>
                <a:picLocks noChangeAspect="1"/>
              </p:cNvPicPr>
              <p:nvPr/>
            </p:nvPicPr>
            <p:blipFill>
              <a:blip r:embed="rId2"/>
              <a:stretch>
                <a:fillRect/>
              </a:stretch>
            </p:blipFill>
            <p:spPr>
              <a:xfrm>
                <a:off x="0" y="2167229"/>
                <a:ext cx="1167485" cy="484674"/>
              </a:xfrm>
              <a:prstGeom prst="rect">
                <a:avLst/>
              </a:prstGeom>
            </p:spPr>
          </p:pic>
          <p:pic>
            <p:nvPicPr>
              <p:cNvPr id="82" name="Image 81">
                <a:extLst>
                  <a:ext uri="{FF2B5EF4-FFF2-40B4-BE49-F238E27FC236}">
                    <a16:creationId xmlns:a16="http://schemas.microsoft.com/office/drawing/2014/main" id="{699F5CDD-2BE3-1B58-51DA-0CC3DAEA5833}"/>
                  </a:ext>
                </a:extLst>
              </p:cNvPr>
              <p:cNvPicPr>
                <a:picLocks noChangeAspect="1"/>
              </p:cNvPicPr>
              <p:nvPr/>
            </p:nvPicPr>
            <p:blipFill>
              <a:blip r:embed="rId3"/>
              <a:stretch>
                <a:fillRect/>
              </a:stretch>
            </p:blipFill>
            <p:spPr>
              <a:xfrm>
                <a:off x="3055264" y="2200171"/>
                <a:ext cx="1253076" cy="418791"/>
              </a:xfrm>
              <a:prstGeom prst="rect">
                <a:avLst/>
              </a:prstGeom>
            </p:spPr>
          </p:pic>
          <p:pic>
            <p:nvPicPr>
              <p:cNvPr id="83" name="Image 82">
                <a:extLst>
                  <a:ext uri="{FF2B5EF4-FFF2-40B4-BE49-F238E27FC236}">
                    <a16:creationId xmlns:a16="http://schemas.microsoft.com/office/drawing/2014/main" id="{EED23ACD-2239-9E63-8561-93C5D3D1E138}"/>
                  </a:ext>
                </a:extLst>
              </p:cNvPr>
              <p:cNvPicPr>
                <a:picLocks noChangeAspect="1"/>
              </p:cNvPicPr>
              <p:nvPr/>
            </p:nvPicPr>
            <p:blipFill>
              <a:blip r:embed="rId4"/>
              <a:stretch>
                <a:fillRect/>
              </a:stretch>
            </p:blipFill>
            <p:spPr>
              <a:xfrm>
                <a:off x="1412400" y="1878227"/>
                <a:ext cx="1416908" cy="1062681"/>
              </a:xfrm>
              <a:prstGeom prst="rect">
                <a:avLst/>
              </a:prstGeom>
            </p:spPr>
          </p:pic>
          <p:pic>
            <p:nvPicPr>
              <p:cNvPr id="84" name="Image 83">
                <a:extLst>
                  <a:ext uri="{FF2B5EF4-FFF2-40B4-BE49-F238E27FC236}">
                    <a16:creationId xmlns:a16="http://schemas.microsoft.com/office/drawing/2014/main" id="{09BA2C18-A354-64EE-E19B-10DE141C1EE1}"/>
                  </a:ext>
                </a:extLst>
              </p:cNvPr>
              <p:cNvPicPr>
                <a:picLocks noChangeAspect="1"/>
              </p:cNvPicPr>
              <p:nvPr/>
            </p:nvPicPr>
            <p:blipFill>
              <a:blip r:embed="rId5"/>
              <a:stretch>
                <a:fillRect/>
              </a:stretch>
            </p:blipFill>
            <p:spPr>
              <a:xfrm>
                <a:off x="2421895" y="2296047"/>
                <a:ext cx="633369" cy="244458"/>
              </a:xfrm>
              <a:prstGeom prst="rect">
                <a:avLst/>
              </a:prstGeom>
            </p:spPr>
          </p:pic>
          <p:pic>
            <p:nvPicPr>
              <p:cNvPr id="85" name="Image 84">
                <a:extLst>
                  <a:ext uri="{FF2B5EF4-FFF2-40B4-BE49-F238E27FC236}">
                    <a16:creationId xmlns:a16="http://schemas.microsoft.com/office/drawing/2014/main" id="{6802B510-3840-D982-01D4-C42CFA8B8E29}"/>
                  </a:ext>
                </a:extLst>
              </p:cNvPr>
              <p:cNvPicPr>
                <a:picLocks noChangeAspect="1"/>
              </p:cNvPicPr>
              <p:nvPr/>
            </p:nvPicPr>
            <p:blipFill>
              <a:blip r:embed="rId5"/>
              <a:stretch>
                <a:fillRect/>
              </a:stretch>
            </p:blipFill>
            <p:spPr>
              <a:xfrm>
                <a:off x="1117590" y="2287337"/>
                <a:ext cx="633369" cy="244458"/>
              </a:xfrm>
              <a:prstGeom prst="rect">
                <a:avLst/>
              </a:prstGeom>
            </p:spPr>
          </p:pic>
        </p:grpSp>
        <p:pic>
          <p:nvPicPr>
            <p:cNvPr id="13" name="Image 12">
              <a:extLst>
                <a:ext uri="{FF2B5EF4-FFF2-40B4-BE49-F238E27FC236}">
                  <a16:creationId xmlns:a16="http://schemas.microsoft.com/office/drawing/2014/main" id="{1BDB25C0-69C0-578F-7CF3-5314417D3E82}"/>
                </a:ext>
              </a:extLst>
            </p:cNvPr>
            <p:cNvPicPr>
              <a:picLocks noChangeAspect="1"/>
            </p:cNvPicPr>
            <p:nvPr/>
          </p:nvPicPr>
          <p:blipFill>
            <a:blip r:embed="rId2"/>
            <a:stretch>
              <a:fillRect/>
            </a:stretch>
          </p:blipFill>
          <p:spPr>
            <a:xfrm>
              <a:off x="474215" y="1198343"/>
              <a:ext cx="902969" cy="363620"/>
            </a:xfrm>
            <a:prstGeom prst="rect">
              <a:avLst/>
            </a:prstGeom>
          </p:spPr>
        </p:pic>
        <p:pic>
          <p:nvPicPr>
            <p:cNvPr id="14" name="Image 13">
              <a:extLst>
                <a:ext uri="{FF2B5EF4-FFF2-40B4-BE49-F238E27FC236}">
                  <a16:creationId xmlns:a16="http://schemas.microsoft.com/office/drawing/2014/main" id="{DDE8B42C-F60C-63B7-6DA1-A43500026CDE}"/>
                </a:ext>
              </a:extLst>
            </p:cNvPr>
            <p:cNvPicPr>
              <a:picLocks noChangeAspect="1"/>
            </p:cNvPicPr>
            <p:nvPr/>
          </p:nvPicPr>
          <p:blipFill>
            <a:blip r:embed="rId2"/>
            <a:stretch>
              <a:fillRect/>
            </a:stretch>
          </p:blipFill>
          <p:spPr>
            <a:xfrm>
              <a:off x="474215" y="2517773"/>
              <a:ext cx="902969" cy="363620"/>
            </a:xfrm>
            <a:prstGeom prst="rect">
              <a:avLst/>
            </a:prstGeom>
          </p:spPr>
        </p:pic>
        <p:pic>
          <p:nvPicPr>
            <p:cNvPr id="16" name="Image 15">
              <a:extLst>
                <a:ext uri="{FF2B5EF4-FFF2-40B4-BE49-F238E27FC236}">
                  <a16:creationId xmlns:a16="http://schemas.microsoft.com/office/drawing/2014/main" id="{956BB823-E8DD-6B77-D0AF-F1C2929A890A}"/>
                </a:ext>
              </a:extLst>
            </p:cNvPr>
            <p:cNvPicPr>
              <a:picLocks noChangeAspect="1"/>
            </p:cNvPicPr>
            <p:nvPr/>
          </p:nvPicPr>
          <p:blipFill>
            <a:blip r:embed="rId5"/>
            <a:stretch>
              <a:fillRect/>
            </a:stretch>
          </p:blipFill>
          <p:spPr>
            <a:xfrm rot="1940933">
              <a:off x="1430730" y="1438209"/>
              <a:ext cx="489867" cy="183401"/>
            </a:xfrm>
            <a:prstGeom prst="rect">
              <a:avLst/>
            </a:prstGeom>
          </p:spPr>
        </p:pic>
        <p:pic>
          <p:nvPicPr>
            <p:cNvPr id="17" name="Image 16">
              <a:extLst>
                <a:ext uri="{FF2B5EF4-FFF2-40B4-BE49-F238E27FC236}">
                  <a16:creationId xmlns:a16="http://schemas.microsoft.com/office/drawing/2014/main" id="{547BF97A-77E1-F22E-BB77-B04E30C304F6}"/>
                </a:ext>
              </a:extLst>
            </p:cNvPr>
            <p:cNvPicPr>
              <a:picLocks noChangeAspect="1"/>
            </p:cNvPicPr>
            <p:nvPr/>
          </p:nvPicPr>
          <p:blipFill>
            <a:blip r:embed="rId5"/>
            <a:stretch>
              <a:fillRect/>
            </a:stretch>
          </p:blipFill>
          <p:spPr>
            <a:xfrm rot="18140933">
              <a:off x="1434846" y="2418518"/>
              <a:ext cx="489867" cy="183401"/>
            </a:xfrm>
            <a:prstGeom prst="rect">
              <a:avLst/>
            </a:prstGeom>
          </p:spPr>
        </p:pic>
      </p:grpSp>
      <p:grpSp>
        <p:nvGrpSpPr>
          <p:cNvPr id="30" name="Groupe 29">
            <a:extLst>
              <a:ext uri="{FF2B5EF4-FFF2-40B4-BE49-F238E27FC236}">
                <a16:creationId xmlns:a16="http://schemas.microsoft.com/office/drawing/2014/main" id="{BE8AF8BA-6CC5-3C18-0FBE-57417BB6DB0F}"/>
              </a:ext>
            </a:extLst>
          </p:cNvPr>
          <p:cNvGrpSpPr/>
          <p:nvPr/>
        </p:nvGrpSpPr>
        <p:grpSpPr>
          <a:xfrm>
            <a:off x="7158395" y="3957806"/>
            <a:ext cx="4836180" cy="2676462"/>
            <a:chOff x="2251060" y="3229963"/>
            <a:chExt cx="4836180" cy="2676462"/>
          </a:xfrm>
        </p:grpSpPr>
        <p:sp>
          <p:nvSpPr>
            <p:cNvPr id="20" name="Rectangle : coins arrondis 19">
              <a:extLst>
                <a:ext uri="{FF2B5EF4-FFF2-40B4-BE49-F238E27FC236}">
                  <a16:creationId xmlns:a16="http://schemas.microsoft.com/office/drawing/2014/main" id="{7A7FAF40-8727-F2AB-ECA7-8358016FAAE4}"/>
                </a:ext>
              </a:extLst>
            </p:cNvPr>
            <p:cNvSpPr/>
            <p:nvPr/>
          </p:nvSpPr>
          <p:spPr>
            <a:xfrm>
              <a:off x="3322468" y="4880458"/>
              <a:ext cx="171619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dirty="0">
                  <a:solidFill>
                    <a:schemeClr val="tx1"/>
                  </a:solidFill>
                </a:rPr>
                <a:t>Lac 1</a:t>
              </a:r>
            </a:p>
          </p:txBody>
        </p:sp>
        <p:sp>
          <p:nvSpPr>
            <p:cNvPr id="21" name="Rectangle : coins arrondis 20">
              <a:extLst>
                <a:ext uri="{FF2B5EF4-FFF2-40B4-BE49-F238E27FC236}">
                  <a16:creationId xmlns:a16="http://schemas.microsoft.com/office/drawing/2014/main" id="{81534D62-FCBC-682B-1A0E-F4BB8EBD4998}"/>
                </a:ext>
              </a:extLst>
            </p:cNvPr>
            <p:cNvSpPr/>
            <p:nvPr/>
          </p:nvSpPr>
          <p:spPr>
            <a:xfrm>
              <a:off x="4179808" y="3841158"/>
              <a:ext cx="171619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dirty="0">
                  <a:solidFill>
                    <a:schemeClr val="tx1"/>
                  </a:solidFill>
                </a:rPr>
                <a:t>Lac 4</a:t>
              </a:r>
            </a:p>
          </p:txBody>
        </p:sp>
        <p:sp>
          <p:nvSpPr>
            <p:cNvPr id="22" name="Rectangle : coins arrondis 21">
              <a:extLst>
                <a:ext uri="{FF2B5EF4-FFF2-40B4-BE49-F238E27FC236}">
                  <a16:creationId xmlns:a16="http://schemas.microsoft.com/office/drawing/2014/main" id="{EA665138-5B6A-EA53-9D0F-4B4A75EFFA03}"/>
                </a:ext>
              </a:extLst>
            </p:cNvPr>
            <p:cNvSpPr/>
            <p:nvPr/>
          </p:nvSpPr>
          <p:spPr>
            <a:xfrm>
              <a:off x="5371049" y="3269719"/>
              <a:ext cx="171619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dirty="0">
                  <a:solidFill>
                    <a:schemeClr val="tx1"/>
                  </a:solidFill>
                </a:rPr>
                <a:t>Lac 3</a:t>
              </a:r>
            </a:p>
          </p:txBody>
        </p:sp>
        <p:pic>
          <p:nvPicPr>
            <p:cNvPr id="24" name="Image 23">
              <a:extLst>
                <a:ext uri="{FF2B5EF4-FFF2-40B4-BE49-F238E27FC236}">
                  <a16:creationId xmlns:a16="http://schemas.microsoft.com/office/drawing/2014/main" id="{AAD5A8C8-CA3D-F27E-7C91-87A67672751C}"/>
                </a:ext>
              </a:extLst>
            </p:cNvPr>
            <p:cNvPicPr>
              <a:picLocks noChangeAspect="1"/>
            </p:cNvPicPr>
            <p:nvPr/>
          </p:nvPicPr>
          <p:blipFill>
            <a:blip r:embed="rId5"/>
            <a:stretch>
              <a:fillRect/>
            </a:stretch>
          </p:blipFill>
          <p:spPr>
            <a:xfrm rot="18140933">
              <a:off x="4436421" y="4495816"/>
              <a:ext cx="489867" cy="183401"/>
            </a:xfrm>
            <a:prstGeom prst="rect">
              <a:avLst/>
            </a:prstGeom>
          </p:spPr>
        </p:pic>
        <p:sp>
          <p:nvSpPr>
            <p:cNvPr id="25" name="Rectangle : coins arrondis 24">
              <a:extLst>
                <a:ext uri="{FF2B5EF4-FFF2-40B4-BE49-F238E27FC236}">
                  <a16:creationId xmlns:a16="http://schemas.microsoft.com/office/drawing/2014/main" id="{631E8BF8-64A1-6CBD-7329-6E87AD1D3D37}"/>
                </a:ext>
              </a:extLst>
            </p:cNvPr>
            <p:cNvSpPr/>
            <p:nvPr/>
          </p:nvSpPr>
          <p:spPr>
            <a:xfrm>
              <a:off x="2251060" y="5430394"/>
              <a:ext cx="171619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dirty="0">
                  <a:solidFill>
                    <a:schemeClr val="tx1"/>
                  </a:solidFill>
                </a:rPr>
                <a:t>Lac 5</a:t>
              </a:r>
            </a:p>
          </p:txBody>
        </p:sp>
        <p:sp>
          <p:nvSpPr>
            <p:cNvPr id="26" name="Rectangle : coins arrondis 25">
              <a:extLst>
                <a:ext uri="{FF2B5EF4-FFF2-40B4-BE49-F238E27FC236}">
                  <a16:creationId xmlns:a16="http://schemas.microsoft.com/office/drawing/2014/main" id="{5C00AE78-E30E-85CE-9B7B-AE7D34326D59}"/>
                </a:ext>
              </a:extLst>
            </p:cNvPr>
            <p:cNvSpPr/>
            <p:nvPr/>
          </p:nvSpPr>
          <p:spPr>
            <a:xfrm>
              <a:off x="3077287" y="3229963"/>
              <a:ext cx="1716191" cy="476031"/>
            </a:xfrm>
            <a:prstGeom prst="roundRect">
              <a:avLst/>
            </a:prstGeom>
            <a:solidFill>
              <a:schemeClr val="bg1"/>
            </a:solidFill>
            <a:ln>
              <a:noFill/>
            </a:ln>
            <a:effectLst>
              <a:softEdge rad="63500"/>
            </a:effectLst>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fr-CA" dirty="0">
                  <a:solidFill>
                    <a:schemeClr val="tx1"/>
                  </a:solidFill>
                </a:rPr>
                <a:t>Lac 2</a:t>
              </a:r>
            </a:p>
          </p:txBody>
        </p:sp>
        <p:pic>
          <p:nvPicPr>
            <p:cNvPr id="27" name="Image 26">
              <a:extLst>
                <a:ext uri="{FF2B5EF4-FFF2-40B4-BE49-F238E27FC236}">
                  <a16:creationId xmlns:a16="http://schemas.microsoft.com/office/drawing/2014/main" id="{8336664B-9CC3-30C7-D751-E70E185F9E91}"/>
                </a:ext>
              </a:extLst>
            </p:cNvPr>
            <p:cNvPicPr>
              <a:picLocks noChangeAspect="1"/>
            </p:cNvPicPr>
            <p:nvPr/>
          </p:nvPicPr>
          <p:blipFill>
            <a:blip r:embed="rId5"/>
            <a:stretch>
              <a:fillRect/>
            </a:stretch>
          </p:blipFill>
          <p:spPr>
            <a:xfrm rot="1886270">
              <a:off x="4227895" y="3730708"/>
              <a:ext cx="489867" cy="183401"/>
            </a:xfrm>
            <a:prstGeom prst="rect">
              <a:avLst/>
            </a:prstGeom>
          </p:spPr>
        </p:pic>
        <p:pic>
          <p:nvPicPr>
            <p:cNvPr id="28" name="Image 27">
              <a:extLst>
                <a:ext uri="{FF2B5EF4-FFF2-40B4-BE49-F238E27FC236}">
                  <a16:creationId xmlns:a16="http://schemas.microsoft.com/office/drawing/2014/main" id="{C2BCD5F4-D4AE-E175-6D6D-2B478D371DA7}"/>
                </a:ext>
              </a:extLst>
            </p:cNvPr>
            <p:cNvPicPr>
              <a:picLocks noChangeAspect="1"/>
            </p:cNvPicPr>
            <p:nvPr/>
          </p:nvPicPr>
          <p:blipFill>
            <a:blip r:embed="rId5"/>
            <a:stretch>
              <a:fillRect/>
            </a:stretch>
          </p:blipFill>
          <p:spPr>
            <a:xfrm rot="19651069">
              <a:off x="3466455" y="5301741"/>
              <a:ext cx="489867" cy="183401"/>
            </a:xfrm>
            <a:prstGeom prst="rect">
              <a:avLst/>
            </a:prstGeom>
          </p:spPr>
        </p:pic>
        <p:pic>
          <p:nvPicPr>
            <p:cNvPr id="29" name="Image 28">
              <a:extLst>
                <a:ext uri="{FF2B5EF4-FFF2-40B4-BE49-F238E27FC236}">
                  <a16:creationId xmlns:a16="http://schemas.microsoft.com/office/drawing/2014/main" id="{3294DA7E-8CA6-8E5C-6CEE-40503D32A9A7}"/>
                </a:ext>
              </a:extLst>
            </p:cNvPr>
            <p:cNvPicPr>
              <a:picLocks noChangeAspect="1"/>
            </p:cNvPicPr>
            <p:nvPr/>
          </p:nvPicPr>
          <p:blipFill>
            <a:blip r:embed="rId5"/>
            <a:stretch>
              <a:fillRect/>
            </a:stretch>
          </p:blipFill>
          <p:spPr>
            <a:xfrm rot="9034773">
              <a:off x="5464740" y="3679319"/>
              <a:ext cx="489867" cy="183401"/>
            </a:xfrm>
            <a:prstGeom prst="rect">
              <a:avLst/>
            </a:prstGeom>
          </p:spPr>
        </p:pic>
      </p:grpSp>
      <p:sp>
        <p:nvSpPr>
          <p:cNvPr id="31" name="Rectangle 30">
            <a:extLst>
              <a:ext uri="{FF2B5EF4-FFF2-40B4-BE49-F238E27FC236}">
                <a16:creationId xmlns:a16="http://schemas.microsoft.com/office/drawing/2014/main" id="{435991C6-BB1F-71FD-DC88-06C2EE0AED20}"/>
              </a:ext>
            </a:extLst>
          </p:cNvPr>
          <p:cNvSpPr/>
          <p:nvPr/>
        </p:nvSpPr>
        <p:spPr>
          <a:xfrm>
            <a:off x="3102389" y="4755523"/>
            <a:ext cx="4315733" cy="923330"/>
          </a:xfrm>
          <a:prstGeom prst="rect">
            <a:avLst/>
          </a:prstGeom>
          <a:noFill/>
        </p:spPr>
        <p:txBody>
          <a:bodyPr wrap="none" lIns="91440" tIns="45720" rIns="91440" bIns="45720">
            <a:spAutoFit/>
          </a:bodyPr>
          <a:lstStyle/>
          <a:p>
            <a:pPr algn="ctr"/>
            <a:r>
              <a:rPr lang="fr-FR" sz="5400" b="0" cap="none" spc="0" dirty="0" err="1">
                <a:ln w="0"/>
                <a:solidFill>
                  <a:schemeClr val="tx1"/>
                </a:solidFill>
                <a:effectLst>
                  <a:outerShdw blurRad="38100" dist="19050" dir="2700000" algn="tl" rotWithShape="0">
                    <a:schemeClr val="dk1">
                      <a:alpha val="40000"/>
                    </a:schemeClr>
                  </a:outerShdw>
                </a:effectLst>
              </a:rPr>
              <a:t>OERacle</a:t>
            </a:r>
            <a:r>
              <a:rPr lang="fr-FR" sz="5400" b="0" cap="none" spc="0" dirty="0">
                <a:ln w="0"/>
                <a:solidFill>
                  <a:schemeClr val="tx1"/>
                </a:solidFill>
                <a:effectLst>
                  <a:outerShdw blurRad="38100" dist="19050" dir="2700000" algn="tl" rotWithShape="0">
                    <a:schemeClr val="dk1">
                      <a:alpha val="40000"/>
                    </a:schemeClr>
                  </a:outerShdw>
                </a:effectLst>
              </a:rPr>
              <a:t> v.3.0</a:t>
            </a:r>
          </a:p>
        </p:txBody>
      </p:sp>
    </p:spTree>
    <p:extLst>
      <p:ext uri="{BB962C8B-B14F-4D97-AF65-F5344CB8AC3E}">
        <p14:creationId xmlns:p14="http://schemas.microsoft.com/office/powerpoint/2010/main" val="207275808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 name="Rectangle 56">
            <a:extLst>
              <a:ext uri="{FF2B5EF4-FFF2-40B4-BE49-F238E27FC236}">
                <a16:creationId xmlns:a16="http://schemas.microsoft.com/office/drawing/2014/main" id="{15DB3AAF-A825-F6A2-1E3A-6E0FAE559726}"/>
              </a:ext>
            </a:extLst>
          </p:cNvPr>
          <p:cNvSpPr/>
          <p:nvPr/>
        </p:nvSpPr>
        <p:spPr>
          <a:xfrm>
            <a:off x="2825561" y="462736"/>
            <a:ext cx="831725" cy="1134119"/>
          </a:xfrm>
          <a:prstGeom prst="rect">
            <a:avLst/>
          </a:prstGeom>
          <a:solidFill>
            <a:schemeClr val="accent6">
              <a:lumMod val="20000"/>
              <a:lumOff val="80000"/>
            </a:schemeClr>
          </a:solidFill>
          <a:ln>
            <a:solidFill>
              <a:srgbClr val="92D050"/>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sz="1000"/>
          </a:p>
        </p:txBody>
      </p:sp>
      <p:sp>
        <p:nvSpPr>
          <p:cNvPr id="4" name="ZoneTexte 3">
            <a:extLst>
              <a:ext uri="{FF2B5EF4-FFF2-40B4-BE49-F238E27FC236}">
                <a16:creationId xmlns:a16="http://schemas.microsoft.com/office/drawing/2014/main" id="{E3C28C25-8C5B-17A7-29AF-4A3D73B7D97F}"/>
              </a:ext>
            </a:extLst>
          </p:cNvPr>
          <p:cNvSpPr txBox="1"/>
          <p:nvPr/>
        </p:nvSpPr>
        <p:spPr>
          <a:xfrm>
            <a:off x="2455884" y="96317"/>
            <a:ext cx="2143125" cy="369332"/>
          </a:xfrm>
          <a:prstGeom prst="rect">
            <a:avLst/>
          </a:prstGeom>
          <a:noFill/>
        </p:spPr>
        <p:txBody>
          <a:bodyPr wrap="square" rtlCol="0">
            <a:spAutoFit/>
          </a:bodyPr>
          <a:lstStyle/>
          <a:p>
            <a:r>
              <a:rPr lang="fr-CA" dirty="0" err="1"/>
              <a:t>mod_upload</a:t>
            </a:r>
            <a:endParaRPr lang="fr-CA" dirty="0"/>
          </a:p>
        </p:txBody>
      </p:sp>
      <p:grpSp>
        <p:nvGrpSpPr>
          <p:cNvPr id="21" name="Groupe 20">
            <a:extLst>
              <a:ext uri="{FF2B5EF4-FFF2-40B4-BE49-F238E27FC236}">
                <a16:creationId xmlns:a16="http://schemas.microsoft.com/office/drawing/2014/main" id="{591DD484-FAFD-95A9-69B6-B44049A99534}"/>
              </a:ext>
            </a:extLst>
          </p:cNvPr>
          <p:cNvGrpSpPr/>
          <p:nvPr/>
        </p:nvGrpSpPr>
        <p:grpSpPr>
          <a:xfrm>
            <a:off x="299550" y="929295"/>
            <a:ext cx="1297136" cy="416203"/>
            <a:chOff x="4083907" y="1248465"/>
            <a:chExt cx="1297136" cy="416203"/>
          </a:xfrm>
        </p:grpSpPr>
        <p:sp>
          <p:nvSpPr>
            <p:cNvPr id="22" name="Rectangle: Rounded Corners 292">
              <a:extLst>
                <a:ext uri="{FF2B5EF4-FFF2-40B4-BE49-F238E27FC236}">
                  <a16:creationId xmlns:a16="http://schemas.microsoft.com/office/drawing/2014/main" id="{5BD482C9-849C-9F91-1922-0535997F8CF9}"/>
                </a:ext>
              </a:extLst>
            </p:cNvPr>
            <p:cNvSpPr/>
            <p:nvPr/>
          </p:nvSpPr>
          <p:spPr>
            <a:xfrm>
              <a:off x="4083907" y="1248465"/>
              <a:ext cx="1297136" cy="393322"/>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nvGrpSpPr>
            <p:cNvPr id="23" name="Groupe 22">
              <a:extLst>
                <a:ext uri="{FF2B5EF4-FFF2-40B4-BE49-F238E27FC236}">
                  <a16:creationId xmlns:a16="http://schemas.microsoft.com/office/drawing/2014/main" id="{2969D7FB-CE80-2FD2-E56C-65B29D0AD6F0}"/>
                </a:ext>
              </a:extLst>
            </p:cNvPr>
            <p:cNvGrpSpPr/>
            <p:nvPr/>
          </p:nvGrpSpPr>
          <p:grpSpPr>
            <a:xfrm>
              <a:off x="4152592" y="1264558"/>
              <a:ext cx="1228451" cy="400110"/>
              <a:chOff x="742629" y="4849342"/>
              <a:chExt cx="1197780" cy="400110"/>
            </a:xfrm>
          </p:grpSpPr>
          <p:pic>
            <p:nvPicPr>
              <p:cNvPr id="24" name="Image 23">
                <a:extLst>
                  <a:ext uri="{FF2B5EF4-FFF2-40B4-BE49-F238E27FC236}">
                    <a16:creationId xmlns:a16="http://schemas.microsoft.com/office/drawing/2014/main" id="{4D7578CF-C6E8-CE3B-9283-4D07713B4BBF}"/>
                  </a:ext>
                </a:extLst>
              </p:cNvPr>
              <p:cNvPicPr>
                <a:picLocks noChangeAspect="1"/>
              </p:cNvPicPr>
              <p:nvPr/>
            </p:nvPicPr>
            <p:blipFill>
              <a:blip r:embed="rId2"/>
              <a:srcRect l="32281" t="21446" r="38245" b="22906"/>
              <a:stretch/>
            </p:blipFill>
            <p:spPr>
              <a:xfrm>
                <a:off x="742629" y="4884432"/>
                <a:ext cx="287206" cy="304309"/>
              </a:xfrm>
              <a:prstGeom prst="rect">
                <a:avLst/>
              </a:prstGeom>
            </p:spPr>
          </p:pic>
          <p:sp>
            <p:nvSpPr>
              <p:cNvPr id="25" name="TextBox 132">
                <a:extLst>
                  <a:ext uri="{FF2B5EF4-FFF2-40B4-BE49-F238E27FC236}">
                    <a16:creationId xmlns:a16="http://schemas.microsoft.com/office/drawing/2014/main" id="{327E6773-A29E-11BF-7EC6-A913493C4568}"/>
                  </a:ext>
                </a:extLst>
              </p:cNvPr>
              <p:cNvSpPr txBox="1"/>
              <p:nvPr/>
            </p:nvSpPr>
            <p:spPr>
              <a:xfrm>
                <a:off x="990025" y="4849342"/>
                <a:ext cx="950384" cy="400110"/>
              </a:xfrm>
              <a:prstGeom prst="rect">
                <a:avLst/>
              </a:prstGeom>
              <a:noFill/>
            </p:spPr>
            <p:txBody>
              <a:bodyPr wrap="square" rtlCol="0">
                <a:spAutoFit/>
              </a:bodyPr>
              <a:lstStyle/>
              <a:p>
                <a:r>
                  <a:rPr lang="fr-CA" sz="1000" dirty="0"/>
                  <a:t>formulaire_saisie_OER.xlsx</a:t>
                </a:r>
              </a:p>
            </p:txBody>
          </p:sp>
        </p:grpSp>
      </p:grpSp>
      <p:cxnSp>
        <p:nvCxnSpPr>
          <p:cNvPr id="31" name="Straight Arrow Connector 268">
            <a:extLst>
              <a:ext uri="{FF2B5EF4-FFF2-40B4-BE49-F238E27FC236}">
                <a16:creationId xmlns:a16="http://schemas.microsoft.com/office/drawing/2014/main" id="{741AFF7E-C2B0-4389-DCBC-46EF5BBCED44}"/>
              </a:ext>
            </a:extLst>
          </p:cNvPr>
          <p:cNvCxnSpPr>
            <a:cxnSpLocks/>
            <a:stCxn id="22" idx="3"/>
            <a:endCxn id="34" idx="1"/>
          </p:cNvCxnSpPr>
          <p:nvPr/>
        </p:nvCxnSpPr>
        <p:spPr>
          <a:xfrm flipV="1">
            <a:off x="1596686" y="1108161"/>
            <a:ext cx="266035" cy="1779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32" name="Groupe 31">
            <a:extLst>
              <a:ext uri="{FF2B5EF4-FFF2-40B4-BE49-F238E27FC236}">
                <a16:creationId xmlns:a16="http://schemas.microsoft.com/office/drawing/2014/main" id="{97E6653E-B5CA-1417-D4A3-7F8DDC8B222A}"/>
              </a:ext>
            </a:extLst>
          </p:cNvPr>
          <p:cNvGrpSpPr/>
          <p:nvPr/>
        </p:nvGrpSpPr>
        <p:grpSpPr>
          <a:xfrm>
            <a:off x="1862721" y="983922"/>
            <a:ext cx="1049605" cy="255554"/>
            <a:chOff x="1803099" y="1837329"/>
            <a:chExt cx="1049605" cy="255554"/>
          </a:xfrm>
        </p:grpSpPr>
        <p:sp>
          <p:nvSpPr>
            <p:cNvPr id="34" name="Rectangle: Rounded Corners 292">
              <a:extLst>
                <a:ext uri="{FF2B5EF4-FFF2-40B4-BE49-F238E27FC236}">
                  <a16:creationId xmlns:a16="http://schemas.microsoft.com/office/drawing/2014/main" id="{0E424899-7EB1-24F6-34D8-E117CE62D85B}"/>
                </a:ext>
              </a:extLst>
            </p:cNvPr>
            <p:cNvSpPr/>
            <p:nvPr/>
          </p:nvSpPr>
          <p:spPr>
            <a:xfrm>
              <a:off x="1803099" y="1837329"/>
              <a:ext cx="930742" cy="248477"/>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nvGrpSpPr>
            <p:cNvPr id="33" name="Groupe 32">
              <a:extLst>
                <a:ext uri="{FF2B5EF4-FFF2-40B4-BE49-F238E27FC236}">
                  <a16:creationId xmlns:a16="http://schemas.microsoft.com/office/drawing/2014/main" id="{5E19E978-195E-C6B3-67FA-22BAA0139704}"/>
                </a:ext>
              </a:extLst>
            </p:cNvPr>
            <p:cNvGrpSpPr/>
            <p:nvPr/>
          </p:nvGrpSpPr>
          <p:grpSpPr>
            <a:xfrm>
              <a:off x="1848930" y="1846662"/>
              <a:ext cx="1003774" cy="246221"/>
              <a:chOff x="511896" y="3180317"/>
              <a:chExt cx="1003774" cy="246221"/>
            </a:xfrm>
          </p:grpSpPr>
          <p:pic>
            <p:nvPicPr>
              <p:cNvPr id="35" name="Image 34">
                <a:extLst>
                  <a:ext uri="{FF2B5EF4-FFF2-40B4-BE49-F238E27FC236}">
                    <a16:creationId xmlns:a16="http://schemas.microsoft.com/office/drawing/2014/main" id="{954BFF09-8E6D-ADC1-F74A-888A5ECFA71C}"/>
                  </a:ext>
                </a:extLst>
              </p:cNvPr>
              <p:cNvPicPr>
                <a:picLocks noChangeAspect="1"/>
              </p:cNvPicPr>
              <p:nvPr/>
            </p:nvPicPr>
            <p:blipFill>
              <a:blip r:embed="rId3">
                <a:duotone>
                  <a:prstClr val="black"/>
                  <a:schemeClr val="tx2">
                    <a:tint val="45000"/>
                    <a:satMod val="400000"/>
                  </a:schemeClr>
                </a:duotone>
                <a:extLst>
                  <a:ext uri="{BEBA8EAE-BF5A-486C-A8C5-ECC9F3942E4B}">
                    <a14:imgProps xmlns:a14="http://schemas.microsoft.com/office/drawing/2010/main">
                      <a14:imgLayer r:embed="rId4">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511896" y="3187684"/>
                <a:ext cx="207992" cy="207992"/>
              </a:xfrm>
              <a:prstGeom prst="rect">
                <a:avLst/>
              </a:prstGeom>
            </p:spPr>
          </p:pic>
          <p:sp>
            <p:nvSpPr>
              <p:cNvPr id="36" name="TextBox 132">
                <a:extLst>
                  <a:ext uri="{FF2B5EF4-FFF2-40B4-BE49-F238E27FC236}">
                    <a16:creationId xmlns:a16="http://schemas.microsoft.com/office/drawing/2014/main" id="{DC2A1FE2-E155-2E23-9CF1-11FCCD150E90}"/>
                  </a:ext>
                </a:extLst>
              </p:cNvPr>
              <p:cNvSpPr txBox="1"/>
              <p:nvPr/>
            </p:nvSpPr>
            <p:spPr>
              <a:xfrm>
                <a:off x="609210" y="3180317"/>
                <a:ext cx="906460" cy="246221"/>
              </a:xfrm>
              <a:prstGeom prst="rect">
                <a:avLst/>
              </a:prstGeom>
              <a:noFill/>
            </p:spPr>
            <p:txBody>
              <a:bodyPr wrap="square" rtlCol="0">
                <a:spAutoFit/>
              </a:bodyPr>
              <a:lstStyle/>
              <a:p>
                <a:r>
                  <a:rPr lang="fr-CA" sz="1000" dirty="0" err="1"/>
                  <a:t>upload</a:t>
                </a:r>
                <a:endParaRPr lang="fr-CA" sz="1000" dirty="0"/>
              </a:p>
            </p:txBody>
          </p:sp>
        </p:grpSp>
      </p:grpSp>
      <p:cxnSp>
        <p:nvCxnSpPr>
          <p:cNvPr id="37" name="Straight Arrow Connector 268">
            <a:extLst>
              <a:ext uri="{FF2B5EF4-FFF2-40B4-BE49-F238E27FC236}">
                <a16:creationId xmlns:a16="http://schemas.microsoft.com/office/drawing/2014/main" id="{42E72A74-5DCA-367F-AA7F-0C957F31CB76}"/>
              </a:ext>
            </a:extLst>
          </p:cNvPr>
          <p:cNvCxnSpPr>
            <a:cxnSpLocks/>
            <a:stCxn id="34" idx="3"/>
            <a:endCxn id="54" idx="1"/>
          </p:cNvCxnSpPr>
          <p:nvPr/>
        </p:nvCxnSpPr>
        <p:spPr>
          <a:xfrm flipV="1">
            <a:off x="2793463" y="1104432"/>
            <a:ext cx="1449876" cy="372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38" name="Groupe 37">
            <a:extLst>
              <a:ext uri="{FF2B5EF4-FFF2-40B4-BE49-F238E27FC236}">
                <a16:creationId xmlns:a16="http://schemas.microsoft.com/office/drawing/2014/main" id="{9888BC48-9F95-DE45-D108-FA5E48F53F23}"/>
              </a:ext>
            </a:extLst>
          </p:cNvPr>
          <p:cNvGrpSpPr/>
          <p:nvPr/>
        </p:nvGrpSpPr>
        <p:grpSpPr>
          <a:xfrm>
            <a:off x="291868" y="5028151"/>
            <a:ext cx="603036" cy="228537"/>
            <a:chOff x="226205" y="6218606"/>
            <a:chExt cx="603036" cy="228537"/>
          </a:xfrm>
        </p:grpSpPr>
        <p:sp>
          <p:nvSpPr>
            <p:cNvPr id="39" name="Rectangle: Rounded Corners 292">
              <a:extLst>
                <a:ext uri="{FF2B5EF4-FFF2-40B4-BE49-F238E27FC236}">
                  <a16:creationId xmlns:a16="http://schemas.microsoft.com/office/drawing/2014/main" id="{64F77A93-C9F8-0FE5-DFB5-55DE8C42AB8E}"/>
                </a:ext>
              </a:extLst>
            </p:cNvPr>
            <p:cNvSpPr/>
            <p:nvPr/>
          </p:nvSpPr>
          <p:spPr>
            <a:xfrm>
              <a:off x="226205" y="6218606"/>
              <a:ext cx="591376" cy="228537"/>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40" name="TextBox 132">
              <a:extLst>
                <a:ext uri="{FF2B5EF4-FFF2-40B4-BE49-F238E27FC236}">
                  <a16:creationId xmlns:a16="http://schemas.microsoft.com/office/drawing/2014/main" id="{54920950-0E2F-3D2F-BD57-64C3F925C98B}"/>
                </a:ext>
              </a:extLst>
            </p:cNvPr>
            <p:cNvSpPr txBox="1"/>
            <p:nvPr/>
          </p:nvSpPr>
          <p:spPr>
            <a:xfrm>
              <a:off x="237865" y="6248235"/>
              <a:ext cx="591376" cy="169277"/>
            </a:xfrm>
            <a:prstGeom prst="rect">
              <a:avLst/>
            </a:prstGeom>
            <a:noFill/>
          </p:spPr>
          <p:txBody>
            <a:bodyPr wrap="square" rtlCol="0">
              <a:spAutoFit/>
            </a:bodyPr>
            <a:lstStyle/>
            <a:p>
              <a:r>
                <a:rPr lang="fr-CA" sz="500" dirty="0"/>
                <a:t>Visible dans UI</a:t>
              </a:r>
            </a:p>
          </p:txBody>
        </p:sp>
      </p:grpSp>
      <p:grpSp>
        <p:nvGrpSpPr>
          <p:cNvPr id="41" name="Groupe 40">
            <a:extLst>
              <a:ext uri="{FF2B5EF4-FFF2-40B4-BE49-F238E27FC236}">
                <a16:creationId xmlns:a16="http://schemas.microsoft.com/office/drawing/2014/main" id="{E01E696E-79C7-E0F3-1B04-2668559ED67F}"/>
              </a:ext>
            </a:extLst>
          </p:cNvPr>
          <p:cNvGrpSpPr/>
          <p:nvPr/>
        </p:nvGrpSpPr>
        <p:grpSpPr>
          <a:xfrm>
            <a:off x="299550" y="4777402"/>
            <a:ext cx="561706" cy="183484"/>
            <a:chOff x="543862" y="1395992"/>
            <a:chExt cx="561706" cy="183484"/>
          </a:xfrm>
        </p:grpSpPr>
        <p:pic>
          <p:nvPicPr>
            <p:cNvPr id="42" name="Picture 131">
              <a:extLst>
                <a:ext uri="{FF2B5EF4-FFF2-40B4-BE49-F238E27FC236}">
                  <a16:creationId xmlns:a16="http://schemas.microsoft.com/office/drawing/2014/main" id="{E0320566-2F98-C975-8B58-2A8C33D236B8}"/>
                </a:ext>
              </a:extLst>
            </p:cNvPr>
            <p:cNvPicPr>
              <a:picLocks noChangeAspect="1"/>
            </p:cNvPicPr>
            <p:nvPr/>
          </p:nvPicPr>
          <p:blipFill>
            <a:blip r:embed="rId5"/>
            <a:stretch>
              <a:fillRect/>
            </a:stretch>
          </p:blipFill>
          <p:spPr>
            <a:xfrm>
              <a:off x="543862" y="1404777"/>
              <a:ext cx="174699" cy="174699"/>
            </a:xfrm>
            <a:prstGeom prst="rect">
              <a:avLst/>
            </a:prstGeom>
          </p:spPr>
        </p:pic>
        <p:sp>
          <p:nvSpPr>
            <p:cNvPr id="43" name="TextBox 132">
              <a:extLst>
                <a:ext uri="{FF2B5EF4-FFF2-40B4-BE49-F238E27FC236}">
                  <a16:creationId xmlns:a16="http://schemas.microsoft.com/office/drawing/2014/main" id="{47582464-1A90-7DC9-DBB8-FEEEC27B66C6}"/>
                </a:ext>
              </a:extLst>
            </p:cNvPr>
            <p:cNvSpPr txBox="1"/>
            <p:nvPr/>
          </p:nvSpPr>
          <p:spPr>
            <a:xfrm>
              <a:off x="669827" y="1395992"/>
              <a:ext cx="435741" cy="169277"/>
            </a:xfrm>
            <a:prstGeom prst="rect">
              <a:avLst/>
            </a:prstGeom>
            <a:noFill/>
          </p:spPr>
          <p:txBody>
            <a:bodyPr wrap="square" rtlCol="0">
              <a:spAutoFit/>
            </a:bodyPr>
            <a:lstStyle/>
            <a:p>
              <a:r>
                <a:rPr lang="fr-CA" sz="500" dirty="0"/>
                <a:t>Fonction</a:t>
              </a:r>
            </a:p>
          </p:txBody>
        </p:sp>
      </p:grpSp>
      <p:grpSp>
        <p:nvGrpSpPr>
          <p:cNvPr id="44" name="Groupe 43">
            <a:extLst>
              <a:ext uri="{FF2B5EF4-FFF2-40B4-BE49-F238E27FC236}">
                <a16:creationId xmlns:a16="http://schemas.microsoft.com/office/drawing/2014/main" id="{2BBDDF3F-D05E-AA8E-9BBD-5F4B3BAAFEB8}"/>
              </a:ext>
            </a:extLst>
          </p:cNvPr>
          <p:cNvGrpSpPr/>
          <p:nvPr/>
        </p:nvGrpSpPr>
        <p:grpSpPr>
          <a:xfrm>
            <a:off x="2830163" y="891176"/>
            <a:ext cx="881759" cy="246221"/>
            <a:chOff x="543862" y="1395992"/>
            <a:chExt cx="881759" cy="246221"/>
          </a:xfrm>
        </p:grpSpPr>
        <p:pic>
          <p:nvPicPr>
            <p:cNvPr id="45" name="Picture 131">
              <a:extLst>
                <a:ext uri="{FF2B5EF4-FFF2-40B4-BE49-F238E27FC236}">
                  <a16:creationId xmlns:a16="http://schemas.microsoft.com/office/drawing/2014/main" id="{43F69F5D-ECAE-2FE2-1FCC-9AFE731AB990}"/>
                </a:ext>
              </a:extLst>
            </p:cNvPr>
            <p:cNvPicPr>
              <a:picLocks noChangeAspect="1"/>
            </p:cNvPicPr>
            <p:nvPr/>
          </p:nvPicPr>
          <p:blipFill>
            <a:blip r:embed="rId5"/>
            <a:stretch>
              <a:fillRect/>
            </a:stretch>
          </p:blipFill>
          <p:spPr>
            <a:xfrm>
              <a:off x="543862" y="1404777"/>
              <a:ext cx="174699" cy="174699"/>
            </a:xfrm>
            <a:prstGeom prst="rect">
              <a:avLst/>
            </a:prstGeom>
          </p:spPr>
        </p:pic>
        <p:sp>
          <p:nvSpPr>
            <p:cNvPr id="46" name="TextBox 132">
              <a:extLst>
                <a:ext uri="{FF2B5EF4-FFF2-40B4-BE49-F238E27FC236}">
                  <a16:creationId xmlns:a16="http://schemas.microsoft.com/office/drawing/2014/main" id="{49387CDE-6012-79FF-F7DE-2071ABD0ED16}"/>
                </a:ext>
              </a:extLst>
            </p:cNvPr>
            <p:cNvSpPr txBox="1"/>
            <p:nvPr/>
          </p:nvSpPr>
          <p:spPr>
            <a:xfrm>
              <a:off x="669827" y="1395992"/>
              <a:ext cx="755794" cy="246221"/>
            </a:xfrm>
            <a:prstGeom prst="rect">
              <a:avLst/>
            </a:prstGeom>
            <a:noFill/>
          </p:spPr>
          <p:txBody>
            <a:bodyPr wrap="square" rtlCol="0">
              <a:spAutoFit/>
            </a:bodyPr>
            <a:lstStyle/>
            <a:p>
              <a:r>
                <a:rPr lang="fr-CA" sz="1000" dirty="0" err="1"/>
                <a:t>load_data</a:t>
              </a:r>
              <a:endParaRPr lang="fr-CA" sz="1000" dirty="0"/>
            </a:p>
          </p:txBody>
        </p:sp>
      </p:grpSp>
      <p:grpSp>
        <p:nvGrpSpPr>
          <p:cNvPr id="47" name="Groupe 46">
            <a:extLst>
              <a:ext uri="{FF2B5EF4-FFF2-40B4-BE49-F238E27FC236}">
                <a16:creationId xmlns:a16="http://schemas.microsoft.com/office/drawing/2014/main" id="{FA39E2E4-E578-B2AA-58FA-F887DD2F2113}"/>
              </a:ext>
            </a:extLst>
          </p:cNvPr>
          <p:cNvGrpSpPr/>
          <p:nvPr/>
        </p:nvGrpSpPr>
        <p:grpSpPr>
          <a:xfrm>
            <a:off x="299550" y="4313988"/>
            <a:ext cx="1297136" cy="393322"/>
            <a:chOff x="4083907" y="1248465"/>
            <a:chExt cx="1297136" cy="393322"/>
          </a:xfrm>
        </p:grpSpPr>
        <p:sp>
          <p:nvSpPr>
            <p:cNvPr id="48" name="Rectangle: Rounded Corners 292">
              <a:extLst>
                <a:ext uri="{FF2B5EF4-FFF2-40B4-BE49-F238E27FC236}">
                  <a16:creationId xmlns:a16="http://schemas.microsoft.com/office/drawing/2014/main" id="{7AB1939F-CE39-49FD-7BDE-68B0E1D0F8AE}"/>
                </a:ext>
              </a:extLst>
            </p:cNvPr>
            <p:cNvSpPr/>
            <p:nvPr/>
          </p:nvSpPr>
          <p:spPr>
            <a:xfrm>
              <a:off x="4083907" y="1248465"/>
              <a:ext cx="1297136" cy="393322"/>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49" name="Groupe 48">
              <a:extLst>
                <a:ext uri="{FF2B5EF4-FFF2-40B4-BE49-F238E27FC236}">
                  <a16:creationId xmlns:a16="http://schemas.microsoft.com/office/drawing/2014/main" id="{C34AC4E6-E222-15EF-A214-13EF59656FE3}"/>
                </a:ext>
              </a:extLst>
            </p:cNvPr>
            <p:cNvGrpSpPr/>
            <p:nvPr/>
          </p:nvGrpSpPr>
          <p:grpSpPr>
            <a:xfrm>
              <a:off x="4152592" y="1299648"/>
              <a:ext cx="1228451" cy="304309"/>
              <a:chOff x="742629" y="4884432"/>
              <a:chExt cx="1197780" cy="304309"/>
            </a:xfrm>
          </p:grpSpPr>
          <p:pic>
            <p:nvPicPr>
              <p:cNvPr id="50" name="Image 49">
                <a:extLst>
                  <a:ext uri="{FF2B5EF4-FFF2-40B4-BE49-F238E27FC236}">
                    <a16:creationId xmlns:a16="http://schemas.microsoft.com/office/drawing/2014/main" id="{1718D937-C884-F419-31E5-58A7CFA3CF02}"/>
                  </a:ext>
                </a:extLst>
              </p:cNvPr>
              <p:cNvPicPr>
                <a:picLocks noChangeAspect="1"/>
              </p:cNvPicPr>
              <p:nvPr/>
            </p:nvPicPr>
            <p:blipFill>
              <a:blip r:embed="rId2"/>
              <a:srcRect l="32281" t="21446" r="38245" b="22906"/>
              <a:stretch/>
            </p:blipFill>
            <p:spPr>
              <a:xfrm>
                <a:off x="742629" y="4884432"/>
                <a:ext cx="287206" cy="304309"/>
              </a:xfrm>
              <a:prstGeom prst="rect">
                <a:avLst/>
              </a:prstGeom>
            </p:spPr>
          </p:pic>
          <p:sp>
            <p:nvSpPr>
              <p:cNvPr id="51" name="TextBox 132">
                <a:extLst>
                  <a:ext uri="{FF2B5EF4-FFF2-40B4-BE49-F238E27FC236}">
                    <a16:creationId xmlns:a16="http://schemas.microsoft.com/office/drawing/2014/main" id="{AF425264-FB46-9F3D-C433-7F5492A60403}"/>
                  </a:ext>
                </a:extLst>
              </p:cNvPr>
              <p:cNvSpPr txBox="1"/>
              <p:nvPr/>
            </p:nvSpPr>
            <p:spPr>
              <a:xfrm>
                <a:off x="990025" y="4957266"/>
                <a:ext cx="950384" cy="169277"/>
              </a:xfrm>
              <a:prstGeom prst="rect">
                <a:avLst/>
              </a:prstGeom>
              <a:noFill/>
            </p:spPr>
            <p:txBody>
              <a:bodyPr wrap="square" rtlCol="0">
                <a:spAutoFit/>
              </a:bodyPr>
              <a:lstStyle/>
              <a:p>
                <a:r>
                  <a:rPr lang="fr-CA" sz="500" dirty="0"/>
                  <a:t>Feuille Excel</a:t>
                </a:r>
              </a:p>
            </p:txBody>
          </p:sp>
        </p:grpSp>
      </p:grpSp>
      <p:grpSp>
        <p:nvGrpSpPr>
          <p:cNvPr id="5" name="Groupe 4">
            <a:extLst>
              <a:ext uri="{FF2B5EF4-FFF2-40B4-BE49-F238E27FC236}">
                <a16:creationId xmlns:a16="http://schemas.microsoft.com/office/drawing/2014/main" id="{A8DDD5C1-64A1-3749-D7FF-20A6A2699778}"/>
              </a:ext>
            </a:extLst>
          </p:cNvPr>
          <p:cNvGrpSpPr/>
          <p:nvPr/>
        </p:nvGrpSpPr>
        <p:grpSpPr>
          <a:xfrm>
            <a:off x="299550" y="4019437"/>
            <a:ext cx="717882" cy="248477"/>
            <a:chOff x="6278184" y="1088562"/>
            <a:chExt cx="717882" cy="248477"/>
          </a:xfrm>
        </p:grpSpPr>
        <p:grpSp>
          <p:nvGrpSpPr>
            <p:cNvPr id="6" name="Groupe 5">
              <a:extLst>
                <a:ext uri="{FF2B5EF4-FFF2-40B4-BE49-F238E27FC236}">
                  <a16:creationId xmlns:a16="http://schemas.microsoft.com/office/drawing/2014/main" id="{58FE9679-979D-D604-5C5A-347521F4807B}"/>
                </a:ext>
              </a:extLst>
            </p:cNvPr>
            <p:cNvGrpSpPr/>
            <p:nvPr/>
          </p:nvGrpSpPr>
          <p:grpSpPr>
            <a:xfrm>
              <a:off x="6368311" y="1124949"/>
              <a:ext cx="627754" cy="174699"/>
              <a:chOff x="828603" y="2660370"/>
              <a:chExt cx="627754" cy="174699"/>
            </a:xfrm>
          </p:grpSpPr>
          <p:pic>
            <p:nvPicPr>
              <p:cNvPr id="8" name="Graphique 7" descr="Base de données avec un remplissage uni">
                <a:extLst>
                  <a:ext uri="{FF2B5EF4-FFF2-40B4-BE49-F238E27FC236}">
                    <a16:creationId xmlns:a16="http://schemas.microsoft.com/office/drawing/2014/main" id="{3DB0EF01-BFF7-27FA-38D7-1C5DB4C5953E}"/>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828603" y="2660370"/>
                <a:ext cx="174699" cy="174699"/>
              </a:xfrm>
              <a:prstGeom prst="rect">
                <a:avLst/>
              </a:prstGeom>
            </p:spPr>
          </p:pic>
          <p:sp>
            <p:nvSpPr>
              <p:cNvPr id="9" name="TextBox 132">
                <a:extLst>
                  <a:ext uri="{FF2B5EF4-FFF2-40B4-BE49-F238E27FC236}">
                    <a16:creationId xmlns:a16="http://schemas.microsoft.com/office/drawing/2014/main" id="{E5C98BF0-371A-4564-1D74-E6E255BDB7D3}"/>
                  </a:ext>
                </a:extLst>
              </p:cNvPr>
              <p:cNvSpPr txBox="1"/>
              <p:nvPr/>
            </p:nvSpPr>
            <p:spPr>
              <a:xfrm>
                <a:off x="941007" y="2665689"/>
                <a:ext cx="515350" cy="169277"/>
              </a:xfrm>
              <a:prstGeom prst="rect">
                <a:avLst/>
              </a:prstGeom>
              <a:noFill/>
            </p:spPr>
            <p:txBody>
              <a:bodyPr wrap="square" rtlCol="0">
                <a:spAutoFit/>
              </a:bodyPr>
              <a:lstStyle/>
              <a:p>
                <a:r>
                  <a:rPr lang="fr-CA" sz="500" dirty="0" err="1"/>
                  <a:t>Dataframe</a:t>
                </a:r>
                <a:endParaRPr lang="fr-CA" sz="500" dirty="0"/>
              </a:p>
            </p:txBody>
          </p:sp>
        </p:grpSp>
        <p:sp>
          <p:nvSpPr>
            <p:cNvPr id="7" name="Rectangle: Rounded Corners 292">
              <a:extLst>
                <a:ext uri="{FF2B5EF4-FFF2-40B4-BE49-F238E27FC236}">
                  <a16:creationId xmlns:a16="http://schemas.microsoft.com/office/drawing/2014/main" id="{F8C5EC31-39C1-F409-DA76-F3FFFA678BBF}"/>
                </a:ext>
              </a:extLst>
            </p:cNvPr>
            <p:cNvSpPr/>
            <p:nvPr/>
          </p:nvSpPr>
          <p:spPr>
            <a:xfrm>
              <a:off x="6278184" y="1088562"/>
              <a:ext cx="717882" cy="248477"/>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sp>
        <p:nvSpPr>
          <p:cNvPr id="15" name="Rectangle 14">
            <a:extLst>
              <a:ext uri="{FF2B5EF4-FFF2-40B4-BE49-F238E27FC236}">
                <a16:creationId xmlns:a16="http://schemas.microsoft.com/office/drawing/2014/main" id="{14C6CC21-95EF-05B3-4DC0-EB5B0BC2DB4E}"/>
              </a:ext>
            </a:extLst>
          </p:cNvPr>
          <p:cNvSpPr/>
          <p:nvPr/>
        </p:nvSpPr>
        <p:spPr>
          <a:xfrm>
            <a:off x="2610024" y="2959014"/>
            <a:ext cx="3004217" cy="2790825"/>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a:p>
        </p:txBody>
      </p:sp>
      <p:sp>
        <p:nvSpPr>
          <p:cNvPr id="16" name="ZoneTexte 15">
            <a:extLst>
              <a:ext uri="{FF2B5EF4-FFF2-40B4-BE49-F238E27FC236}">
                <a16:creationId xmlns:a16="http://schemas.microsoft.com/office/drawing/2014/main" id="{57FEF623-2825-5746-46C7-83AE84FD34C1}"/>
              </a:ext>
            </a:extLst>
          </p:cNvPr>
          <p:cNvSpPr txBox="1"/>
          <p:nvPr/>
        </p:nvSpPr>
        <p:spPr>
          <a:xfrm>
            <a:off x="2548711" y="2604056"/>
            <a:ext cx="2601686" cy="369332"/>
          </a:xfrm>
          <a:prstGeom prst="rect">
            <a:avLst/>
          </a:prstGeom>
          <a:noFill/>
        </p:spPr>
        <p:txBody>
          <a:bodyPr wrap="square" rtlCol="0">
            <a:spAutoFit/>
          </a:bodyPr>
          <a:lstStyle/>
          <a:p>
            <a:r>
              <a:rPr lang="fr-CA" dirty="0" err="1"/>
              <a:t>mod_visualisationbrute</a:t>
            </a:r>
            <a:endParaRPr lang="fr-CA" dirty="0"/>
          </a:p>
        </p:txBody>
      </p:sp>
      <p:grpSp>
        <p:nvGrpSpPr>
          <p:cNvPr id="59" name="Groupe 58">
            <a:extLst>
              <a:ext uri="{FF2B5EF4-FFF2-40B4-BE49-F238E27FC236}">
                <a16:creationId xmlns:a16="http://schemas.microsoft.com/office/drawing/2014/main" id="{587C5464-4B20-9D6F-29CB-A28D12A009E8}"/>
              </a:ext>
            </a:extLst>
          </p:cNvPr>
          <p:cNvGrpSpPr/>
          <p:nvPr/>
        </p:nvGrpSpPr>
        <p:grpSpPr>
          <a:xfrm>
            <a:off x="3849554" y="3725415"/>
            <a:ext cx="805607" cy="286149"/>
            <a:chOff x="4560188" y="3016037"/>
            <a:chExt cx="805607" cy="286149"/>
          </a:xfrm>
        </p:grpSpPr>
        <p:sp>
          <p:nvSpPr>
            <p:cNvPr id="60" name="Rectangle: Rounded Corners 292">
              <a:extLst>
                <a:ext uri="{FF2B5EF4-FFF2-40B4-BE49-F238E27FC236}">
                  <a16:creationId xmlns:a16="http://schemas.microsoft.com/office/drawing/2014/main" id="{72387357-2937-25E5-3B47-0DEF514E34E8}"/>
                </a:ext>
              </a:extLst>
            </p:cNvPr>
            <p:cNvSpPr/>
            <p:nvPr/>
          </p:nvSpPr>
          <p:spPr>
            <a:xfrm>
              <a:off x="4560188" y="3016037"/>
              <a:ext cx="760814"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61" name="Groupe 60">
              <a:extLst>
                <a:ext uri="{FF2B5EF4-FFF2-40B4-BE49-F238E27FC236}">
                  <a16:creationId xmlns:a16="http://schemas.microsoft.com/office/drawing/2014/main" id="{90F7A4A2-DF0A-B3AC-C0F6-C769F571BAC6}"/>
                </a:ext>
              </a:extLst>
            </p:cNvPr>
            <p:cNvGrpSpPr/>
            <p:nvPr/>
          </p:nvGrpSpPr>
          <p:grpSpPr>
            <a:xfrm>
              <a:off x="4643184" y="3021918"/>
              <a:ext cx="722611" cy="280268"/>
              <a:chOff x="684754" y="2369830"/>
              <a:chExt cx="722611" cy="280268"/>
            </a:xfrm>
          </p:grpSpPr>
          <p:pic>
            <p:nvPicPr>
              <p:cNvPr id="62" name="Graphique 61" descr="Tableau avec un remplissage uni">
                <a:extLst>
                  <a:ext uri="{FF2B5EF4-FFF2-40B4-BE49-F238E27FC236}">
                    <a16:creationId xmlns:a16="http://schemas.microsoft.com/office/drawing/2014/main" id="{1D09D445-FD13-C951-C506-DF85BD8AF511}"/>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4754" y="2369830"/>
                <a:ext cx="280268" cy="280268"/>
              </a:xfrm>
              <a:prstGeom prst="rect">
                <a:avLst/>
              </a:prstGeom>
            </p:spPr>
          </p:pic>
          <p:sp>
            <p:nvSpPr>
              <p:cNvPr id="63" name="TextBox 132">
                <a:extLst>
                  <a:ext uri="{FF2B5EF4-FFF2-40B4-BE49-F238E27FC236}">
                    <a16:creationId xmlns:a16="http://schemas.microsoft.com/office/drawing/2014/main" id="{4E6C096E-CA57-A935-065E-68F244EA3FA9}"/>
                  </a:ext>
                </a:extLst>
              </p:cNvPr>
              <p:cNvSpPr txBox="1"/>
              <p:nvPr/>
            </p:nvSpPr>
            <p:spPr>
              <a:xfrm>
                <a:off x="886233" y="2416748"/>
                <a:ext cx="521132" cy="169277"/>
              </a:xfrm>
              <a:prstGeom prst="rect">
                <a:avLst/>
              </a:prstGeom>
              <a:noFill/>
            </p:spPr>
            <p:txBody>
              <a:bodyPr wrap="square" rtlCol="0">
                <a:spAutoFit/>
              </a:bodyPr>
              <a:lstStyle/>
              <a:p>
                <a:r>
                  <a:rPr lang="fr-CA" sz="500" dirty="0" err="1"/>
                  <a:t>brut_table</a:t>
                </a:r>
                <a:endParaRPr lang="fr-CA" sz="500" dirty="0"/>
              </a:p>
            </p:txBody>
          </p:sp>
        </p:grpSp>
      </p:grpSp>
      <p:grpSp>
        <p:nvGrpSpPr>
          <p:cNvPr id="64" name="Groupe 63">
            <a:extLst>
              <a:ext uri="{FF2B5EF4-FFF2-40B4-BE49-F238E27FC236}">
                <a16:creationId xmlns:a16="http://schemas.microsoft.com/office/drawing/2014/main" id="{FD962AFD-2CD0-8213-209C-E5153091CF5B}"/>
              </a:ext>
            </a:extLst>
          </p:cNvPr>
          <p:cNvGrpSpPr/>
          <p:nvPr/>
        </p:nvGrpSpPr>
        <p:grpSpPr>
          <a:xfrm>
            <a:off x="3890177" y="4343553"/>
            <a:ext cx="976092" cy="286149"/>
            <a:chOff x="4560187" y="3016037"/>
            <a:chExt cx="976092" cy="286149"/>
          </a:xfrm>
        </p:grpSpPr>
        <p:sp>
          <p:nvSpPr>
            <p:cNvPr id="65" name="Rectangle: Rounded Corners 292">
              <a:extLst>
                <a:ext uri="{FF2B5EF4-FFF2-40B4-BE49-F238E27FC236}">
                  <a16:creationId xmlns:a16="http://schemas.microsoft.com/office/drawing/2014/main" id="{834FC1F7-457E-260B-A7E2-C724904CC9C6}"/>
                </a:ext>
              </a:extLst>
            </p:cNvPr>
            <p:cNvSpPr/>
            <p:nvPr/>
          </p:nvSpPr>
          <p:spPr>
            <a:xfrm>
              <a:off x="4560187" y="3016037"/>
              <a:ext cx="899251"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66" name="Groupe 65">
              <a:extLst>
                <a:ext uri="{FF2B5EF4-FFF2-40B4-BE49-F238E27FC236}">
                  <a16:creationId xmlns:a16="http://schemas.microsoft.com/office/drawing/2014/main" id="{880E8E36-09CA-FF15-4DD7-FE37BBE72CCE}"/>
                </a:ext>
              </a:extLst>
            </p:cNvPr>
            <p:cNvGrpSpPr/>
            <p:nvPr/>
          </p:nvGrpSpPr>
          <p:grpSpPr>
            <a:xfrm>
              <a:off x="4643184" y="3021918"/>
              <a:ext cx="893095" cy="280268"/>
              <a:chOff x="684754" y="2369830"/>
              <a:chExt cx="893095" cy="280268"/>
            </a:xfrm>
          </p:grpSpPr>
          <p:pic>
            <p:nvPicPr>
              <p:cNvPr id="67" name="Graphique 66" descr="Tableau avec un remplissage uni">
                <a:extLst>
                  <a:ext uri="{FF2B5EF4-FFF2-40B4-BE49-F238E27FC236}">
                    <a16:creationId xmlns:a16="http://schemas.microsoft.com/office/drawing/2014/main" id="{0EBF3DFC-C795-588E-AF96-75C20146132D}"/>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684754" y="2369830"/>
                <a:ext cx="280268" cy="280268"/>
              </a:xfrm>
              <a:prstGeom prst="rect">
                <a:avLst/>
              </a:prstGeom>
            </p:spPr>
          </p:pic>
          <p:sp>
            <p:nvSpPr>
              <p:cNvPr id="68" name="TextBox 132">
                <a:extLst>
                  <a:ext uri="{FF2B5EF4-FFF2-40B4-BE49-F238E27FC236}">
                    <a16:creationId xmlns:a16="http://schemas.microsoft.com/office/drawing/2014/main" id="{68BA6B4B-6E50-052B-0727-61A637D63323}"/>
                  </a:ext>
                </a:extLst>
              </p:cNvPr>
              <p:cNvSpPr txBox="1"/>
              <p:nvPr/>
            </p:nvSpPr>
            <p:spPr>
              <a:xfrm>
                <a:off x="886233" y="2416748"/>
                <a:ext cx="691616" cy="169277"/>
              </a:xfrm>
              <a:prstGeom prst="rect">
                <a:avLst/>
              </a:prstGeom>
              <a:noFill/>
            </p:spPr>
            <p:txBody>
              <a:bodyPr wrap="square" rtlCol="0">
                <a:spAutoFit/>
              </a:bodyPr>
              <a:lstStyle/>
              <a:p>
                <a:r>
                  <a:rPr lang="fr-CA" sz="500" dirty="0" err="1"/>
                  <a:t>comment_table</a:t>
                </a:r>
                <a:endParaRPr lang="fr-CA" sz="500" dirty="0"/>
              </a:p>
            </p:txBody>
          </p:sp>
        </p:grpSp>
      </p:grpSp>
      <p:grpSp>
        <p:nvGrpSpPr>
          <p:cNvPr id="69" name="Groupe 68">
            <a:extLst>
              <a:ext uri="{FF2B5EF4-FFF2-40B4-BE49-F238E27FC236}">
                <a16:creationId xmlns:a16="http://schemas.microsoft.com/office/drawing/2014/main" id="{2D416A7C-CF67-7B9C-1A93-15D71B72C535}"/>
              </a:ext>
            </a:extLst>
          </p:cNvPr>
          <p:cNvGrpSpPr/>
          <p:nvPr/>
        </p:nvGrpSpPr>
        <p:grpSpPr>
          <a:xfrm>
            <a:off x="4191941" y="3132303"/>
            <a:ext cx="1254024" cy="284371"/>
            <a:chOff x="701420" y="3429000"/>
            <a:chExt cx="1254024" cy="284371"/>
          </a:xfrm>
        </p:grpSpPr>
        <p:sp>
          <p:nvSpPr>
            <p:cNvPr id="70" name="Rectangle: Rounded Corners 292">
              <a:extLst>
                <a:ext uri="{FF2B5EF4-FFF2-40B4-BE49-F238E27FC236}">
                  <a16:creationId xmlns:a16="http://schemas.microsoft.com/office/drawing/2014/main" id="{5FE5A634-459A-F0F1-661E-CCB78769A885}"/>
                </a:ext>
              </a:extLst>
            </p:cNvPr>
            <p:cNvSpPr/>
            <p:nvPr/>
          </p:nvSpPr>
          <p:spPr>
            <a:xfrm>
              <a:off x="701420" y="3429000"/>
              <a:ext cx="1248373"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71" name="Groupe 70">
              <a:extLst>
                <a:ext uri="{FF2B5EF4-FFF2-40B4-BE49-F238E27FC236}">
                  <a16:creationId xmlns:a16="http://schemas.microsoft.com/office/drawing/2014/main" id="{75DDEB52-F387-E1A6-893B-972FDD562497}"/>
                </a:ext>
              </a:extLst>
            </p:cNvPr>
            <p:cNvGrpSpPr/>
            <p:nvPr/>
          </p:nvGrpSpPr>
          <p:grpSpPr>
            <a:xfrm>
              <a:off x="761837" y="3436287"/>
              <a:ext cx="1193607" cy="254204"/>
              <a:chOff x="814800" y="3911539"/>
              <a:chExt cx="1193607" cy="254204"/>
            </a:xfrm>
          </p:grpSpPr>
          <p:sp>
            <p:nvSpPr>
              <p:cNvPr id="72" name="TextBox 132">
                <a:extLst>
                  <a:ext uri="{FF2B5EF4-FFF2-40B4-BE49-F238E27FC236}">
                    <a16:creationId xmlns:a16="http://schemas.microsoft.com/office/drawing/2014/main" id="{4A303CB9-3AC5-8A05-E7AC-1C63A6B2BFE6}"/>
                  </a:ext>
                </a:extLst>
              </p:cNvPr>
              <p:cNvSpPr txBox="1"/>
              <p:nvPr/>
            </p:nvSpPr>
            <p:spPr>
              <a:xfrm>
                <a:off x="955705" y="3950299"/>
                <a:ext cx="1052702" cy="215444"/>
              </a:xfrm>
              <a:prstGeom prst="rect">
                <a:avLst/>
              </a:prstGeom>
              <a:noFill/>
            </p:spPr>
            <p:txBody>
              <a:bodyPr wrap="square" rtlCol="0">
                <a:spAutoFit/>
              </a:bodyPr>
              <a:lstStyle/>
              <a:p>
                <a:r>
                  <a:rPr lang="fr-CA" sz="800" dirty="0" err="1"/>
                  <a:t>title_visualisation</a:t>
                </a:r>
                <a:endParaRPr lang="fr-CA" sz="500" dirty="0"/>
              </a:p>
            </p:txBody>
          </p:sp>
          <p:pic>
            <p:nvPicPr>
              <p:cNvPr id="73" name="Image 72">
                <a:extLst>
                  <a:ext uri="{FF2B5EF4-FFF2-40B4-BE49-F238E27FC236}">
                    <a16:creationId xmlns:a16="http://schemas.microsoft.com/office/drawing/2014/main" id="{E88AC658-609C-62FE-14DD-44CFF6C3D74B}"/>
                  </a:ext>
                </a:extLst>
              </p:cNvPr>
              <p:cNvPicPr>
                <a:picLocks noChangeAspect="1"/>
              </p:cNvPicPr>
              <p:nvPr/>
            </p:nvPicPr>
            <p:blipFill>
              <a:blip r:embed="rId10">
                <a:extLst>
                  <a:ext uri="{BEBA8EAE-BF5A-486C-A8C5-ECC9F3942E4B}">
                    <a14:imgProps xmlns:a14="http://schemas.microsoft.com/office/drawing/2010/main">
                      <a14:imgLayer r:embed="rId11">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74" name="Groupe 73">
            <a:extLst>
              <a:ext uri="{FF2B5EF4-FFF2-40B4-BE49-F238E27FC236}">
                <a16:creationId xmlns:a16="http://schemas.microsoft.com/office/drawing/2014/main" id="{21340E5A-0B1C-F6D9-3961-934C7945DA4B}"/>
              </a:ext>
            </a:extLst>
          </p:cNvPr>
          <p:cNvGrpSpPr/>
          <p:nvPr/>
        </p:nvGrpSpPr>
        <p:grpSpPr>
          <a:xfrm>
            <a:off x="4113308" y="5267365"/>
            <a:ext cx="910658" cy="284371"/>
            <a:chOff x="712350" y="4155091"/>
            <a:chExt cx="910658" cy="284371"/>
          </a:xfrm>
        </p:grpSpPr>
        <p:sp>
          <p:nvSpPr>
            <p:cNvPr id="75" name="Rectangle: Rounded Corners 292">
              <a:extLst>
                <a:ext uri="{FF2B5EF4-FFF2-40B4-BE49-F238E27FC236}">
                  <a16:creationId xmlns:a16="http://schemas.microsoft.com/office/drawing/2014/main" id="{D1925C92-4704-797E-280D-31D17E336C54}"/>
                </a:ext>
              </a:extLst>
            </p:cNvPr>
            <p:cNvSpPr/>
            <p:nvPr/>
          </p:nvSpPr>
          <p:spPr>
            <a:xfrm>
              <a:off x="712350" y="4155091"/>
              <a:ext cx="910658"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76" name="Groupe 75">
              <a:extLst>
                <a:ext uri="{FF2B5EF4-FFF2-40B4-BE49-F238E27FC236}">
                  <a16:creationId xmlns:a16="http://schemas.microsoft.com/office/drawing/2014/main" id="{2F839481-FDA5-6C3C-EFC3-A33114DF72B8}"/>
                </a:ext>
              </a:extLst>
            </p:cNvPr>
            <p:cNvGrpSpPr/>
            <p:nvPr/>
          </p:nvGrpSpPr>
          <p:grpSpPr>
            <a:xfrm>
              <a:off x="795310" y="4195999"/>
              <a:ext cx="827698" cy="234801"/>
              <a:chOff x="795310" y="4195999"/>
              <a:chExt cx="827698" cy="234801"/>
            </a:xfrm>
          </p:grpSpPr>
          <p:pic>
            <p:nvPicPr>
              <p:cNvPr id="77" name="Graphique 76" descr="Graphique à barres avec un remplissage uni">
                <a:extLst>
                  <a:ext uri="{FF2B5EF4-FFF2-40B4-BE49-F238E27FC236}">
                    <a16:creationId xmlns:a16="http://schemas.microsoft.com/office/drawing/2014/main" id="{78D118E5-5698-F664-97CD-17B2ED49235C}"/>
                  </a:ext>
                </a:extLst>
              </p:cNvPr>
              <p:cNvPicPr>
                <a:picLocks noChangeAspect="1"/>
              </p:cNvPicPr>
              <p:nvPr/>
            </p:nvPicPr>
            <p:blipFill>
              <a:blip r:embed="rId12">
                <a:extLst>
                  <a:ext uri="{96DAC541-7B7A-43D3-8B79-37D633B846F1}">
                    <asvg:svgBlip xmlns:asvg="http://schemas.microsoft.com/office/drawing/2016/SVG/main" r:embed="rId13"/>
                  </a:ext>
                </a:extLst>
              </a:blip>
              <a:stretch>
                <a:fillRect/>
              </a:stretch>
            </p:blipFill>
            <p:spPr>
              <a:xfrm>
                <a:off x="795310" y="4195999"/>
                <a:ext cx="207992" cy="207992"/>
              </a:xfrm>
              <a:prstGeom prst="rect">
                <a:avLst/>
              </a:prstGeom>
            </p:spPr>
          </p:pic>
          <p:sp>
            <p:nvSpPr>
              <p:cNvPr id="78" name="TextBox 132">
                <a:extLst>
                  <a:ext uri="{FF2B5EF4-FFF2-40B4-BE49-F238E27FC236}">
                    <a16:creationId xmlns:a16="http://schemas.microsoft.com/office/drawing/2014/main" id="{13F0397B-DEED-6D78-F72B-4363963695A7}"/>
                  </a:ext>
                </a:extLst>
              </p:cNvPr>
              <p:cNvSpPr txBox="1"/>
              <p:nvPr/>
            </p:nvSpPr>
            <p:spPr>
              <a:xfrm>
                <a:off x="978234" y="4215356"/>
                <a:ext cx="644774" cy="215444"/>
              </a:xfrm>
              <a:prstGeom prst="rect">
                <a:avLst/>
              </a:prstGeom>
              <a:noFill/>
            </p:spPr>
            <p:txBody>
              <a:bodyPr wrap="square" rtlCol="0">
                <a:spAutoFit/>
              </a:bodyPr>
              <a:lstStyle/>
              <a:p>
                <a:r>
                  <a:rPr lang="fr-CA" sz="800" dirty="0" err="1"/>
                  <a:t>pie_chart</a:t>
                </a:r>
                <a:endParaRPr lang="fr-CA" sz="500" dirty="0"/>
              </a:p>
            </p:txBody>
          </p:sp>
        </p:grpSp>
      </p:grpSp>
      <p:cxnSp>
        <p:nvCxnSpPr>
          <p:cNvPr id="79" name="Straight Arrow Connector 268">
            <a:extLst>
              <a:ext uri="{FF2B5EF4-FFF2-40B4-BE49-F238E27FC236}">
                <a16:creationId xmlns:a16="http://schemas.microsoft.com/office/drawing/2014/main" id="{FD17BCE8-4141-BBCA-CB15-032A335BF15C}"/>
              </a:ext>
            </a:extLst>
          </p:cNvPr>
          <p:cNvCxnSpPr>
            <a:cxnSpLocks/>
            <a:stCxn id="87" idx="3"/>
            <a:endCxn id="70" idx="1"/>
          </p:cNvCxnSpPr>
          <p:nvPr/>
        </p:nvCxnSpPr>
        <p:spPr>
          <a:xfrm flipV="1">
            <a:off x="2315125" y="3274489"/>
            <a:ext cx="1876816" cy="57800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0" name="Straight Arrow Connector 268">
            <a:extLst>
              <a:ext uri="{FF2B5EF4-FFF2-40B4-BE49-F238E27FC236}">
                <a16:creationId xmlns:a16="http://schemas.microsoft.com/office/drawing/2014/main" id="{E94179C2-4F69-A5E6-10DF-7ACD9730C94B}"/>
              </a:ext>
            </a:extLst>
          </p:cNvPr>
          <p:cNvCxnSpPr>
            <a:cxnSpLocks/>
            <a:stCxn id="87" idx="3"/>
            <a:endCxn id="60" idx="1"/>
          </p:cNvCxnSpPr>
          <p:nvPr/>
        </p:nvCxnSpPr>
        <p:spPr>
          <a:xfrm>
            <a:off x="2315125" y="3852498"/>
            <a:ext cx="1534429" cy="1510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1" name="Straight Arrow Connector 268">
            <a:extLst>
              <a:ext uri="{FF2B5EF4-FFF2-40B4-BE49-F238E27FC236}">
                <a16:creationId xmlns:a16="http://schemas.microsoft.com/office/drawing/2014/main" id="{B21502FA-F154-220A-CDE3-DA4CEB89BA9F}"/>
              </a:ext>
            </a:extLst>
          </p:cNvPr>
          <p:cNvCxnSpPr>
            <a:cxnSpLocks/>
            <a:stCxn id="87" idx="3"/>
            <a:endCxn id="65" idx="1"/>
          </p:cNvCxnSpPr>
          <p:nvPr/>
        </p:nvCxnSpPr>
        <p:spPr>
          <a:xfrm>
            <a:off x="2315125" y="3852498"/>
            <a:ext cx="1575052" cy="63324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2" name="Straight Arrow Connector 268">
            <a:extLst>
              <a:ext uri="{FF2B5EF4-FFF2-40B4-BE49-F238E27FC236}">
                <a16:creationId xmlns:a16="http://schemas.microsoft.com/office/drawing/2014/main" id="{618FCFE1-369A-1F88-2EB9-85A2C27140B8}"/>
              </a:ext>
            </a:extLst>
          </p:cNvPr>
          <p:cNvCxnSpPr>
            <a:cxnSpLocks/>
            <a:stCxn id="87" idx="3"/>
            <a:endCxn id="75" idx="1"/>
          </p:cNvCxnSpPr>
          <p:nvPr/>
        </p:nvCxnSpPr>
        <p:spPr>
          <a:xfrm>
            <a:off x="2315125" y="3852498"/>
            <a:ext cx="1798183" cy="155705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83" name="ZoneTexte 82">
            <a:extLst>
              <a:ext uri="{FF2B5EF4-FFF2-40B4-BE49-F238E27FC236}">
                <a16:creationId xmlns:a16="http://schemas.microsoft.com/office/drawing/2014/main" id="{6AA5FD71-1CC0-C28F-2DAC-5E420D50A4AE}"/>
              </a:ext>
            </a:extLst>
          </p:cNvPr>
          <p:cNvSpPr txBox="1"/>
          <p:nvPr/>
        </p:nvSpPr>
        <p:spPr>
          <a:xfrm>
            <a:off x="5656614" y="3561684"/>
            <a:ext cx="2265981" cy="1384995"/>
          </a:xfrm>
          <a:prstGeom prst="rect">
            <a:avLst/>
          </a:prstGeom>
          <a:noFill/>
        </p:spPr>
        <p:txBody>
          <a:bodyPr wrap="square">
            <a:spAutoFit/>
          </a:bodyPr>
          <a:lstStyle/>
          <a:p>
            <a:r>
              <a:rPr lang="fr-CA" sz="700" dirty="0"/>
              <a:t>Accessible par: </a:t>
            </a:r>
          </a:p>
          <a:p>
            <a:r>
              <a:rPr lang="fr-CA" sz="700" dirty="0" err="1"/>
              <a:t>mod_visualisationbrute_server</a:t>
            </a:r>
            <a:r>
              <a:rPr lang="fr-CA" sz="700" dirty="0"/>
              <a:t>("visualisation_brute1", </a:t>
            </a:r>
            <a:r>
              <a:rPr lang="fr-CA" sz="700" dirty="0" err="1"/>
              <a:t>data_lac</a:t>
            </a:r>
            <a:r>
              <a:rPr lang="fr-CA" sz="700" dirty="0"/>
              <a:t>)</a:t>
            </a:r>
          </a:p>
          <a:p>
            <a:endParaRPr lang="fr-CA" sz="700" dirty="0"/>
          </a:p>
          <a:p>
            <a:r>
              <a:rPr lang="fr-CA" sz="700" dirty="0"/>
              <a:t> </a:t>
            </a:r>
            <a:r>
              <a:rPr lang="fr-CA" sz="700" dirty="0" err="1"/>
              <a:t>mod_visualisationbrute_ui</a:t>
            </a:r>
            <a:r>
              <a:rPr lang="fr-CA" sz="700" dirty="0"/>
              <a:t>("visualisation_brute1")</a:t>
            </a:r>
          </a:p>
          <a:p>
            <a:endParaRPr lang="fr-CA" sz="700" dirty="0"/>
          </a:p>
          <a:p>
            <a:r>
              <a:rPr lang="fr-CA" sz="700" dirty="0"/>
              <a:t>Suivre la logique de numérotation quand on ajoutera des lacs</a:t>
            </a:r>
          </a:p>
          <a:p>
            <a:endParaRPr lang="fr-CA" sz="700" dirty="0"/>
          </a:p>
          <a:p>
            <a:r>
              <a:rPr lang="fr-CA" sz="700" dirty="0"/>
              <a:t>NB il n’y a que des outputs statiques à ce module. </a:t>
            </a:r>
          </a:p>
          <a:p>
            <a:r>
              <a:rPr lang="fr-CA" sz="700" dirty="0"/>
              <a:t>Bref, ce module est un </a:t>
            </a:r>
            <a:r>
              <a:rPr lang="fr-CA" sz="700" dirty="0" err="1"/>
              <a:t>dead</a:t>
            </a:r>
            <a:r>
              <a:rPr lang="fr-CA" sz="700" dirty="0"/>
              <a:t> end, il n’est pas réutilisable. </a:t>
            </a:r>
          </a:p>
        </p:txBody>
      </p:sp>
      <p:grpSp>
        <p:nvGrpSpPr>
          <p:cNvPr id="52" name="Groupe 51">
            <a:extLst>
              <a:ext uri="{FF2B5EF4-FFF2-40B4-BE49-F238E27FC236}">
                <a16:creationId xmlns:a16="http://schemas.microsoft.com/office/drawing/2014/main" id="{EAE0BAFC-B8AB-4135-463F-D87A12B0E46B}"/>
              </a:ext>
            </a:extLst>
          </p:cNvPr>
          <p:cNvGrpSpPr/>
          <p:nvPr/>
        </p:nvGrpSpPr>
        <p:grpSpPr>
          <a:xfrm>
            <a:off x="4243339" y="961150"/>
            <a:ext cx="1294855" cy="286563"/>
            <a:chOff x="6278184" y="1050476"/>
            <a:chExt cx="1294855" cy="286563"/>
          </a:xfrm>
        </p:grpSpPr>
        <p:grpSp>
          <p:nvGrpSpPr>
            <p:cNvPr id="53" name="Groupe 52">
              <a:extLst>
                <a:ext uri="{FF2B5EF4-FFF2-40B4-BE49-F238E27FC236}">
                  <a16:creationId xmlns:a16="http://schemas.microsoft.com/office/drawing/2014/main" id="{476C5018-F83E-D727-1E76-3333CAFB2866}"/>
                </a:ext>
              </a:extLst>
            </p:cNvPr>
            <p:cNvGrpSpPr/>
            <p:nvPr/>
          </p:nvGrpSpPr>
          <p:grpSpPr>
            <a:xfrm>
              <a:off x="6292297" y="1090818"/>
              <a:ext cx="1280742" cy="246221"/>
              <a:chOff x="752589" y="2626239"/>
              <a:chExt cx="1280742" cy="246221"/>
            </a:xfrm>
          </p:grpSpPr>
          <p:pic>
            <p:nvPicPr>
              <p:cNvPr id="55" name="Graphique 54" descr="Base de données avec un remplissage uni">
                <a:extLst>
                  <a:ext uri="{FF2B5EF4-FFF2-40B4-BE49-F238E27FC236}">
                    <a16:creationId xmlns:a16="http://schemas.microsoft.com/office/drawing/2014/main" id="{EADD5630-2326-EFBF-A2EA-AB8BBDC6E2F3}"/>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2589" y="2655273"/>
                <a:ext cx="174699" cy="174699"/>
              </a:xfrm>
              <a:prstGeom prst="rect">
                <a:avLst/>
              </a:prstGeom>
            </p:spPr>
          </p:pic>
          <p:sp>
            <p:nvSpPr>
              <p:cNvPr id="56" name="TextBox 132">
                <a:extLst>
                  <a:ext uri="{FF2B5EF4-FFF2-40B4-BE49-F238E27FC236}">
                    <a16:creationId xmlns:a16="http://schemas.microsoft.com/office/drawing/2014/main" id="{5BA7EE1C-04B1-6878-9385-C111AC9C8AE8}"/>
                  </a:ext>
                </a:extLst>
              </p:cNvPr>
              <p:cNvSpPr txBox="1"/>
              <p:nvPr/>
            </p:nvSpPr>
            <p:spPr>
              <a:xfrm>
                <a:off x="839938" y="2626239"/>
                <a:ext cx="1193393" cy="246221"/>
              </a:xfrm>
              <a:prstGeom prst="rect">
                <a:avLst/>
              </a:prstGeom>
              <a:noFill/>
            </p:spPr>
            <p:txBody>
              <a:bodyPr wrap="square" rtlCol="0">
                <a:spAutoFit/>
              </a:bodyPr>
              <a:lstStyle/>
              <a:p>
                <a:r>
                  <a:rPr lang="fr-CA" sz="1000" dirty="0"/>
                  <a:t>lac1_data_lac()</a:t>
                </a:r>
              </a:p>
            </p:txBody>
          </p:sp>
        </p:grpSp>
        <p:sp>
          <p:nvSpPr>
            <p:cNvPr id="54" name="Rectangle: Rounded Corners 292">
              <a:extLst>
                <a:ext uri="{FF2B5EF4-FFF2-40B4-BE49-F238E27FC236}">
                  <a16:creationId xmlns:a16="http://schemas.microsoft.com/office/drawing/2014/main" id="{0FB2936F-4892-5C92-0F85-250F3D044D74}"/>
                </a:ext>
              </a:extLst>
            </p:cNvPr>
            <p:cNvSpPr/>
            <p:nvPr/>
          </p:nvSpPr>
          <p:spPr>
            <a:xfrm>
              <a:off x="6278184" y="1050476"/>
              <a:ext cx="1133114" cy="28656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grpSp>
        <p:nvGrpSpPr>
          <p:cNvPr id="85" name="Groupe 84">
            <a:extLst>
              <a:ext uri="{FF2B5EF4-FFF2-40B4-BE49-F238E27FC236}">
                <a16:creationId xmlns:a16="http://schemas.microsoft.com/office/drawing/2014/main" id="{C573B396-0974-E178-C3A9-6988D7DE551D}"/>
              </a:ext>
            </a:extLst>
          </p:cNvPr>
          <p:cNvGrpSpPr/>
          <p:nvPr/>
        </p:nvGrpSpPr>
        <p:grpSpPr>
          <a:xfrm>
            <a:off x="1182011" y="3709216"/>
            <a:ext cx="1294855" cy="286563"/>
            <a:chOff x="6278184" y="1050476"/>
            <a:chExt cx="1294855" cy="286563"/>
          </a:xfrm>
        </p:grpSpPr>
        <p:grpSp>
          <p:nvGrpSpPr>
            <p:cNvPr id="86" name="Groupe 85">
              <a:extLst>
                <a:ext uri="{FF2B5EF4-FFF2-40B4-BE49-F238E27FC236}">
                  <a16:creationId xmlns:a16="http://schemas.microsoft.com/office/drawing/2014/main" id="{06DB3EB8-CFD5-27D3-4755-25D45B02A17E}"/>
                </a:ext>
              </a:extLst>
            </p:cNvPr>
            <p:cNvGrpSpPr/>
            <p:nvPr/>
          </p:nvGrpSpPr>
          <p:grpSpPr>
            <a:xfrm>
              <a:off x="6292297" y="1090818"/>
              <a:ext cx="1280742" cy="246221"/>
              <a:chOff x="752589" y="2626239"/>
              <a:chExt cx="1280742" cy="246221"/>
            </a:xfrm>
          </p:grpSpPr>
          <p:pic>
            <p:nvPicPr>
              <p:cNvPr id="88" name="Graphique 87" descr="Base de données avec un remplissage uni">
                <a:extLst>
                  <a:ext uri="{FF2B5EF4-FFF2-40B4-BE49-F238E27FC236}">
                    <a16:creationId xmlns:a16="http://schemas.microsoft.com/office/drawing/2014/main" id="{3852C993-0BBB-A17F-8E37-D3C877B04D36}"/>
                  </a:ext>
                </a:extLst>
              </p:cNvPr>
              <p:cNvPicPr>
                <a:picLocks noChangeAspect="1"/>
              </p:cNvPicPr>
              <p:nvPr/>
            </p:nvPicPr>
            <p:blipFill>
              <a:blip r:embed="rId6">
                <a:extLst>
                  <a:ext uri="{96DAC541-7B7A-43D3-8B79-37D633B846F1}">
                    <asvg:svgBlip xmlns:asvg="http://schemas.microsoft.com/office/drawing/2016/SVG/main" r:embed="rId7"/>
                  </a:ext>
                </a:extLst>
              </a:blip>
              <a:stretch>
                <a:fillRect/>
              </a:stretch>
            </p:blipFill>
            <p:spPr>
              <a:xfrm>
                <a:off x="752589" y="2655273"/>
                <a:ext cx="174699" cy="174699"/>
              </a:xfrm>
              <a:prstGeom prst="rect">
                <a:avLst/>
              </a:prstGeom>
            </p:spPr>
          </p:pic>
          <p:sp>
            <p:nvSpPr>
              <p:cNvPr id="89" name="TextBox 132">
                <a:extLst>
                  <a:ext uri="{FF2B5EF4-FFF2-40B4-BE49-F238E27FC236}">
                    <a16:creationId xmlns:a16="http://schemas.microsoft.com/office/drawing/2014/main" id="{3FE5EE1A-D894-DE45-5DF4-8A20076E4CEF}"/>
                  </a:ext>
                </a:extLst>
              </p:cNvPr>
              <p:cNvSpPr txBox="1"/>
              <p:nvPr/>
            </p:nvSpPr>
            <p:spPr>
              <a:xfrm>
                <a:off x="839938" y="2626239"/>
                <a:ext cx="1193393" cy="246221"/>
              </a:xfrm>
              <a:prstGeom prst="rect">
                <a:avLst/>
              </a:prstGeom>
              <a:noFill/>
            </p:spPr>
            <p:txBody>
              <a:bodyPr wrap="square" rtlCol="0">
                <a:spAutoFit/>
              </a:bodyPr>
              <a:lstStyle/>
              <a:p>
                <a:r>
                  <a:rPr lang="fr-CA" sz="1000" dirty="0"/>
                  <a:t>lac1_data_lac()</a:t>
                </a:r>
              </a:p>
            </p:txBody>
          </p:sp>
        </p:grpSp>
        <p:sp>
          <p:nvSpPr>
            <p:cNvPr id="87" name="Rectangle: Rounded Corners 292">
              <a:extLst>
                <a:ext uri="{FF2B5EF4-FFF2-40B4-BE49-F238E27FC236}">
                  <a16:creationId xmlns:a16="http://schemas.microsoft.com/office/drawing/2014/main" id="{F40E4C34-DBB1-DEBE-37BA-B038557FE846}"/>
                </a:ext>
              </a:extLst>
            </p:cNvPr>
            <p:cNvSpPr/>
            <p:nvPr/>
          </p:nvSpPr>
          <p:spPr>
            <a:xfrm>
              <a:off x="6278184" y="1050476"/>
              <a:ext cx="1133114" cy="28656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spTree>
    <p:extLst>
      <p:ext uri="{BB962C8B-B14F-4D97-AF65-F5344CB8AC3E}">
        <p14:creationId xmlns:p14="http://schemas.microsoft.com/office/powerpoint/2010/main" val="286139351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ED6A1E8C-4D0F-325C-CAB5-5306C50FB64E}"/>
            </a:ext>
          </a:extLst>
        </p:cNvPr>
        <p:cNvGrpSpPr/>
        <p:nvPr/>
      </p:nvGrpSpPr>
      <p:grpSpPr>
        <a:xfrm>
          <a:off x="0" y="0"/>
          <a:ext cx="0" cy="0"/>
          <a:chOff x="0" y="0"/>
          <a:chExt cx="0" cy="0"/>
        </a:xfrm>
      </p:grpSpPr>
      <p:sp>
        <p:nvSpPr>
          <p:cNvPr id="96" name="Rectangle 95">
            <a:extLst>
              <a:ext uri="{FF2B5EF4-FFF2-40B4-BE49-F238E27FC236}">
                <a16:creationId xmlns:a16="http://schemas.microsoft.com/office/drawing/2014/main" id="{D25A6166-FAB7-6E81-C4E5-9D4383FEEEAD}"/>
              </a:ext>
            </a:extLst>
          </p:cNvPr>
          <p:cNvSpPr/>
          <p:nvPr/>
        </p:nvSpPr>
        <p:spPr>
          <a:xfrm>
            <a:off x="3781419" y="1181876"/>
            <a:ext cx="4566372" cy="4323185"/>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a:p>
        </p:txBody>
      </p:sp>
      <p:sp>
        <p:nvSpPr>
          <p:cNvPr id="4" name="ZoneTexte 3">
            <a:extLst>
              <a:ext uri="{FF2B5EF4-FFF2-40B4-BE49-F238E27FC236}">
                <a16:creationId xmlns:a16="http://schemas.microsoft.com/office/drawing/2014/main" id="{4FE56E5C-278F-0308-2344-B4C921B92F97}"/>
              </a:ext>
            </a:extLst>
          </p:cNvPr>
          <p:cNvSpPr txBox="1"/>
          <p:nvPr/>
        </p:nvSpPr>
        <p:spPr>
          <a:xfrm>
            <a:off x="2337139" y="832905"/>
            <a:ext cx="2143125" cy="369332"/>
          </a:xfrm>
          <a:prstGeom prst="rect">
            <a:avLst/>
          </a:prstGeom>
          <a:noFill/>
        </p:spPr>
        <p:txBody>
          <a:bodyPr wrap="square" rtlCol="0">
            <a:spAutoFit/>
          </a:bodyPr>
          <a:lstStyle/>
          <a:p>
            <a:r>
              <a:rPr lang="fr-CA" dirty="0" err="1"/>
              <a:t>mod_coefficients</a:t>
            </a:r>
            <a:endParaRPr lang="fr-CA" dirty="0"/>
          </a:p>
        </p:txBody>
      </p:sp>
      <p:grpSp>
        <p:nvGrpSpPr>
          <p:cNvPr id="3" name="Groupe 2">
            <a:extLst>
              <a:ext uri="{FF2B5EF4-FFF2-40B4-BE49-F238E27FC236}">
                <a16:creationId xmlns:a16="http://schemas.microsoft.com/office/drawing/2014/main" id="{D906661E-A8CC-926F-BA3B-09CA5A8A2DC0}"/>
              </a:ext>
            </a:extLst>
          </p:cNvPr>
          <p:cNvGrpSpPr/>
          <p:nvPr/>
        </p:nvGrpSpPr>
        <p:grpSpPr>
          <a:xfrm>
            <a:off x="2371556" y="1350654"/>
            <a:ext cx="688695" cy="331243"/>
            <a:chOff x="681082" y="4469209"/>
            <a:chExt cx="688695" cy="331243"/>
          </a:xfrm>
        </p:grpSpPr>
        <p:pic>
          <p:nvPicPr>
            <p:cNvPr id="6" name="Graphique 5" descr="Presse-papiers vérifié avec un remplissage uni">
              <a:extLst>
                <a:ext uri="{FF2B5EF4-FFF2-40B4-BE49-F238E27FC236}">
                  <a16:creationId xmlns:a16="http://schemas.microsoft.com/office/drawing/2014/main" id="{4840207D-C122-5214-508B-56A173A4CA19}"/>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81082" y="4469209"/>
              <a:ext cx="331243" cy="331243"/>
            </a:xfrm>
            <a:prstGeom prst="rect">
              <a:avLst/>
            </a:prstGeom>
          </p:spPr>
        </p:pic>
        <p:sp>
          <p:nvSpPr>
            <p:cNvPr id="7" name="TextBox 132">
              <a:extLst>
                <a:ext uri="{FF2B5EF4-FFF2-40B4-BE49-F238E27FC236}">
                  <a16:creationId xmlns:a16="http://schemas.microsoft.com/office/drawing/2014/main" id="{8D554938-7113-1FA0-F368-9929936640A3}"/>
                </a:ext>
              </a:extLst>
            </p:cNvPr>
            <p:cNvSpPr txBox="1"/>
            <p:nvPr/>
          </p:nvSpPr>
          <p:spPr>
            <a:xfrm>
              <a:off x="882912" y="4563649"/>
              <a:ext cx="486865" cy="169277"/>
            </a:xfrm>
            <a:prstGeom prst="rect">
              <a:avLst/>
            </a:prstGeom>
            <a:noFill/>
          </p:spPr>
          <p:txBody>
            <a:bodyPr wrap="square" rtlCol="0">
              <a:spAutoFit/>
            </a:bodyPr>
            <a:lstStyle/>
            <a:p>
              <a:r>
                <a:rPr lang="fr-CA" sz="500" dirty="0"/>
                <a:t>scenarios</a:t>
              </a:r>
            </a:p>
          </p:txBody>
        </p:sp>
      </p:grpSp>
      <p:grpSp>
        <p:nvGrpSpPr>
          <p:cNvPr id="9" name="Groupe 8">
            <a:extLst>
              <a:ext uri="{FF2B5EF4-FFF2-40B4-BE49-F238E27FC236}">
                <a16:creationId xmlns:a16="http://schemas.microsoft.com/office/drawing/2014/main" id="{D39F7C9A-8819-E2B0-7123-2EA4857E66F2}"/>
              </a:ext>
            </a:extLst>
          </p:cNvPr>
          <p:cNvGrpSpPr/>
          <p:nvPr/>
        </p:nvGrpSpPr>
        <p:grpSpPr>
          <a:xfrm>
            <a:off x="2603303" y="1720207"/>
            <a:ext cx="708908" cy="250184"/>
            <a:chOff x="2024933" y="1836433"/>
            <a:chExt cx="708908" cy="250184"/>
          </a:xfrm>
        </p:grpSpPr>
        <p:sp>
          <p:nvSpPr>
            <p:cNvPr id="11" name="Rectangle: Rounded Corners 292">
              <a:extLst>
                <a:ext uri="{FF2B5EF4-FFF2-40B4-BE49-F238E27FC236}">
                  <a16:creationId xmlns:a16="http://schemas.microsoft.com/office/drawing/2014/main" id="{15E75F4B-6735-21A0-209B-5A4E5D542268}"/>
                </a:ext>
              </a:extLst>
            </p:cNvPr>
            <p:cNvSpPr/>
            <p:nvPr/>
          </p:nvSpPr>
          <p:spPr>
            <a:xfrm>
              <a:off x="2024933" y="1836433"/>
              <a:ext cx="708908" cy="250184"/>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0" name="Groupe 9">
              <a:extLst>
                <a:ext uri="{FF2B5EF4-FFF2-40B4-BE49-F238E27FC236}">
                  <a16:creationId xmlns:a16="http://schemas.microsoft.com/office/drawing/2014/main" id="{73FB5079-502F-0D6A-B08D-DC512C7DCEF1}"/>
                </a:ext>
              </a:extLst>
            </p:cNvPr>
            <p:cNvGrpSpPr/>
            <p:nvPr/>
          </p:nvGrpSpPr>
          <p:grpSpPr>
            <a:xfrm>
              <a:off x="2113816" y="1866498"/>
              <a:ext cx="611505" cy="207992"/>
              <a:chOff x="776782" y="3200153"/>
              <a:chExt cx="611505" cy="207992"/>
            </a:xfrm>
          </p:grpSpPr>
          <p:pic>
            <p:nvPicPr>
              <p:cNvPr id="12" name="Image 11">
                <a:extLst>
                  <a:ext uri="{FF2B5EF4-FFF2-40B4-BE49-F238E27FC236}">
                    <a16:creationId xmlns:a16="http://schemas.microsoft.com/office/drawing/2014/main" id="{5FA5D9BC-2683-F995-27E0-4195DF02D979}"/>
                  </a:ext>
                </a:extLst>
              </p:cNvPr>
              <p:cNvPicPr>
                <a:picLocks noChangeAspect="1"/>
              </p:cNvPicPr>
              <p:nvPr/>
            </p:nvPicPr>
            <p:blipFill>
              <a:blip r:embed="rId5">
                <a:duotone>
                  <a:prstClr val="black"/>
                  <a:schemeClr val="tx2">
                    <a:tint val="45000"/>
                    <a:satMod val="400000"/>
                  </a:schemeClr>
                </a:duotone>
                <a:extLst>
                  <a:ext uri="{BEBA8EAE-BF5A-486C-A8C5-ECC9F3942E4B}">
                    <a14:imgProps xmlns:a14="http://schemas.microsoft.com/office/drawing/2010/main">
                      <a14:imgLayer r:embed="rId6">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76782" y="3200153"/>
                <a:ext cx="207992" cy="207992"/>
              </a:xfrm>
              <a:prstGeom prst="rect">
                <a:avLst/>
              </a:prstGeom>
            </p:spPr>
          </p:pic>
          <p:sp>
            <p:nvSpPr>
              <p:cNvPr id="13" name="TextBox 132">
                <a:extLst>
                  <a:ext uri="{FF2B5EF4-FFF2-40B4-BE49-F238E27FC236}">
                    <a16:creationId xmlns:a16="http://schemas.microsoft.com/office/drawing/2014/main" id="{5E4B28EC-75F3-172E-FF1B-6CA4288615CE}"/>
                  </a:ext>
                </a:extLst>
              </p:cNvPr>
              <p:cNvSpPr txBox="1"/>
              <p:nvPr/>
            </p:nvSpPr>
            <p:spPr>
              <a:xfrm>
                <a:off x="901408" y="3210561"/>
                <a:ext cx="486879" cy="169277"/>
              </a:xfrm>
              <a:prstGeom prst="rect">
                <a:avLst/>
              </a:prstGeom>
              <a:noFill/>
            </p:spPr>
            <p:txBody>
              <a:bodyPr wrap="square" rtlCol="0">
                <a:spAutoFit/>
              </a:bodyPr>
              <a:lstStyle/>
              <a:p>
                <a:r>
                  <a:rPr lang="fr-CA" sz="500" dirty="0"/>
                  <a:t>scenario1</a:t>
                </a:r>
              </a:p>
            </p:txBody>
          </p:sp>
        </p:grpSp>
      </p:grpSp>
      <p:cxnSp>
        <p:nvCxnSpPr>
          <p:cNvPr id="14" name="Straight Arrow Connector 268">
            <a:extLst>
              <a:ext uri="{FF2B5EF4-FFF2-40B4-BE49-F238E27FC236}">
                <a16:creationId xmlns:a16="http://schemas.microsoft.com/office/drawing/2014/main" id="{E542E619-9CA3-0B2E-2012-C4D2C8FE6574}"/>
              </a:ext>
            </a:extLst>
          </p:cNvPr>
          <p:cNvCxnSpPr>
            <a:cxnSpLocks/>
            <a:stCxn id="11" idx="3"/>
            <a:endCxn id="21" idx="1"/>
          </p:cNvCxnSpPr>
          <p:nvPr/>
        </p:nvCxnSpPr>
        <p:spPr>
          <a:xfrm flipV="1">
            <a:off x="3312211" y="1450627"/>
            <a:ext cx="3954964" cy="394672"/>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6" name="Groupe 15">
            <a:extLst>
              <a:ext uri="{FF2B5EF4-FFF2-40B4-BE49-F238E27FC236}">
                <a16:creationId xmlns:a16="http://schemas.microsoft.com/office/drawing/2014/main" id="{16503BED-2779-9921-D433-620027D0B1B3}"/>
              </a:ext>
            </a:extLst>
          </p:cNvPr>
          <p:cNvGrpSpPr/>
          <p:nvPr/>
        </p:nvGrpSpPr>
        <p:grpSpPr>
          <a:xfrm>
            <a:off x="7267175" y="1286525"/>
            <a:ext cx="943171" cy="331243"/>
            <a:chOff x="268721" y="606676"/>
            <a:chExt cx="943171" cy="331243"/>
          </a:xfrm>
        </p:grpSpPr>
        <p:grpSp>
          <p:nvGrpSpPr>
            <p:cNvPr id="20" name="Groupe 19">
              <a:extLst>
                <a:ext uri="{FF2B5EF4-FFF2-40B4-BE49-F238E27FC236}">
                  <a16:creationId xmlns:a16="http://schemas.microsoft.com/office/drawing/2014/main" id="{AA2A547C-527D-1BCA-FB03-07A4F50C3555}"/>
                </a:ext>
              </a:extLst>
            </p:cNvPr>
            <p:cNvGrpSpPr/>
            <p:nvPr/>
          </p:nvGrpSpPr>
          <p:grpSpPr>
            <a:xfrm>
              <a:off x="300596" y="606676"/>
              <a:ext cx="911296" cy="331243"/>
              <a:chOff x="665229" y="4430519"/>
              <a:chExt cx="911296" cy="331243"/>
            </a:xfrm>
          </p:grpSpPr>
          <p:pic>
            <p:nvPicPr>
              <p:cNvPr id="22" name="Graphique 21" descr="Presse-papiers vérifié avec un remplissage uni">
                <a:extLst>
                  <a:ext uri="{FF2B5EF4-FFF2-40B4-BE49-F238E27FC236}">
                    <a16:creationId xmlns:a16="http://schemas.microsoft.com/office/drawing/2014/main" id="{4EE5487B-60B0-AB2A-CFC7-49B9882F753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65229" y="4430519"/>
                <a:ext cx="331243" cy="331243"/>
              </a:xfrm>
              <a:prstGeom prst="rect">
                <a:avLst/>
              </a:prstGeom>
            </p:spPr>
          </p:pic>
          <p:sp>
            <p:nvSpPr>
              <p:cNvPr id="23" name="TextBox 132">
                <a:extLst>
                  <a:ext uri="{FF2B5EF4-FFF2-40B4-BE49-F238E27FC236}">
                    <a16:creationId xmlns:a16="http://schemas.microsoft.com/office/drawing/2014/main" id="{B3CC73DF-D365-D4BA-7CC1-F44D3B26DD20}"/>
                  </a:ext>
                </a:extLst>
              </p:cNvPr>
              <p:cNvSpPr txBox="1"/>
              <p:nvPr/>
            </p:nvSpPr>
            <p:spPr>
              <a:xfrm>
                <a:off x="932657" y="4513561"/>
                <a:ext cx="643868" cy="169277"/>
              </a:xfrm>
              <a:prstGeom prst="rect">
                <a:avLst/>
              </a:prstGeom>
              <a:noFill/>
            </p:spPr>
            <p:txBody>
              <a:bodyPr wrap="square" rtlCol="0">
                <a:spAutoFit/>
              </a:bodyPr>
              <a:lstStyle/>
              <a:p>
                <a:r>
                  <a:rPr lang="fr-CA" sz="500" dirty="0" err="1"/>
                  <a:t>coefs_actuel</a:t>
                </a:r>
                <a:endParaRPr lang="fr-CA" sz="500" dirty="0"/>
              </a:p>
            </p:txBody>
          </p:sp>
        </p:grpSp>
        <p:sp>
          <p:nvSpPr>
            <p:cNvPr id="21" name="Rectangle: Rounded Corners 292">
              <a:extLst>
                <a:ext uri="{FF2B5EF4-FFF2-40B4-BE49-F238E27FC236}">
                  <a16:creationId xmlns:a16="http://schemas.microsoft.com/office/drawing/2014/main" id="{8AE609A1-D632-7ABE-412A-E3FD49B68B02}"/>
                </a:ext>
              </a:extLst>
            </p:cNvPr>
            <p:cNvSpPr/>
            <p:nvPr/>
          </p:nvSpPr>
          <p:spPr>
            <a:xfrm>
              <a:off x="268721" y="621448"/>
              <a:ext cx="943170" cy="298660"/>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grpSp>
        <p:nvGrpSpPr>
          <p:cNvPr id="17" name="Groupe 16">
            <a:extLst>
              <a:ext uri="{FF2B5EF4-FFF2-40B4-BE49-F238E27FC236}">
                <a16:creationId xmlns:a16="http://schemas.microsoft.com/office/drawing/2014/main" id="{65BE08CB-3BA1-6675-1F28-A5EF396F77B0}"/>
              </a:ext>
            </a:extLst>
          </p:cNvPr>
          <p:cNvGrpSpPr/>
          <p:nvPr/>
        </p:nvGrpSpPr>
        <p:grpSpPr>
          <a:xfrm>
            <a:off x="5706732" y="1554585"/>
            <a:ext cx="963493" cy="331243"/>
            <a:chOff x="2863197" y="2063719"/>
            <a:chExt cx="963493" cy="331243"/>
          </a:xfrm>
        </p:grpSpPr>
        <p:pic>
          <p:nvPicPr>
            <p:cNvPr id="18" name="Graphique 17" descr="Presse-papiers vérifié avec un remplissage uni">
              <a:extLst>
                <a:ext uri="{FF2B5EF4-FFF2-40B4-BE49-F238E27FC236}">
                  <a16:creationId xmlns:a16="http://schemas.microsoft.com/office/drawing/2014/main" id="{4663A955-9FEC-68BE-4052-930A348ECCF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863197" y="2063719"/>
              <a:ext cx="331243" cy="331243"/>
            </a:xfrm>
            <a:prstGeom prst="rect">
              <a:avLst/>
            </a:prstGeom>
          </p:spPr>
        </p:pic>
        <p:sp>
          <p:nvSpPr>
            <p:cNvPr id="19" name="TextBox 132">
              <a:extLst>
                <a:ext uri="{FF2B5EF4-FFF2-40B4-BE49-F238E27FC236}">
                  <a16:creationId xmlns:a16="http://schemas.microsoft.com/office/drawing/2014/main" id="{BBF95A0A-E760-2645-5FA9-97CAA7B94CD1}"/>
                </a:ext>
              </a:extLst>
            </p:cNvPr>
            <p:cNvSpPr txBox="1"/>
            <p:nvPr/>
          </p:nvSpPr>
          <p:spPr>
            <a:xfrm>
              <a:off x="3075241" y="2154900"/>
              <a:ext cx="751449" cy="169277"/>
            </a:xfrm>
            <a:prstGeom prst="rect">
              <a:avLst/>
            </a:prstGeom>
            <a:noFill/>
          </p:spPr>
          <p:txBody>
            <a:bodyPr wrap="square" rtlCol="0">
              <a:spAutoFit/>
            </a:bodyPr>
            <a:lstStyle/>
            <a:p>
              <a:r>
                <a:rPr lang="fr-CA" sz="500" dirty="0" err="1"/>
                <a:t>coefficient_actuel</a:t>
              </a:r>
              <a:endParaRPr lang="fr-CA" sz="500" dirty="0"/>
            </a:p>
          </p:txBody>
        </p:sp>
      </p:grpSp>
      <p:cxnSp>
        <p:nvCxnSpPr>
          <p:cNvPr id="24" name="Straight Arrow Connector 268">
            <a:extLst>
              <a:ext uri="{FF2B5EF4-FFF2-40B4-BE49-F238E27FC236}">
                <a16:creationId xmlns:a16="http://schemas.microsoft.com/office/drawing/2014/main" id="{EF8BF3FC-320E-993C-97B7-8AA02527D94D}"/>
              </a:ext>
            </a:extLst>
          </p:cNvPr>
          <p:cNvCxnSpPr>
            <a:cxnSpLocks/>
            <a:stCxn id="13" idx="3"/>
            <a:endCxn id="31" idx="1"/>
          </p:cNvCxnSpPr>
          <p:nvPr/>
        </p:nvCxnSpPr>
        <p:spPr>
          <a:xfrm>
            <a:off x="3303691" y="1845319"/>
            <a:ext cx="3995359" cy="3429987"/>
          </a:xfrm>
          <a:prstGeom prst="curvedConnector3">
            <a:avLst>
              <a:gd name="adj1" fmla="val 1497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26" name="Groupe 25">
            <a:extLst>
              <a:ext uri="{FF2B5EF4-FFF2-40B4-BE49-F238E27FC236}">
                <a16:creationId xmlns:a16="http://schemas.microsoft.com/office/drawing/2014/main" id="{86C3BA6C-171C-A901-BC41-8988EF030502}"/>
              </a:ext>
            </a:extLst>
          </p:cNvPr>
          <p:cNvGrpSpPr/>
          <p:nvPr/>
        </p:nvGrpSpPr>
        <p:grpSpPr>
          <a:xfrm>
            <a:off x="7299050" y="5109354"/>
            <a:ext cx="938415" cy="331243"/>
            <a:chOff x="268720" y="643568"/>
            <a:chExt cx="938415" cy="331243"/>
          </a:xfrm>
        </p:grpSpPr>
        <p:grpSp>
          <p:nvGrpSpPr>
            <p:cNvPr id="30" name="Groupe 29">
              <a:extLst>
                <a:ext uri="{FF2B5EF4-FFF2-40B4-BE49-F238E27FC236}">
                  <a16:creationId xmlns:a16="http://schemas.microsoft.com/office/drawing/2014/main" id="{5736EBF0-79EC-928D-EB76-270825C6C41D}"/>
                </a:ext>
              </a:extLst>
            </p:cNvPr>
            <p:cNvGrpSpPr/>
            <p:nvPr/>
          </p:nvGrpSpPr>
          <p:grpSpPr>
            <a:xfrm>
              <a:off x="340114" y="643568"/>
              <a:ext cx="792530" cy="331243"/>
              <a:chOff x="704747" y="4467411"/>
              <a:chExt cx="792530" cy="331243"/>
            </a:xfrm>
          </p:grpSpPr>
          <p:pic>
            <p:nvPicPr>
              <p:cNvPr id="32" name="Graphique 31" descr="Presse-papiers vérifié avec un remplissage uni">
                <a:extLst>
                  <a:ext uri="{FF2B5EF4-FFF2-40B4-BE49-F238E27FC236}">
                    <a16:creationId xmlns:a16="http://schemas.microsoft.com/office/drawing/2014/main" id="{014F78E0-B38D-1BA3-3F0F-1A33B6330D9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4747" y="4467411"/>
                <a:ext cx="331243" cy="331243"/>
              </a:xfrm>
              <a:prstGeom prst="rect">
                <a:avLst/>
              </a:prstGeom>
            </p:spPr>
          </p:pic>
          <p:sp>
            <p:nvSpPr>
              <p:cNvPr id="33" name="TextBox 132">
                <a:extLst>
                  <a:ext uri="{FF2B5EF4-FFF2-40B4-BE49-F238E27FC236}">
                    <a16:creationId xmlns:a16="http://schemas.microsoft.com/office/drawing/2014/main" id="{BCE2AFE9-959A-A2A4-7228-34CFD7564970}"/>
                  </a:ext>
                </a:extLst>
              </p:cNvPr>
              <p:cNvSpPr txBox="1"/>
              <p:nvPr/>
            </p:nvSpPr>
            <p:spPr>
              <a:xfrm>
                <a:off x="905343" y="4554500"/>
                <a:ext cx="591934" cy="169277"/>
              </a:xfrm>
              <a:prstGeom prst="rect">
                <a:avLst/>
              </a:prstGeom>
              <a:noFill/>
            </p:spPr>
            <p:txBody>
              <a:bodyPr wrap="square" rtlCol="0">
                <a:spAutoFit/>
              </a:bodyPr>
              <a:lstStyle/>
              <a:p>
                <a:r>
                  <a:rPr lang="fr-CA" sz="500" dirty="0" err="1"/>
                  <a:t>coefs_naturel</a:t>
                </a:r>
                <a:endParaRPr lang="fr-CA" sz="500" dirty="0"/>
              </a:p>
            </p:txBody>
          </p:sp>
        </p:grpSp>
        <p:sp>
          <p:nvSpPr>
            <p:cNvPr id="31" name="Rectangle: Rounded Corners 292">
              <a:extLst>
                <a:ext uri="{FF2B5EF4-FFF2-40B4-BE49-F238E27FC236}">
                  <a16:creationId xmlns:a16="http://schemas.microsoft.com/office/drawing/2014/main" id="{CDA7DB40-EBA9-7483-8157-C39CA7FE2B90}"/>
                </a:ext>
              </a:extLst>
            </p:cNvPr>
            <p:cNvSpPr/>
            <p:nvPr/>
          </p:nvSpPr>
          <p:spPr>
            <a:xfrm>
              <a:off x="268720" y="663203"/>
              <a:ext cx="938415" cy="292634"/>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grpSp>
        <p:nvGrpSpPr>
          <p:cNvPr id="27" name="Groupe 26">
            <a:extLst>
              <a:ext uri="{FF2B5EF4-FFF2-40B4-BE49-F238E27FC236}">
                <a16:creationId xmlns:a16="http://schemas.microsoft.com/office/drawing/2014/main" id="{C1DF74E8-AE7A-511B-7C1C-3E2DAA2A340F}"/>
              </a:ext>
            </a:extLst>
          </p:cNvPr>
          <p:cNvGrpSpPr/>
          <p:nvPr/>
        </p:nvGrpSpPr>
        <p:grpSpPr>
          <a:xfrm>
            <a:off x="5981360" y="4505737"/>
            <a:ext cx="963493" cy="331243"/>
            <a:chOff x="2981853" y="1906031"/>
            <a:chExt cx="963493" cy="331243"/>
          </a:xfrm>
        </p:grpSpPr>
        <p:pic>
          <p:nvPicPr>
            <p:cNvPr id="28" name="Graphique 27" descr="Presse-papiers vérifié avec un remplissage uni">
              <a:extLst>
                <a:ext uri="{FF2B5EF4-FFF2-40B4-BE49-F238E27FC236}">
                  <a16:creationId xmlns:a16="http://schemas.microsoft.com/office/drawing/2014/main" id="{775EE51F-1FEC-1F6F-86B7-53EAB28D542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2981853" y="1906031"/>
              <a:ext cx="331243" cy="331243"/>
            </a:xfrm>
            <a:prstGeom prst="rect">
              <a:avLst/>
            </a:prstGeom>
          </p:spPr>
        </p:pic>
        <p:sp>
          <p:nvSpPr>
            <p:cNvPr id="29" name="TextBox 132">
              <a:extLst>
                <a:ext uri="{FF2B5EF4-FFF2-40B4-BE49-F238E27FC236}">
                  <a16:creationId xmlns:a16="http://schemas.microsoft.com/office/drawing/2014/main" id="{2E3F4235-944D-D9E6-2CFD-DD74C354AFC8}"/>
                </a:ext>
              </a:extLst>
            </p:cNvPr>
            <p:cNvSpPr txBox="1"/>
            <p:nvPr/>
          </p:nvSpPr>
          <p:spPr>
            <a:xfrm>
              <a:off x="3193897" y="1997212"/>
              <a:ext cx="751449" cy="169277"/>
            </a:xfrm>
            <a:prstGeom prst="rect">
              <a:avLst/>
            </a:prstGeom>
            <a:noFill/>
          </p:spPr>
          <p:txBody>
            <a:bodyPr wrap="square" rtlCol="0">
              <a:spAutoFit/>
            </a:bodyPr>
            <a:lstStyle/>
            <a:p>
              <a:r>
                <a:rPr lang="fr-CA" sz="500" dirty="0" err="1"/>
                <a:t>coefficient_naturel</a:t>
              </a:r>
              <a:endParaRPr lang="fr-CA" sz="500" dirty="0"/>
            </a:p>
          </p:txBody>
        </p:sp>
      </p:grpSp>
      <p:grpSp>
        <p:nvGrpSpPr>
          <p:cNvPr id="34" name="Groupe 33">
            <a:extLst>
              <a:ext uri="{FF2B5EF4-FFF2-40B4-BE49-F238E27FC236}">
                <a16:creationId xmlns:a16="http://schemas.microsoft.com/office/drawing/2014/main" id="{77950EA2-ADDD-CB4C-8FDD-6165B6D56D75}"/>
              </a:ext>
            </a:extLst>
          </p:cNvPr>
          <p:cNvGrpSpPr/>
          <p:nvPr/>
        </p:nvGrpSpPr>
        <p:grpSpPr>
          <a:xfrm>
            <a:off x="5792655" y="2707609"/>
            <a:ext cx="963493" cy="331243"/>
            <a:chOff x="2677581" y="2106462"/>
            <a:chExt cx="963493" cy="331243"/>
          </a:xfrm>
        </p:grpSpPr>
        <p:pic>
          <p:nvPicPr>
            <p:cNvPr id="35" name="Graphique 34" descr="Presse-papiers vérifié avec un remplissage uni">
              <a:extLst>
                <a:ext uri="{FF2B5EF4-FFF2-40B4-BE49-F238E27FC236}">
                  <a16:creationId xmlns:a16="http://schemas.microsoft.com/office/drawing/2014/main" id="{13CC87D7-BD21-F73A-9F5B-71E9CC82C7B4}"/>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2677581" y="2106462"/>
              <a:ext cx="331243" cy="331243"/>
            </a:xfrm>
            <a:prstGeom prst="rect">
              <a:avLst/>
            </a:prstGeom>
          </p:spPr>
        </p:pic>
        <p:sp>
          <p:nvSpPr>
            <p:cNvPr id="36" name="TextBox 132">
              <a:extLst>
                <a:ext uri="{FF2B5EF4-FFF2-40B4-BE49-F238E27FC236}">
                  <a16:creationId xmlns:a16="http://schemas.microsoft.com/office/drawing/2014/main" id="{D94A725A-A8E3-E08C-C335-0A7C8C31D0A7}"/>
                </a:ext>
              </a:extLst>
            </p:cNvPr>
            <p:cNvSpPr txBox="1"/>
            <p:nvPr/>
          </p:nvSpPr>
          <p:spPr>
            <a:xfrm>
              <a:off x="2889625" y="2197643"/>
              <a:ext cx="751449" cy="169277"/>
            </a:xfrm>
            <a:prstGeom prst="rect">
              <a:avLst/>
            </a:prstGeom>
            <a:noFill/>
          </p:spPr>
          <p:txBody>
            <a:bodyPr wrap="square" rtlCol="0">
              <a:spAutoFit/>
            </a:bodyPr>
            <a:lstStyle/>
            <a:p>
              <a:r>
                <a:rPr lang="fr-CA" sz="500" dirty="0" err="1">
                  <a:solidFill>
                    <a:srgbClr val="00B0F0"/>
                  </a:solidFill>
                </a:rPr>
                <a:t>coefs_personnalises</a:t>
              </a:r>
              <a:endParaRPr lang="fr-CA" sz="500" dirty="0">
                <a:solidFill>
                  <a:srgbClr val="00B0F0"/>
                </a:solidFill>
              </a:endParaRPr>
            </a:p>
          </p:txBody>
        </p:sp>
      </p:grpSp>
      <p:grpSp>
        <p:nvGrpSpPr>
          <p:cNvPr id="37" name="Groupe 36">
            <a:extLst>
              <a:ext uri="{FF2B5EF4-FFF2-40B4-BE49-F238E27FC236}">
                <a16:creationId xmlns:a16="http://schemas.microsoft.com/office/drawing/2014/main" id="{4C6720FC-3B66-4C78-3595-EABF5E014845}"/>
              </a:ext>
            </a:extLst>
          </p:cNvPr>
          <p:cNvGrpSpPr/>
          <p:nvPr/>
        </p:nvGrpSpPr>
        <p:grpSpPr>
          <a:xfrm>
            <a:off x="4507401" y="1951029"/>
            <a:ext cx="794517" cy="250184"/>
            <a:chOff x="2024932" y="1836433"/>
            <a:chExt cx="794517" cy="250184"/>
          </a:xfrm>
        </p:grpSpPr>
        <p:sp>
          <p:nvSpPr>
            <p:cNvPr id="39" name="Rectangle: Rounded Corners 292">
              <a:extLst>
                <a:ext uri="{FF2B5EF4-FFF2-40B4-BE49-F238E27FC236}">
                  <a16:creationId xmlns:a16="http://schemas.microsoft.com/office/drawing/2014/main" id="{67A6325E-B8FB-D554-4D2E-2FA215F13DBA}"/>
                </a:ext>
              </a:extLst>
            </p:cNvPr>
            <p:cNvSpPr/>
            <p:nvPr/>
          </p:nvSpPr>
          <p:spPr>
            <a:xfrm>
              <a:off x="2024932" y="1836433"/>
              <a:ext cx="768531" cy="250184"/>
            </a:xfrm>
            <a:prstGeom prst="roundRect">
              <a:avLst/>
            </a:prstGeom>
            <a:solidFill>
              <a:schemeClr val="accent2">
                <a:lumMod val="40000"/>
                <a:lumOff val="60000"/>
              </a:schemeClr>
            </a:solidFill>
            <a:ln w="31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solidFill>
                  <a:srgbClr val="00B0F0"/>
                </a:solidFill>
              </a:endParaRPr>
            </a:p>
          </p:txBody>
        </p:sp>
        <p:grpSp>
          <p:nvGrpSpPr>
            <p:cNvPr id="38" name="Groupe 37">
              <a:extLst>
                <a:ext uri="{FF2B5EF4-FFF2-40B4-BE49-F238E27FC236}">
                  <a16:creationId xmlns:a16="http://schemas.microsoft.com/office/drawing/2014/main" id="{F7927267-F9A1-9019-8A4A-E5EBEDBDD36F}"/>
                </a:ext>
              </a:extLst>
            </p:cNvPr>
            <p:cNvGrpSpPr/>
            <p:nvPr/>
          </p:nvGrpSpPr>
          <p:grpSpPr>
            <a:xfrm>
              <a:off x="2113816" y="1866498"/>
              <a:ext cx="705633" cy="207992"/>
              <a:chOff x="776782" y="3200153"/>
              <a:chExt cx="705633" cy="207992"/>
            </a:xfrm>
          </p:grpSpPr>
          <p:pic>
            <p:nvPicPr>
              <p:cNvPr id="40" name="Image 39">
                <a:extLst>
                  <a:ext uri="{FF2B5EF4-FFF2-40B4-BE49-F238E27FC236}">
                    <a16:creationId xmlns:a16="http://schemas.microsoft.com/office/drawing/2014/main" id="{D36642C5-F852-B240-71F6-4BFC6669AAB3}"/>
                  </a:ext>
                </a:extLst>
              </p:cNvPr>
              <p:cNvPicPr>
                <a:picLocks noChangeAspect="1"/>
              </p:cNvPicPr>
              <p:nvPr/>
            </p:nvPicPr>
            <p:blipFill>
              <a:blip r:embed="rId5">
                <a:duotone>
                  <a:schemeClr val="accent4">
                    <a:shade val="45000"/>
                    <a:satMod val="135000"/>
                  </a:schemeClr>
                  <a:prstClr val="white"/>
                </a:duotone>
                <a:extLst>
                  <a:ext uri="{BEBA8EAE-BF5A-486C-A8C5-ECC9F3942E4B}">
                    <a14:imgProps xmlns:a14="http://schemas.microsoft.com/office/drawing/2010/main">
                      <a14:imgLayer r:embed="rId6">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76782" y="3200153"/>
                <a:ext cx="207992" cy="207992"/>
              </a:xfrm>
              <a:prstGeom prst="rect">
                <a:avLst/>
              </a:prstGeom>
            </p:spPr>
          </p:pic>
          <p:sp>
            <p:nvSpPr>
              <p:cNvPr id="41" name="TextBox 132">
                <a:extLst>
                  <a:ext uri="{FF2B5EF4-FFF2-40B4-BE49-F238E27FC236}">
                    <a16:creationId xmlns:a16="http://schemas.microsoft.com/office/drawing/2014/main" id="{076A4992-BAA9-308E-1229-B8D3EAF956B9}"/>
                  </a:ext>
                </a:extLst>
              </p:cNvPr>
              <p:cNvSpPr txBox="1"/>
              <p:nvPr/>
            </p:nvSpPr>
            <p:spPr>
              <a:xfrm>
                <a:off x="901408" y="3210561"/>
                <a:ext cx="581007" cy="169277"/>
              </a:xfrm>
              <a:prstGeom prst="rect">
                <a:avLst/>
              </a:prstGeom>
              <a:noFill/>
            </p:spPr>
            <p:txBody>
              <a:bodyPr wrap="square" rtlCol="0">
                <a:spAutoFit/>
              </a:bodyPr>
              <a:lstStyle/>
              <a:p>
                <a:r>
                  <a:rPr lang="fr-CA" sz="500" dirty="0" err="1">
                    <a:solidFill>
                      <a:srgbClr val="00B0F0"/>
                    </a:solidFill>
                  </a:rPr>
                  <a:t>custom_aqua</a:t>
                </a:r>
                <a:endParaRPr lang="fr-CA" sz="500" dirty="0">
                  <a:solidFill>
                    <a:srgbClr val="00B0F0"/>
                  </a:solidFill>
                </a:endParaRPr>
              </a:p>
            </p:txBody>
          </p:sp>
        </p:grpSp>
      </p:grpSp>
      <p:grpSp>
        <p:nvGrpSpPr>
          <p:cNvPr id="42" name="Groupe 41">
            <a:extLst>
              <a:ext uri="{FF2B5EF4-FFF2-40B4-BE49-F238E27FC236}">
                <a16:creationId xmlns:a16="http://schemas.microsoft.com/office/drawing/2014/main" id="{0F2764C3-B499-69CA-032B-F06285068FDE}"/>
              </a:ext>
            </a:extLst>
          </p:cNvPr>
          <p:cNvGrpSpPr/>
          <p:nvPr/>
        </p:nvGrpSpPr>
        <p:grpSpPr>
          <a:xfrm>
            <a:off x="4507401" y="2249482"/>
            <a:ext cx="794517" cy="250184"/>
            <a:chOff x="2024932" y="1836433"/>
            <a:chExt cx="794517" cy="250184"/>
          </a:xfrm>
        </p:grpSpPr>
        <p:sp>
          <p:nvSpPr>
            <p:cNvPr id="44" name="Rectangle: Rounded Corners 292">
              <a:extLst>
                <a:ext uri="{FF2B5EF4-FFF2-40B4-BE49-F238E27FC236}">
                  <a16:creationId xmlns:a16="http://schemas.microsoft.com/office/drawing/2014/main" id="{446BBD08-28CE-1D72-E722-E421209E7908}"/>
                </a:ext>
              </a:extLst>
            </p:cNvPr>
            <p:cNvSpPr/>
            <p:nvPr/>
          </p:nvSpPr>
          <p:spPr>
            <a:xfrm>
              <a:off x="2024932" y="1836433"/>
              <a:ext cx="768531" cy="250184"/>
            </a:xfrm>
            <a:prstGeom prst="roundRect">
              <a:avLst/>
            </a:prstGeom>
            <a:solidFill>
              <a:schemeClr val="accent2">
                <a:lumMod val="40000"/>
                <a:lumOff val="60000"/>
              </a:schemeClr>
            </a:solidFill>
            <a:ln w="31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solidFill>
                  <a:srgbClr val="00B0F0"/>
                </a:solidFill>
              </a:endParaRPr>
            </a:p>
          </p:txBody>
        </p:sp>
        <p:grpSp>
          <p:nvGrpSpPr>
            <p:cNvPr id="43" name="Groupe 42">
              <a:extLst>
                <a:ext uri="{FF2B5EF4-FFF2-40B4-BE49-F238E27FC236}">
                  <a16:creationId xmlns:a16="http://schemas.microsoft.com/office/drawing/2014/main" id="{16FF5C37-B88F-52B9-9B79-A8231E14BF91}"/>
                </a:ext>
              </a:extLst>
            </p:cNvPr>
            <p:cNvGrpSpPr/>
            <p:nvPr/>
          </p:nvGrpSpPr>
          <p:grpSpPr>
            <a:xfrm>
              <a:off x="2113816" y="1866498"/>
              <a:ext cx="705633" cy="207992"/>
              <a:chOff x="776782" y="3200153"/>
              <a:chExt cx="705633" cy="207992"/>
            </a:xfrm>
          </p:grpSpPr>
          <p:pic>
            <p:nvPicPr>
              <p:cNvPr id="45" name="Image 44">
                <a:extLst>
                  <a:ext uri="{FF2B5EF4-FFF2-40B4-BE49-F238E27FC236}">
                    <a16:creationId xmlns:a16="http://schemas.microsoft.com/office/drawing/2014/main" id="{9F2ADB8B-96BB-34A7-3095-1FBCBBFE1979}"/>
                  </a:ext>
                </a:extLst>
              </p:cNvPr>
              <p:cNvPicPr>
                <a:picLocks noChangeAspect="1"/>
              </p:cNvPicPr>
              <p:nvPr/>
            </p:nvPicPr>
            <p:blipFill>
              <a:blip r:embed="rId5">
                <a:duotone>
                  <a:schemeClr val="accent4">
                    <a:shade val="45000"/>
                    <a:satMod val="135000"/>
                  </a:schemeClr>
                  <a:prstClr val="white"/>
                </a:duotone>
                <a:extLst>
                  <a:ext uri="{BEBA8EAE-BF5A-486C-A8C5-ECC9F3942E4B}">
                    <a14:imgProps xmlns:a14="http://schemas.microsoft.com/office/drawing/2010/main">
                      <a14:imgLayer r:embed="rId6">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76782" y="3200153"/>
                <a:ext cx="207992" cy="207992"/>
              </a:xfrm>
              <a:prstGeom prst="rect">
                <a:avLst/>
              </a:prstGeom>
            </p:spPr>
          </p:pic>
          <p:sp>
            <p:nvSpPr>
              <p:cNvPr id="46" name="TextBox 132">
                <a:extLst>
                  <a:ext uri="{FF2B5EF4-FFF2-40B4-BE49-F238E27FC236}">
                    <a16:creationId xmlns:a16="http://schemas.microsoft.com/office/drawing/2014/main" id="{115E7214-6328-5A52-3518-B48068E2A91F}"/>
                  </a:ext>
                </a:extLst>
              </p:cNvPr>
              <p:cNvSpPr txBox="1"/>
              <p:nvPr/>
            </p:nvSpPr>
            <p:spPr>
              <a:xfrm>
                <a:off x="901408" y="3210561"/>
                <a:ext cx="581007" cy="169277"/>
              </a:xfrm>
              <a:prstGeom prst="rect">
                <a:avLst/>
              </a:prstGeom>
              <a:noFill/>
            </p:spPr>
            <p:txBody>
              <a:bodyPr wrap="square" rtlCol="0">
                <a:spAutoFit/>
              </a:bodyPr>
              <a:lstStyle/>
              <a:p>
                <a:r>
                  <a:rPr lang="fr-CA" sz="500" dirty="0" err="1">
                    <a:solidFill>
                      <a:srgbClr val="00B0F0"/>
                    </a:solidFill>
                  </a:rPr>
                  <a:t>custom_mh</a:t>
                </a:r>
                <a:endParaRPr lang="fr-CA" sz="500" dirty="0">
                  <a:solidFill>
                    <a:srgbClr val="00B0F0"/>
                  </a:solidFill>
                </a:endParaRPr>
              </a:p>
            </p:txBody>
          </p:sp>
        </p:grpSp>
      </p:grpSp>
      <p:grpSp>
        <p:nvGrpSpPr>
          <p:cNvPr id="47" name="Groupe 46">
            <a:extLst>
              <a:ext uri="{FF2B5EF4-FFF2-40B4-BE49-F238E27FC236}">
                <a16:creationId xmlns:a16="http://schemas.microsoft.com/office/drawing/2014/main" id="{2CEDD693-25C1-7320-0B70-0AFEB402A8AC}"/>
              </a:ext>
            </a:extLst>
          </p:cNvPr>
          <p:cNvGrpSpPr/>
          <p:nvPr/>
        </p:nvGrpSpPr>
        <p:grpSpPr>
          <a:xfrm>
            <a:off x="4507401" y="2547935"/>
            <a:ext cx="794517" cy="250184"/>
            <a:chOff x="2024932" y="1836433"/>
            <a:chExt cx="794517" cy="250184"/>
          </a:xfrm>
        </p:grpSpPr>
        <p:sp>
          <p:nvSpPr>
            <p:cNvPr id="49" name="Rectangle: Rounded Corners 292">
              <a:extLst>
                <a:ext uri="{FF2B5EF4-FFF2-40B4-BE49-F238E27FC236}">
                  <a16:creationId xmlns:a16="http://schemas.microsoft.com/office/drawing/2014/main" id="{2B8EEEBE-4B64-0B9C-5A09-509EDDEC9A2B}"/>
                </a:ext>
              </a:extLst>
            </p:cNvPr>
            <p:cNvSpPr/>
            <p:nvPr/>
          </p:nvSpPr>
          <p:spPr>
            <a:xfrm>
              <a:off x="2024932" y="1836433"/>
              <a:ext cx="768531" cy="250184"/>
            </a:xfrm>
            <a:prstGeom prst="roundRect">
              <a:avLst/>
            </a:prstGeom>
            <a:solidFill>
              <a:schemeClr val="accent2">
                <a:lumMod val="40000"/>
                <a:lumOff val="60000"/>
              </a:schemeClr>
            </a:solidFill>
            <a:ln w="31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solidFill>
                  <a:srgbClr val="00B0F0"/>
                </a:solidFill>
              </a:endParaRPr>
            </a:p>
          </p:txBody>
        </p:sp>
        <p:grpSp>
          <p:nvGrpSpPr>
            <p:cNvPr id="48" name="Groupe 47">
              <a:extLst>
                <a:ext uri="{FF2B5EF4-FFF2-40B4-BE49-F238E27FC236}">
                  <a16:creationId xmlns:a16="http://schemas.microsoft.com/office/drawing/2014/main" id="{4E564A1C-107F-9D7E-FD9D-5B64B99A2CD4}"/>
                </a:ext>
              </a:extLst>
            </p:cNvPr>
            <p:cNvGrpSpPr/>
            <p:nvPr/>
          </p:nvGrpSpPr>
          <p:grpSpPr>
            <a:xfrm>
              <a:off x="2113816" y="1866498"/>
              <a:ext cx="705633" cy="207992"/>
              <a:chOff x="776782" y="3200153"/>
              <a:chExt cx="705633" cy="207992"/>
            </a:xfrm>
          </p:grpSpPr>
          <p:pic>
            <p:nvPicPr>
              <p:cNvPr id="50" name="Image 49">
                <a:extLst>
                  <a:ext uri="{FF2B5EF4-FFF2-40B4-BE49-F238E27FC236}">
                    <a16:creationId xmlns:a16="http://schemas.microsoft.com/office/drawing/2014/main" id="{E9751F17-17FC-0D20-8028-B33E6B474A48}"/>
                  </a:ext>
                </a:extLst>
              </p:cNvPr>
              <p:cNvPicPr>
                <a:picLocks noChangeAspect="1"/>
              </p:cNvPicPr>
              <p:nvPr/>
            </p:nvPicPr>
            <p:blipFill>
              <a:blip r:embed="rId5">
                <a:duotone>
                  <a:schemeClr val="accent4">
                    <a:shade val="45000"/>
                    <a:satMod val="135000"/>
                  </a:schemeClr>
                  <a:prstClr val="white"/>
                </a:duotone>
                <a:extLst>
                  <a:ext uri="{BEBA8EAE-BF5A-486C-A8C5-ECC9F3942E4B}">
                    <a14:imgProps xmlns:a14="http://schemas.microsoft.com/office/drawing/2010/main">
                      <a14:imgLayer r:embed="rId6">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76782" y="3200153"/>
                <a:ext cx="207992" cy="207992"/>
              </a:xfrm>
              <a:prstGeom prst="rect">
                <a:avLst/>
              </a:prstGeom>
            </p:spPr>
          </p:pic>
          <p:sp>
            <p:nvSpPr>
              <p:cNvPr id="51" name="TextBox 132">
                <a:extLst>
                  <a:ext uri="{FF2B5EF4-FFF2-40B4-BE49-F238E27FC236}">
                    <a16:creationId xmlns:a16="http://schemas.microsoft.com/office/drawing/2014/main" id="{6854D012-D1E8-9436-8AD0-8DC6CDABA820}"/>
                  </a:ext>
                </a:extLst>
              </p:cNvPr>
              <p:cNvSpPr txBox="1"/>
              <p:nvPr/>
            </p:nvSpPr>
            <p:spPr>
              <a:xfrm>
                <a:off x="901408" y="3210561"/>
                <a:ext cx="581007" cy="169277"/>
              </a:xfrm>
              <a:prstGeom prst="rect">
                <a:avLst/>
              </a:prstGeom>
              <a:noFill/>
            </p:spPr>
            <p:txBody>
              <a:bodyPr wrap="square" rtlCol="0">
                <a:spAutoFit/>
              </a:bodyPr>
              <a:lstStyle/>
              <a:p>
                <a:r>
                  <a:rPr lang="fr-CA" sz="500" dirty="0" err="1">
                    <a:solidFill>
                      <a:srgbClr val="00B0F0"/>
                    </a:solidFill>
                  </a:rPr>
                  <a:t>custom_foret</a:t>
                </a:r>
                <a:endParaRPr lang="fr-CA" sz="500" dirty="0">
                  <a:solidFill>
                    <a:srgbClr val="00B0F0"/>
                  </a:solidFill>
                </a:endParaRPr>
              </a:p>
            </p:txBody>
          </p:sp>
        </p:grpSp>
      </p:grpSp>
      <p:grpSp>
        <p:nvGrpSpPr>
          <p:cNvPr id="52" name="Groupe 51">
            <a:extLst>
              <a:ext uri="{FF2B5EF4-FFF2-40B4-BE49-F238E27FC236}">
                <a16:creationId xmlns:a16="http://schemas.microsoft.com/office/drawing/2014/main" id="{57DA4A23-FF46-5B0F-0907-0EFDC499F780}"/>
              </a:ext>
            </a:extLst>
          </p:cNvPr>
          <p:cNvGrpSpPr/>
          <p:nvPr/>
        </p:nvGrpSpPr>
        <p:grpSpPr>
          <a:xfrm>
            <a:off x="4507401" y="2846388"/>
            <a:ext cx="798997" cy="250184"/>
            <a:chOff x="2024932" y="1836433"/>
            <a:chExt cx="798997" cy="250184"/>
          </a:xfrm>
        </p:grpSpPr>
        <p:sp>
          <p:nvSpPr>
            <p:cNvPr id="54" name="Rectangle: Rounded Corners 292">
              <a:extLst>
                <a:ext uri="{FF2B5EF4-FFF2-40B4-BE49-F238E27FC236}">
                  <a16:creationId xmlns:a16="http://schemas.microsoft.com/office/drawing/2014/main" id="{AC46F376-44C2-03E2-D17B-B7694972B444}"/>
                </a:ext>
              </a:extLst>
            </p:cNvPr>
            <p:cNvSpPr/>
            <p:nvPr/>
          </p:nvSpPr>
          <p:spPr>
            <a:xfrm>
              <a:off x="2024932" y="1836433"/>
              <a:ext cx="768531" cy="250184"/>
            </a:xfrm>
            <a:prstGeom prst="roundRect">
              <a:avLst/>
            </a:prstGeom>
            <a:solidFill>
              <a:schemeClr val="accent2">
                <a:lumMod val="40000"/>
                <a:lumOff val="60000"/>
              </a:schemeClr>
            </a:solidFill>
            <a:ln w="31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solidFill>
                  <a:srgbClr val="00B0F0"/>
                </a:solidFill>
              </a:endParaRPr>
            </a:p>
          </p:txBody>
        </p:sp>
        <p:grpSp>
          <p:nvGrpSpPr>
            <p:cNvPr id="53" name="Groupe 52">
              <a:extLst>
                <a:ext uri="{FF2B5EF4-FFF2-40B4-BE49-F238E27FC236}">
                  <a16:creationId xmlns:a16="http://schemas.microsoft.com/office/drawing/2014/main" id="{F1F45F06-CE56-0007-C4AC-AA77D3AD1389}"/>
                </a:ext>
              </a:extLst>
            </p:cNvPr>
            <p:cNvGrpSpPr/>
            <p:nvPr/>
          </p:nvGrpSpPr>
          <p:grpSpPr>
            <a:xfrm>
              <a:off x="2113816" y="1866148"/>
              <a:ext cx="710113" cy="208342"/>
              <a:chOff x="776782" y="3199803"/>
              <a:chExt cx="710113" cy="208342"/>
            </a:xfrm>
          </p:grpSpPr>
          <p:pic>
            <p:nvPicPr>
              <p:cNvPr id="55" name="Image 54">
                <a:extLst>
                  <a:ext uri="{FF2B5EF4-FFF2-40B4-BE49-F238E27FC236}">
                    <a16:creationId xmlns:a16="http://schemas.microsoft.com/office/drawing/2014/main" id="{B22B4661-1D91-6897-F594-9F9BB25AC1F9}"/>
                  </a:ext>
                </a:extLst>
              </p:cNvPr>
              <p:cNvPicPr>
                <a:picLocks noChangeAspect="1"/>
              </p:cNvPicPr>
              <p:nvPr/>
            </p:nvPicPr>
            <p:blipFill>
              <a:blip r:embed="rId5">
                <a:duotone>
                  <a:schemeClr val="accent4">
                    <a:shade val="45000"/>
                    <a:satMod val="135000"/>
                  </a:schemeClr>
                  <a:prstClr val="white"/>
                </a:duotone>
                <a:extLst>
                  <a:ext uri="{BEBA8EAE-BF5A-486C-A8C5-ECC9F3942E4B}">
                    <a14:imgProps xmlns:a14="http://schemas.microsoft.com/office/drawing/2010/main">
                      <a14:imgLayer r:embed="rId6">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76782" y="3200153"/>
                <a:ext cx="207992" cy="207992"/>
              </a:xfrm>
              <a:prstGeom prst="rect">
                <a:avLst/>
              </a:prstGeom>
            </p:spPr>
          </p:pic>
          <p:sp>
            <p:nvSpPr>
              <p:cNvPr id="56" name="TextBox 132">
                <a:extLst>
                  <a:ext uri="{FF2B5EF4-FFF2-40B4-BE49-F238E27FC236}">
                    <a16:creationId xmlns:a16="http://schemas.microsoft.com/office/drawing/2014/main" id="{EDE6F42B-7E15-5C59-A307-132855AACAC3}"/>
                  </a:ext>
                </a:extLst>
              </p:cNvPr>
              <p:cNvSpPr txBox="1"/>
              <p:nvPr/>
            </p:nvSpPr>
            <p:spPr>
              <a:xfrm>
                <a:off x="858378" y="3199803"/>
                <a:ext cx="628517" cy="169277"/>
              </a:xfrm>
              <a:prstGeom prst="rect">
                <a:avLst/>
              </a:prstGeom>
              <a:noFill/>
            </p:spPr>
            <p:txBody>
              <a:bodyPr wrap="square" rtlCol="0">
                <a:spAutoFit/>
              </a:bodyPr>
              <a:lstStyle/>
              <a:p>
                <a:r>
                  <a:rPr lang="fr-CA" sz="500" dirty="0" err="1">
                    <a:solidFill>
                      <a:srgbClr val="00B0F0"/>
                    </a:solidFill>
                  </a:rPr>
                  <a:t>custom_sol_nu</a:t>
                </a:r>
                <a:endParaRPr lang="fr-CA" sz="500" dirty="0">
                  <a:solidFill>
                    <a:srgbClr val="00B0F0"/>
                  </a:solidFill>
                </a:endParaRPr>
              </a:p>
            </p:txBody>
          </p:sp>
        </p:grpSp>
      </p:grpSp>
      <p:grpSp>
        <p:nvGrpSpPr>
          <p:cNvPr id="57" name="Groupe 56">
            <a:extLst>
              <a:ext uri="{FF2B5EF4-FFF2-40B4-BE49-F238E27FC236}">
                <a16:creationId xmlns:a16="http://schemas.microsoft.com/office/drawing/2014/main" id="{491F5ED5-FD2F-7899-E9A3-C153F0EC6BB6}"/>
              </a:ext>
            </a:extLst>
          </p:cNvPr>
          <p:cNvGrpSpPr/>
          <p:nvPr/>
        </p:nvGrpSpPr>
        <p:grpSpPr>
          <a:xfrm>
            <a:off x="4502141" y="3117719"/>
            <a:ext cx="794517" cy="250184"/>
            <a:chOff x="2024932" y="1836433"/>
            <a:chExt cx="794517" cy="250184"/>
          </a:xfrm>
        </p:grpSpPr>
        <p:sp>
          <p:nvSpPr>
            <p:cNvPr id="59" name="Rectangle: Rounded Corners 292">
              <a:extLst>
                <a:ext uri="{FF2B5EF4-FFF2-40B4-BE49-F238E27FC236}">
                  <a16:creationId xmlns:a16="http://schemas.microsoft.com/office/drawing/2014/main" id="{90687B08-A943-060C-CB6F-3EF00AD76C1F}"/>
                </a:ext>
              </a:extLst>
            </p:cNvPr>
            <p:cNvSpPr/>
            <p:nvPr/>
          </p:nvSpPr>
          <p:spPr>
            <a:xfrm>
              <a:off x="2024932" y="1836433"/>
              <a:ext cx="768531" cy="250184"/>
            </a:xfrm>
            <a:prstGeom prst="roundRect">
              <a:avLst/>
            </a:prstGeom>
            <a:solidFill>
              <a:schemeClr val="accent2">
                <a:lumMod val="40000"/>
                <a:lumOff val="60000"/>
              </a:schemeClr>
            </a:solidFill>
            <a:ln w="31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solidFill>
                  <a:srgbClr val="00B0F0"/>
                </a:solidFill>
              </a:endParaRPr>
            </a:p>
          </p:txBody>
        </p:sp>
        <p:grpSp>
          <p:nvGrpSpPr>
            <p:cNvPr id="58" name="Groupe 57">
              <a:extLst>
                <a:ext uri="{FF2B5EF4-FFF2-40B4-BE49-F238E27FC236}">
                  <a16:creationId xmlns:a16="http://schemas.microsoft.com/office/drawing/2014/main" id="{4A801470-9245-F62D-6471-11F9B7A4F452}"/>
                </a:ext>
              </a:extLst>
            </p:cNvPr>
            <p:cNvGrpSpPr/>
            <p:nvPr/>
          </p:nvGrpSpPr>
          <p:grpSpPr>
            <a:xfrm>
              <a:off x="2113816" y="1866498"/>
              <a:ext cx="705633" cy="207992"/>
              <a:chOff x="776782" y="3200153"/>
              <a:chExt cx="705633" cy="207992"/>
            </a:xfrm>
          </p:grpSpPr>
          <p:pic>
            <p:nvPicPr>
              <p:cNvPr id="60" name="Image 59">
                <a:extLst>
                  <a:ext uri="{FF2B5EF4-FFF2-40B4-BE49-F238E27FC236}">
                    <a16:creationId xmlns:a16="http://schemas.microsoft.com/office/drawing/2014/main" id="{B8DF9C72-679C-563F-456D-700297E26A41}"/>
                  </a:ext>
                </a:extLst>
              </p:cNvPr>
              <p:cNvPicPr>
                <a:picLocks noChangeAspect="1"/>
              </p:cNvPicPr>
              <p:nvPr/>
            </p:nvPicPr>
            <p:blipFill>
              <a:blip r:embed="rId5">
                <a:duotone>
                  <a:schemeClr val="accent4">
                    <a:shade val="45000"/>
                    <a:satMod val="135000"/>
                  </a:schemeClr>
                  <a:prstClr val="white"/>
                </a:duotone>
                <a:extLst>
                  <a:ext uri="{BEBA8EAE-BF5A-486C-A8C5-ECC9F3942E4B}">
                    <a14:imgProps xmlns:a14="http://schemas.microsoft.com/office/drawing/2010/main">
                      <a14:imgLayer r:embed="rId6">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76782" y="3200153"/>
                <a:ext cx="207992" cy="207992"/>
              </a:xfrm>
              <a:prstGeom prst="rect">
                <a:avLst/>
              </a:prstGeom>
            </p:spPr>
          </p:pic>
          <p:sp>
            <p:nvSpPr>
              <p:cNvPr id="61" name="TextBox 132">
                <a:extLst>
                  <a:ext uri="{FF2B5EF4-FFF2-40B4-BE49-F238E27FC236}">
                    <a16:creationId xmlns:a16="http://schemas.microsoft.com/office/drawing/2014/main" id="{858A7902-4355-86BA-A905-FC961FAC90FE}"/>
                  </a:ext>
                </a:extLst>
              </p:cNvPr>
              <p:cNvSpPr txBox="1"/>
              <p:nvPr/>
            </p:nvSpPr>
            <p:spPr>
              <a:xfrm>
                <a:off x="901408" y="3210561"/>
                <a:ext cx="581007" cy="169277"/>
              </a:xfrm>
              <a:prstGeom prst="rect">
                <a:avLst/>
              </a:prstGeom>
              <a:noFill/>
            </p:spPr>
            <p:txBody>
              <a:bodyPr wrap="square" rtlCol="0">
                <a:spAutoFit/>
              </a:bodyPr>
              <a:lstStyle/>
              <a:p>
                <a:r>
                  <a:rPr lang="fr-CA" sz="500" dirty="0" err="1">
                    <a:solidFill>
                      <a:srgbClr val="00B0F0"/>
                    </a:solidFill>
                  </a:rPr>
                  <a:t>custom_agri</a:t>
                </a:r>
                <a:endParaRPr lang="fr-CA" sz="500" dirty="0">
                  <a:solidFill>
                    <a:srgbClr val="00B0F0"/>
                  </a:solidFill>
                </a:endParaRPr>
              </a:p>
            </p:txBody>
          </p:sp>
        </p:grpSp>
      </p:grpSp>
      <p:grpSp>
        <p:nvGrpSpPr>
          <p:cNvPr id="62" name="Groupe 61">
            <a:extLst>
              <a:ext uri="{FF2B5EF4-FFF2-40B4-BE49-F238E27FC236}">
                <a16:creationId xmlns:a16="http://schemas.microsoft.com/office/drawing/2014/main" id="{49583C0B-50B1-4923-08B5-47F0340C1AB5}"/>
              </a:ext>
            </a:extLst>
          </p:cNvPr>
          <p:cNvGrpSpPr/>
          <p:nvPr/>
        </p:nvGrpSpPr>
        <p:grpSpPr>
          <a:xfrm>
            <a:off x="4502141" y="3416172"/>
            <a:ext cx="815087" cy="250184"/>
            <a:chOff x="2024932" y="1836433"/>
            <a:chExt cx="815087" cy="250184"/>
          </a:xfrm>
        </p:grpSpPr>
        <p:sp>
          <p:nvSpPr>
            <p:cNvPr id="64" name="Rectangle: Rounded Corners 292">
              <a:extLst>
                <a:ext uri="{FF2B5EF4-FFF2-40B4-BE49-F238E27FC236}">
                  <a16:creationId xmlns:a16="http://schemas.microsoft.com/office/drawing/2014/main" id="{199734D8-E37E-333D-5C6F-CEF6A5438F56}"/>
                </a:ext>
              </a:extLst>
            </p:cNvPr>
            <p:cNvSpPr/>
            <p:nvPr/>
          </p:nvSpPr>
          <p:spPr>
            <a:xfrm>
              <a:off x="2024932" y="1836433"/>
              <a:ext cx="768531" cy="250184"/>
            </a:xfrm>
            <a:prstGeom prst="roundRect">
              <a:avLst/>
            </a:prstGeom>
            <a:solidFill>
              <a:schemeClr val="accent2">
                <a:lumMod val="40000"/>
                <a:lumOff val="60000"/>
              </a:schemeClr>
            </a:solidFill>
            <a:ln w="31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solidFill>
                  <a:srgbClr val="00B0F0"/>
                </a:solidFill>
              </a:endParaRPr>
            </a:p>
          </p:txBody>
        </p:sp>
        <p:grpSp>
          <p:nvGrpSpPr>
            <p:cNvPr id="63" name="Groupe 62">
              <a:extLst>
                <a:ext uri="{FF2B5EF4-FFF2-40B4-BE49-F238E27FC236}">
                  <a16:creationId xmlns:a16="http://schemas.microsoft.com/office/drawing/2014/main" id="{F4341FAC-C9DA-7B4D-CCBB-A057E1FA7752}"/>
                </a:ext>
              </a:extLst>
            </p:cNvPr>
            <p:cNvGrpSpPr/>
            <p:nvPr/>
          </p:nvGrpSpPr>
          <p:grpSpPr>
            <a:xfrm>
              <a:off x="2113816" y="1866498"/>
              <a:ext cx="726203" cy="207992"/>
              <a:chOff x="776782" y="3200153"/>
              <a:chExt cx="726203" cy="207992"/>
            </a:xfrm>
          </p:grpSpPr>
          <p:pic>
            <p:nvPicPr>
              <p:cNvPr id="65" name="Image 64">
                <a:extLst>
                  <a:ext uri="{FF2B5EF4-FFF2-40B4-BE49-F238E27FC236}">
                    <a16:creationId xmlns:a16="http://schemas.microsoft.com/office/drawing/2014/main" id="{BA7BD645-AA93-3171-1A9B-8136663B76EA}"/>
                  </a:ext>
                </a:extLst>
              </p:cNvPr>
              <p:cNvPicPr>
                <a:picLocks noChangeAspect="1"/>
              </p:cNvPicPr>
              <p:nvPr/>
            </p:nvPicPr>
            <p:blipFill>
              <a:blip r:embed="rId5">
                <a:duotone>
                  <a:schemeClr val="accent4">
                    <a:shade val="45000"/>
                    <a:satMod val="135000"/>
                  </a:schemeClr>
                  <a:prstClr val="white"/>
                </a:duotone>
                <a:extLst>
                  <a:ext uri="{BEBA8EAE-BF5A-486C-A8C5-ECC9F3942E4B}">
                    <a14:imgProps xmlns:a14="http://schemas.microsoft.com/office/drawing/2010/main">
                      <a14:imgLayer r:embed="rId6">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76782" y="3200153"/>
                <a:ext cx="207992" cy="207992"/>
              </a:xfrm>
              <a:prstGeom prst="rect">
                <a:avLst/>
              </a:prstGeom>
            </p:spPr>
          </p:pic>
          <p:sp>
            <p:nvSpPr>
              <p:cNvPr id="66" name="TextBox 132">
                <a:extLst>
                  <a:ext uri="{FF2B5EF4-FFF2-40B4-BE49-F238E27FC236}">
                    <a16:creationId xmlns:a16="http://schemas.microsoft.com/office/drawing/2014/main" id="{8BA8888C-D684-3E39-1708-99CF00730416}"/>
                  </a:ext>
                </a:extLst>
              </p:cNvPr>
              <p:cNvSpPr txBox="1"/>
              <p:nvPr/>
            </p:nvSpPr>
            <p:spPr>
              <a:xfrm>
                <a:off x="901408" y="3210561"/>
                <a:ext cx="601577" cy="169277"/>
              </a:xfrm>
              <a:prstGeom prst="rect">
                <a:avLst/>
              </a:prstGeom>
              <a:noFill/>
            </p:spPr>
            <p:txBody>
              <a:bodyPr wrap="square" rtlCol="0">
                <a:spAutoFit/>
              </a:bodyPr>
              <a:lstStyle/>
              <a:p>
                <a:r>
                  <a:rPr lang="fr-CA" sz="500" dirty="0" err="1">
                    <a:solidFill>
                      <a:srgbClr val="00B0F0"/>
                    </a:solidFill>
                  </a:rPr>
                  <a:t>custom_coupe</a:t>
                </a:r>
                <a:endParaRPr lang="fr-CA" sz="500" dirty="0">
                  <a:solidFill>
                    <a:srgbClr val="00B0F0"/>
                  </a:solidFill>
                </a:endParaRPr>
              </a:p>
            </p:txBody>
          </p:sp>
        </p:grpSp>
      </p:grpSp>
      <p:grpSp>
        <p:nvGrpSpPr>
          <p:cNvPr id="67" name="Groupe 66">
            <a:extLst>
              <a:ext uri="{FF2B5EF4-FFF2-40B4-BE49-F238E27FC236}">
                <a16:creationId xmlns:a16="http://schemas.microsoft.com/office/drawing/2014/main" id="{B61DFBC0-7136-4D73-329B-924830FCD9CA}"/>
              </a:ext>
            </a:extLst>
          </p:cNvPr>
          <p:cNvGrpSpPr/>
          <p:nvPr/>
        </p:nvGrpSpPr>
        <p:grpSpPr>
          <a:xfrm>
            <a:off x="4502141" y="3714625"/>
            <a:ext cx="794517" cy="250184"/>
            <a:chOff x="2024932" y="1836433"/>
            <a:chExt cx="794517" cy="250184"/>
          </a:xfrm>
        </p:grpSpPr>
        <p:sp>
          <p:nvSpPr>
            <p:cNvPr id="69" name="Rectangle: Rounded Corners 292">
              <a:extLst>
                <a:ext uri="{FF2B5EF4-FFF2-40B4-BE49-F238E27FC236}">
                  <a16:creationId xmlns:a16="http://schemas.microsoft.com/office/drawing/2014/main" id="{E8E21DED-47BA-3300-4245-791048D5CF25}"/>
                </a:ext>
              </a:extLst>
            </p:cNvPr>
            <p:cNvSpPr/>
            <p:nvPr/>
          </p:nvSpPr>
          <p:spPr>
            <a:xfrm>
              <a:off x="2024932" y="1836433"/>
              <a:ext cx="768531" cy="250184"/>
            </a:xfrm>
            <a:prstGeom prst="roundRect">
              <a:avLst/>
            </a:prstGeom>
            <a:solidFill>
              <a:schemeClr val="accent2">
                <a:lumMod val="40000"/>
                <a:lumOff val="60000"/>
              </a:schemeClr>
            </a:solidFill>
            <a:ln w="31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solidFill>
                  <a:srgbClr val="00B0F0"/>
                </a:solidFill>
              </a:endParaRPr>
            </a:p>
          </p:txBody>
        </p:sp>
        <p:grpSp>
          <p:nvGrpSpPr>
            <p:cNvPr id="68" name="Groupe 67">
              <a:extLst>
                <a:ext uri="{FF2B5EF4-FFF2-40B4-BE49-F238E27FC236}">
                  <a16:creationId xmlns:a16="http://schemas.microsoft.com/office/drawing/2014/main" id="{A210D6E6-2570-55D4-E482-8ACFE4F8CB7A}"/>
                </a:ext>
              </a:extLst>
            </p:cNvPr>
            <p:cNvGrpSpPr/>
            <p:nvPr/>
          </p:nvGrpSpPr>
          <p:grpSpPr>
            <a:xfrm>
              <a:off x="2113816" y="1866498"/>
              <a:ext cx="705633" cy="207992"/>
              <a:chOff x="776782" y="3200153"/>
              <a:chExt cx="705633" cy="207992"/>
            </a:xfrm>
          </p:grpSpPr>
          <p:pic>
            <p:nvPicPr>
              <p:cNvPr id="70" name="Image 69">
                <a:extLst>
                  <a:ext uri="{FF2B5EF4-FFF2-40B4-BE49-F238E27FC236}">
                    <a16:creationId xmlns:a16="http://schemas.microsoft.com/office/drawing/2014/main" id="{262845D4-FF0D-8041-3EAF-B68D1AF2BCFF}"/>
                  </a:ext>
                </a:extLst>
              </p:cNvPr>
              <p:cNvPicPr>
                <a:picLocks noChangeAspect="1"/>
              </p:cNvPicPr>
              <p:nvPr/>
            </p:nvPicPr>
            <p:blipFill>
              <a:blip r:embed="rId5">
                <a:duotone>
                  <a:schemeClr val="accent4">
                    <a:shade val="45000"/>
                    <a:satMod val="135000"/>
                  </a:schemeClr>
                  <a:prstClr val="white"/>
                </a:duotone>
                <a:extLst>
                  <a:ext uri="{BEBA8EAE-BF5A-486C-A8C5-ECC9F3942E4B}">
                    <a14:imgProps xmlns:a14="http://schemas.microsoft.com/office/drawing/2010/main">
                      <a14:imgLayer r:embed="rId6">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76782" y="3200153"/>
                <a:ext cx="207992" cy="207992"/>
              </a:xfrm>
              <a:prstGeom prst="rect">
                <a:avLst/>
              </a:prstGeom>
            </p:spPr>
          </p:pic>
          <p:sp>
            <p:nvSpPr>
              <p:cNvPr id="71" name="TextBox 132">
                <a:extLst>
                  <a:ext uri="{FF2B5EF4-FFF2-40B4-BE49-F238E27FC236}">
                    <a16:creationId xmlns:a16="http://schemas.microsoft.com/office/drawing/2014/main" id="{F1E356A8-C73F-C7D7-CC81-B848BD3AE62D}"/>
                  </a:ext>
                </a:extLst>
              </p:cNvPr>
              <p:cNvSpPr txBox="1"/>
              <p:nvPr/>
            </p:nvSpPr>
            <p:spPr>
              <a:xfrm>
                <a:off x="901408" y="3210561"/>
                <a:ext cx="581007" cy="169277"/>
              </a:xfrm>
              <a:prstGeom prst="rect">
                <a:avLst/>
              </a:prstGeom>
              <a:noFill/>
            </p:spPr>
            <p:txBody>
              <a:bodyPr wrap="square" rtlCol="0">
                <a:spAutoFit/>
              </a:bodyPr>
              <a:lstStyle/>
              <a:p>
                <a:r>
                  <a:rPr lang="fr-CA" sz="500" dirty="0" err="1">
                    <a:solidFill>
                      <a:srgbClr val="00B0F0"/>
                    </a:solidFill>
                  </a:rPr>
                  <a:t>custom_anth</a:t>
                </a:r>
                <a:endParaRPr lang="fr-CA" sz="500" dirty="0">
                  <a:solidFill>
                    <a:srgbClr val="00B0F0"/>
                  </a:solidFill>
                </a:endParaRPr>
              </a:p>
            </p:txBody>
          </p:sp>
        </p:grpSp>
      </p:grpSp>
      <p:grpSp>
        <p:nvGrpSpPr>
          <p:cNvPr id="72" name="Groupe 71">
            <a:extLst>
              <a:ext uri="{FF2B5EF4-FFF2-40B4-BE49-F238E27FC236}">
                <a16:creationId xmlns:a16="http://schemas.microsoft.com/office/drawing/2014/main" id="{FBDDDF7E-F039-8630-A828-534303635180}"/>
              </a:ext>
            </a:extLst>
          </p:cNvPr>
          <p:cNvGrpSpPr/>
          <p:nvPr/>
        </p:nvGrpSpPr>
        <p:grpSpPr>
          <a:xfrm>
            <a:off x="4502141" y="4013078"/>
            <a:ext cx="794517" cy="250184"/>
            <a:chOff x="2024932" y="1836433"/>
            <a:chExt cx="794517" cy="250184"/>
          </a:xfrm>
        </p:grpSpPr>
        <p:sp>
          <p:nvSpPr>
            <p:cNvPr id="74" name="Rectangle: Rounded Corners 292">
              <a:extLst>
                <a:ext uri="{FF2B5EF4-FFF2-40B4-BE49-F238E27FC236}">
                  <a16:creationId xmlns:a16="http://schemas.microsoft.com/office/drawing/2014/main" id="{43A7157B-632F-1D33-D756-2A066692C9B6}"/>
                </a:ext>
              </a:extLst>
            </p:cNvPr>
            <p:cNvSpPr/>
            <p:nvPr/>
          </p:nvSpPr>
          <p:spPr>
            <a:xfrm>
              <a:off x="2024932" y="1836433"/>
              <a:ext cx="768531" cy="250184"/>
            </a:xfrm>
            <a:prstGeom prst="roundRect">
              <a:avLst/>
            </a:prstGeom>
            <a:solidFill>
              <a:schemeClr val="accent2">
                <a:lumMod val="40000"/>
                <a:lumOff val="60000"/>
              </a:schemeClr>
            </a:solidFill>
            <a:ln w="3175">
              <a:solidFill>
                <a:srgbClr val="00B0F0"/>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solidFill>
                  <a:srgbClr val="00B0F0"/>
                </a:solidFill>
              </a:endParaRPr>
            </a:p>
          </p:txBody>
        </p:sp>
        <p:grpSp>
          <p:nvGrpSpPr>
            <p:cNvPr id="73" name="Groupe 72">
              <a:extLst>
                <a:ext uri="{FF2B5EF4-FFF2-40B4-BE49-F238E27FC236}">
                  <a16:creationId xmlns:a16="http://schemas.microsoft.com/office/drawing/2014/main" id="{746C41E4-443A-FDD0-476A-B859139125B5}"/>
                </a:ext>
              </a:extLst>
            </p:cNvPr>
            <p:cNvGrpSpPr/>
            <p:nvPr/>
          </p:nvGrpSpPr>
          <p:grpSpPr>
            <a:xfrm>
              <a:off x="2124636" y="1866498"/>
              <a:ext cx="694813" cy="207992"/>
              <a:chOff x="787602" y="3200153"/>
              <a:chExt cx="694813" cy="207992"/>
            </a:xfrm>
          </p:grpSpPr>
          <p:pic>
            <p:nvPicPr>
              <p:cNvPr id="75" name="Image 74">
                <a:extLst>
                  <a:ext uri="{FF2B5EF4-FFF2-40B4-BE49-F238E27FC236}">
                    <a16:creationId xmlns:a16="http://schemas.microsoft.com/office/drawing/2014/main" id="{FCD5C51A-D7AB-5DE6-2A99-79ACF3CD2E02}"/>
                  </a:ext>
                </a:extLst>
              </p:cNvPr>
              <p:cNvPicPr>
                <a:picLocks noChangeAspect="1"/>
              </p:cNvPicPr>
              <p:nvPr/>
            </p:nvPicPr>
            <p:blipFill>
              <a:blip r:embed="rId5">
                <a:duotone>
                  <a:schemeClr val="accent4">
                    <a:shade val="45000"/>
                    <a:satMod val="135000"/>
                  </a:schemeClr>
                  <a:prstClr val="white"/>
                </a:duotone>
                <a:extLst>
                  <a:ext uri="{BEBA8EAE-BF5A-486C-A8C5-ECC9F3942E4B}">
                    <a14:imgProps xmlns:a14="http://schemas.microsoft.com/office/drawing/2010/main">
                      <a14:imgLayer r:embed="rId6">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87602" y="3200153"/>
                <a:ext cx="197172" cy="207992"/>
              </a:xfrm>
              <a:prstGeom prst="rect">
                <a:avLst/>
              </a:prstGeom>
            </p:spPr>
          </p:pic>
          <p:sp>
            <p:nvSpPr>
              <p:cNvPr id="76" name="TextBox 132">
                <a:extLst>
                  <a:ext uri="{FF2B5EF4-FFF2-40B4-BE49-F238E27FC236}">
                    <a16:creationId xmlns:a16="http://schemas.microsoft.com/office/drawing/2014/main" id="{CFD0C5FD-63E3-5458-BC92-7735977E34AC}"/>
                  </a:ext>
                </a:extLst>
              </p:cNvPr>
              <p:cNvSpPr txBox="1"/>
              <p:nvPr/>
            </p:nvSpPr>
            <p:spPr>
              <a:xfrm>
                <a:off x="901408" y="3210561"/>
                <a:ext cx="581007" cy="169277"/>
              </a:xfrm>
              <a:prstGeom prst="rect">
                <a:avLst/>
              </a:prstGeom>
              <a:noFill/>
            </p:spPr>
            <p:txBody>
              <a:bodyPr wrap="square" rtlCol="0">
                <a:spAutoFit/>
              </a:bodyPr>
              <a:lstStyle/>
              <a:p>
                <a:r>
                  <a:rPr lang="fr-CA" sz="500" dirty="0" err="1">
                    <a:solidFill>
                      <a:srgbClr val="00B0F0"/>
                    </a:solidFill>
                  </a:rPr>
                  <a:t>custom_nd</a:t>
                </a:r>
                <a:endParaRPr lang="fr-CA" sz="500" dirty="0">
                  <a:solidFill>
                    <a:srgbClr val="00B0F0"/>
                  </a:solidFill>
                </a:endParaRPr>
              </a:p>
            </p:txBody>
          </p:sp>
        </p:grpSp>
      </p:grpSp>
      <p:cxnSp>
        <p:nvCxnSpPr>
          <p:cNvPr id="77" name="Straight Arrow Connector 268">
            <a:extLst>
              <a:ext uri="{FF2B5EF4-FFF2-40B4-BE49-F238E27FC236}">
                <a16:creationId xmlns:a16="http://schemas.microsoft.com/office/drawing/2014/main" id="{80FF4B8B-0A05-323E-9AE0-93D6CB7CC25B}"/>
              </a:ext>
            </a:extLst>
          </p:cNvPr>
          <p:cNvCxnSpPr>
            <a:cxnSpLocks/>
            <a:stCxn id="11" idx="3"/>
            <a:endCxn id="39" idx="1"/>
          </p:cNvCxnSpPr>
          <p:nvPr/>
        </p:nvCxnSpPr>
        <p:spPr>
          <a:xfrm>
            <a:off x="3312211" y="1845299"/>
            <a:ext cx="1195190" cy="230822"/>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78" name="Straight Arrow Connector 268">
            <a:extLst>
              <a:ext uri="{FF2B5EF4-FFF2-40B4-BE49-F238E27FC236}">
                <a16:creationId xmlns:a16="http://schemas.microsoft.com/office/drawing/2014/main" id="{F01003A9-7471-77EF-DC31-646587524065}"/>
              </a:ext>
            </a:extLst>
          </p:cNvPr>
          <p:cNvCxnSpPr>
            <a:cxnSpLocks/>
            <a:stCxn id="11" idx="3"/>
            <a:endCxn id="44" idx="1"/>
          </p:cNvCxnSpPr>
          <p:nvPr/>
        </p:nvCxnSpPr>
        <p:spPr>
          <a:xfrm>
            <a:off x="3312211" y="1845299"/>
            <a:ext cx="1195190" cy="529275"/>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79" name="Straight Arrow Connector 268">
            <a:extLst>
              <a:ext uri="{FF2B5EF4-FFF2-40B4-BE49-F238E27FC236}">
                <a16:creationId xmlns:a16="http://schemas.microsoft.com/office/drawing/2014/main" id="{91988CD7-4A0C-F530-23C1-8C4C8F80120D}"/>
              </a:ext>
            </a:extLst>
          </p:cNvPr>
          <p:cNvCxnSpPr>
            <a:cxnSpLocks/>
            <a:stCxn id="11" idx="3"/>
            <a:endCxn id="49" idx="1"/>
          </p:cNvCxnSpPr>
          <p:nvPr/>
        </p:nvCxnSpPr>
        <p:spPr>
          <a:xfrm>
            <a:off x="3312211" y="1845299"/>
            <a:ext cx="1195190" cy="827728"/>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0" name="Straight Arrow Connector 268">
            <a:extLst>
              <a:ext uri="{FF2B5EF4-FFF2-40B4-BE49-F238E27FC236}">
                <a16:creationId xmlns:a16="http://schemas.microsoft.com/office/drawing/2014/main" id="{7BF885AB-D0C5-E80D-36B9-A1121DB56878}"/>
              </a:ext>
            </a:extLst>
          </p:cNvPr>
          <p:cNvCxnSpPr>
            <a:cxnSpLocks/>
            <a:stCxn id="11" idx="3"/>
            <a:endCxn id="54" idx="1"/>
          </p:cNvCxnSpPr>
          <p:nvPr/>
        </p:nvCxnSpPr>
        <p:spPr>
          <a:xfrm>
            <a:off x="3312211" y="1845299"/>
            <a:ext cx="1195190" cy="1126181"/>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1" name="Straight Arrow Connector 268">
            <a:extLst>
              <a:ext uri="{FF2B5EF4-FFF2-40B4-BE49-F238E27FC236}">
                <a16:creationId xmlns:a16="http://schemas.microsoft.com/office/drawing/2014/main" id="{EC11694D-8894-A994-D868-5A60F41F655B}"/>
              </a:ext>
            </a:extLst>
          </p:cNvPr>
          <p:cNvCxnSpPr>
            <a:cxnSpLocks/>
            <a:stCxn id="11" idx="3"/>
            <a:endCxn id="59" idx="1"/>
          </p:cNvCxnSpPr>
          <p:nvPr/>
        </p:nvCxnSpPr>
        <p:spPr>
          <a:xfrm>
            <a:off x="3312211" y="1845299"/>
            <a:ext cx="1189930" cy="1397512"/>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2" name="Straight Arrow Connector 268">
            <a:extLst>
              <a:ext uri="{FF2B5EF4-FFF2-40B4-BE49-F238E27FC236}">
                <a16:creationId xmlns:a16="http://schemas.microsoft.com/office/drawing/2014/main" id="{7C187470-3C8A-E26D-9833-D5E4B9D47E76}"/>
              </a:ext>
            </a:extLst>
          </p:cNvPr>
          <p:cNvCxnSpPr>
            <a:cxnSpLocks/>
            <a:stCxn id="11" idx="3"/>
            <a:endCxn id="64" idx="1"/>
          </p:cNvCxnSpPr>
          <p:nvPr/>
        </p:nvCxnSpPr>
        <p:spPr>
          <a:xfrm>
            <a:off x="3312211" y="1845299"/>
            <a:ext cx="1189930" cy="1695965"/>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3" name="Straight Arrow Connector 268">
            <a:extLst>
              <a:ext uri="{FF2B5EF4-FFF2-40B4-BE49-F238E27FC236}">
                <a16:creationId xmlns:a16="http://schemas.microsoft.com/office/drawing/2014/main" id="{22033A15-4E58-8582-3CB6-FBE4EA977A68}"/>
              </a:ext>
            </a:extLst>
          </p:cNvPr>
          <p:cNvCxnSpPr>
            <a:cxnSpLocks/>
            <a:stCxn id="11" idx="3"/>
            <a:endCxn id="69" idx="1"/>
          </p:cNvCxnSpPr>
          <p:nvPr/>
        </p:nvCxnSpPr>
        <p:spPr>
          <a:xfrm>
            <a:off x="3312211" y="1845299"/>
            <a:ext cx="1189930" cy="1994418"/>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4" name="Straight Arrow Connector 268">
            <a:extLst>
              <a:ext uri="{FF2B5EF4-FFF2-40B4-BE49-F238E27FC236}">
                <a16:creationId xmlns:a16="http://schemas.microsoft.com/office/drawing/2014/main" id="{4BC5E5AA-1DB7-342E-B9CD-2B1A2642D45F}"/>
              </a:ext>
            </a:extLst>
          </p:cNvPr>
          <p:cNvCxnSpPr>
            <a:cxnSpLocks/>
            <a:stCxn id="11" idx="3"/>
            <a:endCxn id="74" idx="1"/>
          </p:cNvCxnSpPr>
          <p:nvPr/>
        </p:nvCxnSpPr>
        <p:spPr>
          <a:xfrm>
            <a:off x="3312211" y="1845299"/>
            <a:ext cx="1189930" cy="2292871"/>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5" name="Straight Arrow Connector 268">
            <a:extLst>
              <a:ext uri="{FF2B5EF4-FFF2-40B4-BE49-F238E27FC236}">
                <a16:creationId xmlns:a16="http://schemas.microsoft.com/office/drawing/2014/main" id="{6FBD880C-9A3B-2E37-C42B-81FA467A4237}"/>
              </a:ext>
            </a:extLst>
          </p:cNvPr>
          <p:cNvCxnSpPr>
            <a:cxnSpLocks/>
            <a:stCxn id="39" idx="3"/>
            <a:endCxn id="35" idx="1"/>
          </p:cNvCxnSpPr>
          <p:nvPr/>
        </p:nvCxnSpPr>
        <p:spPr>
          <a:xfrm>
            <a:off x="5275932" y="2076121"/>
            <a:ext cx="516723" cy="797110"/>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6" name="Straight Arrow Connector 268">
            <a:extLst>
              <a:ext uri="{FF2B5EF4-FFF2-40B4-BE49-F238E27FC236}">
                <a16:creationId xmlns:a16="http://schemas.microsoft.com/office/drawing/2014/main" id="{F70C5004-0E18-3C93-CE78-13CAA4D629C3}"/>
              </a:ext>
            </a:extLst>
          </p:cNvPr>
          <p:cNvCxnSpPr>
            <a:cxnSpLocks/>
            <a:stCxn id="46" idx="3"/>
            <a:endCxn id="35" idx="1"/>
          </p:cNvCxnSpPr>
          <p:nvPr/>
        </p:nvCxnSpPr>
        <p:spPr>
          <a:xfrm>
            <a:off x="5301918" y="2374594"/>
            <a:ext cx="490737" cy="498637"/>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7" name="Straight Arrow Connector 268">
            <a:extLst>
              <a:ext uri="{FF2B5EF4-FFF2-40B4-BE49-F238E27FC236}">
                <a16:creationId xmlns:a16="http://schemas.microsoft.com/office/drawing/2014/main" id="{4274CC7B-7A3E-5D17-381A-8C421E13CA8A}"/>
              </a:ext>
            </a:extLst>
          </p:cNvPr>
          <p:cNvCxnSpPr>
            <a:cxnSpLocks/>
            <a:stCxn id="49" idx="3"/>
            <a:endCxn id="35" idx="1"/>
          </p:cNvCxnSpPr>
          <p:nvPr/>
        </p:nvCxnSpPr>
        <p:spPr>
          <a:xfrm>
            <a:off x="5275932" y="2673027"/>
            <a:ext cx="516723" cy="200204"/>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8" name="Straight Arrow Connector 268">
            <a:extLst>
              <a:ext uri="{FF2B5EF4-FFF2-40B4-BE49-F238E27FC236}">
                <a16:creationId xmlns:a16="http://schemas.microsoft.com/office/drawing/2014/main" id="{30AEE6C2-9D7E-C531-DFFF-185DB0722183}"/>
              </a:ext>
            </a:extLst>
          </p:cNvPr>
          <p:cNvCxnSpPr>
            <a:cxnSpLocks/>
            <a:stCxn id="54" idx="3"/>
            <a:endCxn id="35" idx="1"/>
          </p:cNvCxnSpPr>
          <p:nvPr/>
        </p:nvCxnSpPr>
        <p:spPr>
          <a:xfrm flipV="1">
            <a:off x="5275932" y="2873231"/>
            <a:ext cx="516723" cy="98249"/>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9" name="Straight Arrow Connector 268">
            <a:extLst>
              <a:ext uri="{FF2B5EF4-FFF2-40B4-BE49-F238E27FC236}">
                <a16:creationId xmlns:a16="http://schemas.microsoft.com/office/drawing/2014/main" id="{BCB4BA6D-8098-0894-5475-0B31EBBDE5AE}"/>
              </a:ext>
            </a:extLst>
          </p:cNvPr>
          <p:cNvCxnSpPr>
            <a:cxnSpLocks/>
            <a:stCxn id="61" idx="3"/>
          </p:cNvCxnSpPr>
          <p:nvPr/>
        </p:nvCxnSpPr>
        <p:spPr>
          <a:xfrm flipV="1">
            <a:off x="5296658" y="2873231"/>
            <a:ext cx="495997" cy="369600"/>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90" name="Straight Arrow Connector 268">
            <a:extLst>
              <a:ext uri="{FF2B5EF4-FFF2-40B4-BE49-F238E27FC236}">
                <a16:creationId xmlns:a16="http://schemas.microsoft.com/office/drawing/2014/main" id="{E8766AC0-7F9C-B09A-9F73-4440DC7F8E16}"/>
              </a:ext>
            </a:extLst>
          </p:cNvPr>
          <p:cNvCxnSpPr>
            <a:cxnSpLocks/>
            <a:stCxn id="64" idx="3"/>
            <a:endCxn id="35" idx="1"/>
          </p:cNvCxnSpPr>
          <p:nvPr/>
        </p:nvCxnSpPr>
        <p:spPr>
          <a:xfrm flipV="1">
            <a:off x="5270672" y="2873231"/>
            <a:ext cx="521983" cy="668033"/>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91" name="Straight Arrow Connector 268">
            <a:extLst>
              <a:ext uri="{FF2B5EF4-FFF2-40B4-BE49-F238E27FC236}">
                <a16:creationId xmlns:a16="http://schemas.microsoft.com/office/drawing/2014/main" id="{20C4FE94-AA5A-12C6-7804-02B0417768D8}"/>
              </a:ext>
            </a:extLst>
          </p:cNvPr>
          <p:cNvCxnSpPr>
            <a:cxnSpLocks/>
            <a:stCxn id="69" idx="3"/>
            <a:endCxn id="35" idx="1"/>
          </p:cNvCxnSpPr>
          <p:nvPr/>
        </p:nvCxnSpPr>
        <p:spPr>
          <a:xfrm flipV="1">
            <a:off x="5270672" y="2873231"/>
            <a:ext cx="521983" cy="966486"/>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92" name="Straight Arrow Connector 268">
            <a:extLst>
              <a:ext uri="{FF2B5EF4-FFF2-40B4-BE49-F238E27FC236}">
                <a16:creationId xmlns:a16="http://schemas.microsoft.com/office/drawing/2014/main" id="{DF31600B-3F8D-1AC6-33D6-7854DE010A1F}"/>
              </a:ext>
            </a:extLst>
          </p:cNvPr>
          <p:cNvCxnSpPr>
            <a:cxnSpLocks/>
            <a:stCxn id="74" idx="3"/>
            <a:endCxn id="35" idx="1"/>
          </p:cNvCxnSpPr>
          <p:nvPr/>
        </p:nvCxnSpPr>
        <p:spPr>
          <a:xfrm flipV="1">
            <a:off x="5270672" y="2873231"/>
            <a:ext cx="521983" cy="1264939"/>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93" name="Straight Arrow Connector 268">
            <a:extLst>
              <a:ext uri="{FF2B5EF4-FFF2-40B4-BE49-F238E27FC236}">
                <a16:creationId xmlns:a16="http://schemas.microsoft.com/office/drawing/2014/main" id="{2E0F8E25-CE21-9304-6873-C082CE465180}"/>
              </a:ext>
            </a:extLst>
          </p:cNvPr>
          <p:cNvCxnSpPr>
            <a:cxnSpLocks/>
            <a:stCxn id="36" idx="2"/>
            <a:endCxn id="31" idx="0"/>
          </p:cNvCxnSpPr>
          <p:nvPr/>
        </p:nvCxnSpPr>
        <p:spPr>
          <a:xfrm rot="16200000" flipH="1">
            <a:off x="5993880" y="3354611"/>
            <a:ext cx="2160922" cy="1387834"/>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94" name="Straight Arrow Connector 268">
            <a:extLst>
              <a:ext uri="{FF2B5EF4-FFF2-40B4-BE49-F238E27FC236}">
                <a16:creationId xmlns:a16="http://schemas.microsoft.com/office/drawing/2014/main" id="{4E004DA2-D180-347D-C2D7-94DE30A43399}"/>
              </a:ext>
            </a:extLst>
          </p:cNvPr>
          <p:cNvCxnSpPr>
            <a:cxnSpLocks/>
            <a:stCxn id="36" idx="0"/>
            <a:endCxn id="21" idx="2"/>
          </p:cNvCxnSpPr>
          <p:nvPr/>
        </p:nvCxnSpPr>
        <p:spPr>
          <a:xfrm rot="5400000" flipH="1" flipV="1">
            <a:off x="6460176" y="1520206"/>
            <a:ext cx="1198833" cy="1358336"/>
          </a:xfrm>
          <a:prstGeom prst="curvedConnector3">
            <a:avLst>
              <a:gd name="adj1" fmla="val 50000"/>
            </a:avLst>
          </a:prstGeom>
          <a:ln w="19050">
            <a:solidFill>
              <a:srgbClr val="00B0F0"/>
            </a:solidFill>
            <a:prstDash val="sysDash"/>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95" name="TextBox 132">
            <a:extLst>
              <a:ext uri="{FF2B5EF4-FFF2-40B4-BE49-F238E27FC236}">
                <a16:creationId xmlns:a16="http://schemas.microsoft.com/office/drawing/2014/main" id="{E65AC78D-30C0-9088-D8D4-40632112B808}"/>
              </a:ext>
            </a:extLst>
          </p:cNvPr>
          <p:cNvSpPr txBox="1"/>
          <p:nvPr/>
        </p:nvSpPr>
        <p:spPr>
          <a:xfrm>
            <a:off x="2914974" y="2724054"/>
            <a:ext cx="751449" cy="323165"/>
          </a:xfrm>
          <a:prstGeom prst="rect">
            <a:avLst/>
          </a:prstGeom>
          <a:noFill/>
        </p:spPr>
        <p:txBody>
          <a:bodyPr wrap="square" rtlCol="0">
            <a:spAutoFit/>
          </a:bodyPr>
          <a:lstStyle/>
          <a:p>
            <a:r>
              <a:rPr lang="fr-CA" sz="500" dirty="0">
                <a:solidFill>
                  <a:srgbClr val="00B0F0"/>
                </a:solidFill>
              </a:rPr>
              <a:t>UI conditionnel activé sur scenario1 = «  Autre »</a:t>
            </a:r>
          </a:p>
        </p:txBody>
      </p:sp>
      <p:sp>
        <p:nvSpPr>
          <p:cNvPr id="99" name="Signe de multiplication 98">
            <a:extLst>
              <a:ext uri="{FF2B5EF4-FFF2-40B4-BE49-F238E27FC236}">
                <a16:creationId xmlns:a16="http://schemas.microsoft.com/office/drawing/2014/main" id="{1465943A-DCBE-C6A4-D4CB-E1E2A7F6CC26}"/>
              </a:ext>
            </a:extLst>
          </p:cNvPr>
          <p:cNvSpPr/>
          <p:nvPr/>
        </p:nvSpPr>
        <p:spPr>
          <a:xfrm>
            <a:off x="6054671" y="1128889"/>
            <a:ext cx="796212" cy="635523"/>
          </a:xfrm>
          <a:prstGeom prst="mathMultiply">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sp>
        <p:nvSpPr>
          <p:cNvPr id="100" name="Signe de multiplication 99">
            <a:extLst>
              <a:ext uri="{FF2B5EF4-FFF2-40B4-BE49-F238E27FC236}">
                <a16:creationId xmlns:a16="http://schemas.microsoft.com/office/drawing/2014/main" id="{55180E2F-53C2-5F27-DEF5-4AC84B21AC20}"/>
              </a:ext>
            </a:extLst>
          </p:cNvPr>
          <p:cNvSpPr/>
          <p:nvPr/>
        </p:nvSpPr>
        <p:spPr>
          <a:xfrm>
            <a:off x="5397192" y="4731509"/>
            <a:ext cx="796212" cy="635523"/>
          </a:xfrm>
          <a:prstGeom prst="mathMultiply">
            <a:avLst/>
          </a:prstGeom>
          <a:solidFill>
            <a:schemeClr val="tx2">
              <a:lumMod val="50000"/>
              <a:lumOff val="50000"/>
            </a:schemeClr>
          </a:solidFill>
          <a:ln>
            <a:solidFill>
              <a:schemeClr val="tx2">
                <a:lumMod val="50000"/>
                <a:lumOff val="5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lang="fr-CA"/>
          </a:p>
        </p:txBody>
      </p:sp>
      <p:cxnSp>
        <p:nvCxnSpPr>
          <p:cNvPr id="101" name="Straight Arrow Connector 268">
            <a:extLst>
              <a:ext uri="{FF2B5EF4-FFF2-40B4-BE49-F238E27FC236}">
                <a16:creationId xmlns:a16="http://schemas.microsoft.com/office/drawing/2014/main" id="{B871C396-01A5-A2AC-DB87-C560F7E0ED10}"/>
              </a:ext>
            </a:extLst>
          </p:cNvPr>
          <p:cNvCxnSpPr>
            <a:cxnSpLocks/>
            <a:stCxn id="21" idx="3"/>
            <a:endCxn id="110" idx="1"/>
          </p:cNvCxnSpPr>
          <p:nvPr/>
        </p:nvCxnSpPr>
        <p:spPr>
          <a:xfrm>
            <a:off x="8210345" y="1450627"/>
            <a:ext cx="1351761" cy="188690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37" name="Groupe 136">
            <a:extLst>
              <a:ext uri="{FF2B5EF4-FFF2-40B4-BE49-F238E27FC236}">
                <a16:creationId xmlns:a16="http://schemas.microsoft.com/office/drawing/2014/main" id="{87B825E7-F30D-1998-5DC5-3FFB5EA18978}"/>
              </a:ext>
            </a:extLst>
          </p:cNvPr>
          <p:cNvGrpSpPr/>
          <p:nvPr/>
        </p:nvGrpSpPr>
        <p:grpSpPr>
          <a:xfrm>
            <a:off x="9562106" y="2845074"/>
            <a:ext cx="2592024" cy="965277"/>
            <a:chOff x="9712966" y="3147784"/>
            <a:chExt cx="2592024" cy="965277"/>
          </a:xfrm>
        </p:grpSpPr>
        <p:grpSp>
          <p:nvGrpSpPr>
            <p:cNvPr id="108" name="Groupe 107">
              <a:extLst>
                <a:ext uri="{FF2B5EF4-FFF2-40B4-BE49-F238E27FC236}">
                  <a16:creationId xmlns:a16="http://schemas.microsoft.com/office/drawing/2014/main" id="{6D36DCFB-5859-F6E3-210B-10EEC185159C}"/>
                </a:ext>
              </a:extLst>
            </p:cNvPr>
            <p:cNvGrpSpPr/>
            <p:nvPr/>
          </p:nvGrpSpPr>
          <p:grpSpPr>
            <a:xfrm>
              <a:off x="9712966" y="3147784"/>
              <a:ext cx="1162484" cy="965277"/>
              <a:chOff x="268720" y="643568"/>
              <a:chExt cx="1162484" cy="965277"/>
            </a:xfrm>
          </p:grpSpPr>
          <p:grpSp>
            <p:nvGrpSpPr>
              <p:cNvPr id="109" name="Groupe 108">
                <a:extLst>
                  <a:ext uri="{FF2B5EF4-FFF2-40B4-BE49-F238E27FC236}">
                    <a16:creationId xmlns:a16="http://schemas.microsoft.com/office/drawing/2014/main" id="{16E8D2E2-31B7-56F2-DF4A-BBB2EE448F11}"/>
                  </a:ext>
                </a:extLst>
              </p:cNvPr>
              <p:cNvGrpSpPr/>
              <p:nvPr/>
            </p:nvGrpSpPr>
            <p:grpSpPr>
              <a:xfrm>
                <a:off x="340114" y="643568"/>
                <a:ext cx="938414" cy="331243"/>
                <a:chOff x="704747" y="4467411"/>
                <a:chExt cx="938414" cy="331243"/>
              </a:xfrm>
            </p:grpSpPr>
            <p:pic>
              <p:nvPicPr>
                <p:cNvPr id="111" name="Graphique 110" descr="Presse-papiers vérifié avec un remplissage uni">
                  <a:extLst>
                    <a:ext uri="{FF2B5EF4-FFF2-40B4-BE49-F238E27FC236}">
                      <a16:creationId xmlns:a16="http://schemas.microsoft.com/office/drawing/2014/main" id="{C030391A-37B8-94EC-C167-C12DAF9F7AC8}"/>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04747" y="4467411"/>
                  <a:ext cx="331243" cy="331243"/>
                </a:xfrm>
                <a:prstGeom prst="rect">
                  <a:avLst/>
                </a:prstGeom>
              </p:spPr>
            </p:pic>
            <p:sp>
              <p:nvSpPr>
                <p:cNvPr id="112" name="TextBox 132">
                  <a:extLst>
                    <a:ext uri="{FF2B5EF4-FFF2-40B4-BE49-F238E27FC236}">
                      <a16:creationId xmlns:a16="http://schemas.microsoft.com/office/drawing/2014/main" id="{15AB6383-A3F8-CA91-51ED-73802833E99A}"/>
                    </a:ext>
                  </a:extLst>
                </p:cNvPr>
                <p:cNvSpPr txBox="1"/>
                <p:nvPr/>
              </p:nvSpPr>
              <p:spPr>
                <a:xfrm>
                  <a:off x="905342" y="4554500"/>
                  <a:ext cx="737819" cy="169277"/>
                </a:xfrm>
                <a:prstGeom prst="rect">
                  <a:avLst/>
                </a:prstGeom>
                <a:noFill/>
              </p:spPr>
              <p:txBody>
                <a:bodyPr wrap="square" rtlCol="0">
                  <a:spAutoFit/>
                </a:bodyPr>
                <a:lstStyle/>
                <a:p>
                  <a:r>
                    <a:rPr lang="fr-CA" sz="500" dirty="0"/>
                    <a:t>lac1_coefficients</a:t>
                  </a:r>
                </a:p>
              </p:txBody>
            </p:sp>
          </p:grpSp>
          <p:sp>
            <p:nvSpPr>
              <p:cNvPr id="110" name="Rectangle: Rounded Corners 292">
                <a:extLst>
                  <a:ext uri="{FF2B5EF4-FFF2-40B4-BE49-F238E27FC236}">
                    <a16:creationId xmlns:a16="http://schemas.microsoft.com/office/drawing/2014/main" id="{AA8ED1E7-DBC0-BDC7-AEF5-04F1AF59E893}"/>
                  </a:ext>
                </a:extLst>
              </p:cNvPr>
              <p:cNvSpPr/>
              <p:nvPr/>
            </p:nvSpPr>
            <p:spPr>
              <a:xfrm>
                <a:off x="268720" y="663202"/>
                <a:ext cx="1162484" cy="94564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grpSp>
          <p:nvGrpSpPr>
            <p:cNvPr id="122" name="Groupe 121">
              <a:extLst>
                <a:ext uri="{FF2B5EF4-FFF2-40B4-BE49-F238E27FC236}">
                  <a16:creationId xmlns:a16="http://schemas.microsoft.com/office/drawing/2014/main" id="{8EE59206-F186-1BC2-1269-32DCF5B20E0B}"/>
                </a:ext>
              </a:extLst>
            </p:cNvPr>
            <p:cNvGrpSpPr/>
            <p:nvPr/>
          </p:nvGrpSpPr>
          <p:grpSpPr>
            <a:xfrm>
              <a:off x="10110027" y="3466153"/>
              <a:ext cx="938414" cy="331243"/>
              <a:chOff x="10056789" y="3475163"/>
              <a:chExt cx="938414" cy="331243"/>
            </a:xfrm>
          </p:grpSpPr>
          <p:pic>
            <p:nvPicPr>
              <p:cNvPr id="120" name="Graphique 119" descr="Presse-papiers vérifié avec un remplissage uni">
                <a:extLst>
                  <a:ext uri="{FF2B5EF4-FFF2-40B4-BE49-F238E27FC236}">
                    <a16:creationId xmlns:a16="http://schemas.microsoft.com/office/drawing/2014/main" id="{B6D45DAB-B6F4-5547-B7BB-28D9F939BE0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6789" y="3475163"/>
                <a:ext cx="331243" cy="331243"/>
              </a:xfrm>
              <a:prstGeom prst="rect">
                <a:avLst/>
              </a:prstGeom>
            </p:spPr>
          </p:pic>
          <p:sp>
            <p:nvSpPr>
              <p:cNvPr id="121" name="TextBox 132">
                <a:extLst>
                  <a:ext uri="{FF2B5EF4-FFF2-40B4-BE49-F238E27FC236}">
                    <a16:creationId xmlns:a16="http://schemas.microsoft.com/office/drawing/2014/main" id="{29AD391F-DB7F-B143-5AE2-00C017C7EA7E}"/>
                  </a:ext>
                </a:extLst>
              </p:cNvPr>
              <p:cNvSpPr txBox="1"/>
              <p:nvPr/>
            </p:nvSpPr>
            <p:spPr>
              <a:xfrm>
                <a:off x="10257384" y="3562252"/>
                <a:ext cx="737819" cy="169277"/>
              </a:xfrm>
              <a:prstGeom prst="rect">
                <a:avLst/>
              </a:prstGeom>
              <a:noFill/>
            </p:spPr>
            <p:txBody>
              <a:bodyPr wrap="square" rtlCol="0">
                <a:spAutoFit/>
              </a:bodyPr>
              <a:lstStyle/>
              <a:p>
                <a:r>
                  <a:rPr lang="fr-CA" sz="500" dirty="0" err="1"/>
                  <a:t>coefs_actuel</a:t>
                </a:r>
                <a:r>
                  <a:rPr lang="fr-CA" sz="500" dirty="0"/>
                  <a:t>()</a:t>
                </a:r>
              </a:p>
            </p:txBody>
          </p:sp>
        </p:grpSp>
        <p:grpSp>
          <p:nvGrpSpPr>
            <p:cNvPr id="123" name="Groupe 122">
              <a:extLst>
                <a:ext uri="{FF2B5EF4-FFF2-40B4-BE49-F238E27FC236}">
                  <a16:creationId xmlns:a16="http://schemas.microsoft.com/office/drawing/2014/main" id="{CB26DF47-2F11-8A6B-57BD-7FEC146BF330}"/>
                </a:ext>
              </a:extLst>
            </p:cNvPr>
            <p:cNvGrpSpPr/>
            <p:nvPr/>
          </p:nvGrpSpPr>
          <p:grpSpPr>
            <a:xfrm>
              <a:off x="10110027" y="3774029"/>
              <a:ext cx="938414" cy="331243"/>
              <a:chOff x="10056789" y="3475163"/>
              <a:chExt cx="938414" cy="331243"/>
            </a:xfrm>
          </p:grpSpPr>
          <p:pic>
            <p:nvPicPr>
              <p:cNvPr id="124" name="Graphique 123" descr="Presse-papiers vérifié avec un remplissage uni">
                <a:extLst>
                  <a:ext uri="{FF2B5EF4-FFF2-40B4-BE49-F238E27FC236}">
                    <a16:creationId xmlns:a16="http://schemas.microsoft.com/office/drawing/2014/main" id="{0D6CB16E-6A44-6A2B-ECBF-5139A238854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10056789" y="3475163"/>
                <a:ext cx="331243" cy="331243"/>
              </a:xfrm>
              <a:prstGeom prst="rect">
                <a:avLst/>
              </a:prstGeom>
            </p:spPr>
          </p:pic>
          <p:sp>
            <p:nvSpPr>
              <p:cNvPr id="125" name="TextBox 132">
                <a:extLst>
                  <a:ext uri="{FF2B5EF4-FFF2-40B4-BE49-F238E27FC236}">
                    <a16:creationId xmlns:a16="http://schemas.microsoft.com/office/drawing/2014/main" id="{C0FBEDC3-83DE-A86A-FE0E-2C03572C8543}"/>
                  </a:ext>
                </a:extLst>
              </p:cNvPr>
              <p:cNvSpPr txBox="1"/>
              <p:nvPr/>
            </p:nvSpPr>
            <p:spPr>
              <a:xfrm>
                <a:off x="10257384" y="3562252"/>
                <a:ext cx="737819" cy="169277"/>
              </a:xfrm>
              <a:prstGeom prst="rect">
                <a:avLst/>
              </a:prstGeom>
              <a:noFill/>
            </p:spPr>
            <p:txBody>
              <a:bodyPr wrap="square" rtlCol="0">
                <a:spAutoFit/>
              </a:bodyPr>
              <a:lstStyle/>
              <a:p>
                <a:r>
                  <a:rPr lang="fr-CA" sz="500" dirty="0" err="1"/>
                  <a:t>coefs_naturel</a:t>
                </a:r>
                <a:r>
                  <a:rPr lang="fr-CA" sz="500" dirty="0"/>
                  <a:t>()</a:t>
                </a:r>
              </a:p>
            </p:txBody>
          </p:sp>
        </p:grpSp>
        <p:cxnSp>
          <p:nvCxnSpPr>
            <p:cNvPr id="126" name="Straight Arrow Connector 268">
              <a:extLst>
                <a:ext uri="{FF2B5EF4-FFF2-40B4-BE49-F238E27FC236}">
                  <a16:creationId xmlns:a16="http://schemas.microsoft.com/office/drawing/2014/main" id="{613F8C9E-6A95-865C-0840-273EE8B1573B}"/>
                </a:ext>
              </a:extLst>
            </p:cNvPr>
            <p:cNvCxnSpPr>
              <a:cxnSpLocks/>
              <a:stCxn id="111" idx="2"/>
              <a:endCxn id="120" idx="1"/>
            </p:cNvCxnSpPr>
            <p:nvPr/>
          </p:nvCxnSpPr>
          <p:spPr>
            <a:xfrm rot="16200000" flipH="1">
              <a:off x="9953630" y="347537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29" name="Straight Arrow Connector 268">
              <a:extLst>
                <a:ext uri="{FF2B5EF4-FFF2-40B4-BE49-F238E27FC236}">
                  <a16:creationId xmlns:a16="http://schemas.microsoft.com/office/drawing/2014/main" id="{39F6D5E5-F000-D1B5-D69F-38441647EF26}"/>
                </a:ext>
              </a:extLst>
            </p:cNvPr>
            <p:cNvCxnSpPr>
              <a:cxnSpLocks/>
              <a:stCxn id="111" idx="2"/>
              <a:endCxn id="124" idx="1"/>
            </p:cNvCxnSpPr>
            <p:nvPr/>
          </p:nvCxnSpPr>
          <p:spPr>
            <a:xfrm rot="16200000" flipH="1">
              <a:off x="9799692" y="362931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132" name="ZoneTexte 131">
              <a:extLst>
                <a:ext uri="{FF2B5EF4-FFF2-40B4-BE49-F238E27FC236}">
                  <a16:creationId xmlns:a16="http://schemas.microsoft.com/office/drawing/2014/main" id="{CF85D5FF-420C-670A-F688-E6FD16622747}"/>
                </a:ext>
              </a:extLst>
            </p:cNvPr>
            <p:cNvSpPr txBox="1"/>
            <p:nvPr/>
          </p:nvSpPr>
          <p:spPr>
            <a:xfrm>
              <a:off x="10831817" y="3577285"/>
              <a:ext cx="1408809" cy="153888"/>
            </a:xfrm>
            <a:prstGeom prst="rect">
              <a:avLst/>
            </a:prstGeom>
            <a:noFill/>
          </p:spPr>
          <p:txBody>
            <a:bodyPr wrap="square">
              <a:spAutoFit/>
            </a:bodyPr>
            <a:lstStyle/>
            <a:p>
              <a:r>
                <a:rPr lang="fr-CA" sz="400" dirty="0"/>
                <a:t>Ex: c(aqua = 6, </a:t>
              </a:r>
              <a:r>
                <a:rPr lang="fr-CA" sz="400" dirty="0" err="1"/>
                <a:t>mh</a:t>
              </a:r>
              <a:r>
                <a:rPr lang="fr-CA" sz="400" dirty="0"/>
                <a:t> = 125, foret = 4.92, </a:t>
              </a:r>
              <a:r>
                <a:rPr lang="fr-CA" sz="400" dirty="0" err="1"/>
                <a:t>sol_nu</a:t>
              </a:r>
              <a:r>
                <a:rPr lang="fr-CA" sz="400" dirty="0"/>
                <a:t> = 11.3, ...)</a:t>
              </a:r>
            </a:p>
          </p:txBody>
        </p:sp>
        <p:sp>
          <p:nvSpPr>
            <p:cNvPr id="135" name="ZoneTexte 134">
              <a:extLst>
                <a:ext uri="{FF2B5EF4-FFF2-40B4-BE49-F238E27FC236}">
                  <a16:creationId xmlns:a16="http://schemas.microsoft.com/office/drawing/2014/main" id="{CCE096DB-0660-2C96-137F-7348D5612F1F}"/>
                </a:ext>
              </a:extLst>
            </p:cNvPr>
            <p:cNvSpPr txBox="1"/>
            <p:nvPr/>
          </p:nvSpPr>
          <p:spPr>
            <a:xfrm>
              <a:off x="10896181" y="3831956"/>
              <a:ext cx="1408809" cy="215444"/>
            </a:xfrm>
            <a:prstGeom prst="rect">
              <a:avLst/>
            </a:prstGeom>
            <a:noFill/>
          </p:spPr>
          <p:txBody>
            <a:bodyPr wrap="square">
              <a:spAutoFit/>
            </a:bodyPr>
            <a:lstStyle/>
            <a:p>
              <a:r>
                <a:rPr lang="fr-CA" sz="400" dirty="0"/>
                <a:t>Accessible par: lac1_coefficients$coefs_actuel()[["aqua"]]</a:t>
              </a:r>
            </a:p>
          </p:txBody>
        </p:sp>
      </p:grpSp>
      <p:cxnSp>
        <p:nvCxnSpPr>
          <p:cNvPr id="5" name="Straight Arrow Connector 268">
            <a:extLst>
              <a:ext uri="{FF2B5EF4-FFF2-40B4-BE49-F238E27FC236}">
                <a16:creationId xmlns:a16="http://schemas.microsoft.com/office/drawing/2014/main" id="{906626FA-3EBA-0F97-9DE7-EA1DE9BBBED7}"/>
              </a:ext>
            </a:extLst>
          </p:cNvPr>
          <p:cNvCxnSpPr>
            <a:cxnSpLocks/>
            <a:stCxn id="31" idx="3"/>
            <a:endCxn id="110" idx="1"/>
          </p:cNvCxnSpPr>
          <p:nvPr/>
        </p:nvCxnSpPr>
        <p:spPr>
          <a:xfrm flipV="1">
            <a:off x="8237465" y="3337530"/>
            <a:ext cx="1324641" cy="1937776"/>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438613439"/>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cxnSp>
        <p:nvCxnSpPr>
          <p:cNvPr id="371" name="Straight Arrow Connector 268">
            <a:extLst>
              <a:ext uri="{FF2B5EF4-FFF2-40B4-BE49-F238E27FC236}">
                <a16:creationId xmlns:a16="http://schemas.microsoft.com/office/drawing/2014/main" id="{9B7FB075-1F6A-83D7-44A3-89DDF28F6D79}"/>
              </a:ext>
            </a:extLst>
          </p:cNvPr>
          <p:cNvCxnSpPr>
            <a:cxnSpLocks/>
            <a:stCxn id="152" idx="3"/>
            <a:endCxn id="33" idx="1"/>
          </p:cNvCxnSpPr>
          <p:nvPr/>
        </p:nvCxnSpPr>
        <p:spPr>
          <a:xfrm flipV="1">
            <a:off x="5715321" y="2564055"/>
            <a:ext cx="3123776" cy="126171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96" name="Straight Arrow Connector 268">
            <a:extLst>
              <a:ext uri="{FF2B5EF4-FFF2-40B4-BE49-F238E27FC236}">
                <a16:creationId xmlns:a16="http://schemas.microsoft.com/office/drawing/2014/main" id="{BBA29C75-95B8-55B1-3036-E74B2684BEEB}"/>
              </a:ext>
            </a:extLst>
          </p:cNvPr>
          <p:cNvCxnSpPr>
            <a:cxnSpLocks/>
            <a:stCxn id="111" idx="3"/>
            <a:endCxn id="33" idx="1"/>
          </p:cNvCxnSpPr>
          <p:nvPr/>
        </p:nvCxnSpPr>
        <p:spPr>
          <a:xfrm flipV="1">
            <a:off x="5874111" y="2564055"/>
            <a:ext cx="2964986" cy="1546328"/>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99" name="Straight Arrow Connector 268">
            <a:extLst>
              <a:ext uri="{FF2B5EF4-FFF2-40B4-BE49-F238E27FC236}">
                <a16:creationId xmlns:a16="http://schemas.microsoft.com/office/drawing/2014/main" id="{7496D5D9-0BA6-1B44-CFD2-B742F0718336}"/>
              </a:ext>
            </a:extLst>
          </p:cNvPr>
          <p:cNvCxnSpPr>
            <a:cxnSpLocks/>
            <a:stCxn id="116" idx="3"/>
            <a:endCxn id="33" idx="1"/>
          </p:cNvCxnSpPr>
          <p:nvPr/>
        </p:nvCxnSpPr>
        <p:spPr>
          <a:xfrm flipV="1">
            <a:off x="5909916" y="2564055"/>
            <a:ext cx="2929181" cy="183094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01" name="Straight Arrow Connector 268">
            <a:extLst>
              <a:ext uri="{FF2B5EF4-FFF2-40B4-BE49-F238E27FC236}">
                <a16:creationId xmlns:a16="http://schemas.microsoft.com/office/drawing/2014/main" id="{F6823DB2-79A3-6DF6-713F-72CC1080855C}"/>
              </a:ext>
            </a:extLst>
          </p:cNvPr>
          <p:cNvCxnSpPr>
            <a:cxnSpLocks/>
            <a:stCxn id="126" idx="3"/>
            <a:endCxn id="33" idx="1"/>
          </p:cNvCxnSpPr>
          <p:nvPr/>
        </p:nvCxnSpPr>
        <p:spPr>
          <a:xfrm flipV="1">
            <a:off x="5524791" y="2564055"/>
            <a:ext cx="3314306" cy="2166007"/>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03" name="Straight Arrow Connector 268">
            <a:extLst>
              <a:ext uri="{FF2B5EF4-FFF2-40B4-BE49-F238E27FC236}">
                <a16:creationId xmlns:a16="http://schemas.microsoft.com/office/drawing/2014/main" id="{271E3491-60D1-87B2-1ADE-92F18F0E5FDF}"/>
              </a:ext>
            </a:extLst>
          </p:cNvPr>
          <p:cNvCxnSpPr>
            <a:cxnSpLocks/>
            <a:stCxn id="121" idx="3"/>
            <a:endCxn id="33" idx="1"/>
          </p:cNvCxnSpPr>
          <p:nvPr/>
        </p:nvCxnSpPr>
        <p:spPr>
          <a:xfrm flipV="1">
            <a:off x="5874111" y="2564055"/>
            <a:ext cx="2964986" cy="2450624"/>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05" name="Straight Arrow Connector 268">
            <a:extLst>
              <a:ext uri="{FF2B5EF4-FFF2-40B4-BE49-F238E27FC236}">
                <a16:creationId xmlns:a16="http://schemas.microsoft.com/office/drawing/2014/main" id="{364D1F28-8927-8285-7524-7E102CCEB690}"/>
              </a:ext>
            </a:extLst>
          </p:cNvPr>
          <p:cNvCxnSpPr>
            <a:cxnSpLocks/>
            <a:stCxn id="164" idx="3"/>
            <a:endCxn id="33" idx="1"/>
          </p:cNvCxnSpPr>
          <p:nvPr/>
        </p:nvCxnSpPr>
        <p:spPr>
          <a:xfrm flipV="1">
            <a:off x="5874020" y="2564055"/>
            <a:ext cx="2965077" cy="273524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65" name="Straight Arrow Connector 268">
            <a:extLst>
              <a:ext uri="{FF2B5EF4-FFF2-40B4-BE49-F238E27FC236}">
                <a16:creationId xmlns:a16="http://schemas.microsoft.com/office/drawing/2014/main" id="{66BB9994-0C12-0283-63F5-A13172E8EB71}"/>
              </a:ext>
            </a:extLst>
          </p:cNvPr>
          <p:cNvCxnSpPr>
            <a:cxnSpLocks/>
            <a:stCxn id="56" idx="3"/>
            <a:endCxn id="33" idx="1"/>
          </p:cNvCxnSpPr>
          <p:nvPr/>
        </p:nvCxnSpPr>
        <p:spPr>
          <a:xfrm>
            <a:off x="5944045" y="1806211"/>
            <a:ext cx="2895052" cy="757844"/>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67" name="Straight Arrow Connector 268">
            <a:extLst>
              <a:ext uri="{FF2B5EF4-FFF2-40B4-BE49-F238E27FC236}">
                <a16:creationId xmlns:a16="http://schemas.microsoft.com/office/drawing/2014/main" id="{651CC0F4-F276-C9FC-4FFA-A358F9C46045}"/>
              </a:ext>
            </a:extLst>
          </p:cNvPr>
          <p:cNvCxnSpPr>
            <a:cxnSpLocks/>
            <a:stCxn id="66" idx="3"/>
            <a:endCxn id="33" idx="1"/>
          </p:cNvCxnSpPr>
          <p:nvPr/>
        </p:nvCxnSpPr>
        <p:spPr>
          <a:xfrm>
            <a:off x="5944045" y="1541473"/>
            <a:ext cx="2895052" cy="1022582"/>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69" name="Straight Arrow Connector 268">
            <a:extLst>
              <a:ext uri="{FF2B5EF4-FFF2-40B4-BE49-F238E27FC236}">
                <a16:creationId xmlns:a16="http://schemas.microsoft.com/office/drawing/2014/main" id="{6E28C487-4786-9B96-F1CF-229B26AE8512}"/>
              </a:ext>
            </a:extLst>
          </p:cNvPr>
          <p:cNvCxnSpPr>
            <a:cxnSpLocks/>
            <a:stCxn id="61" idx="3"/>
            <a:endCxn id="33" idx="1"/>
          </p:cNvCxnSpPr>
          <p:nvPr/>
        </p:nvCxnSpPr>
        <p:spPr>
          <a:xfrm>
            <a:off x="5794495" y="2070951"/>
            <a:ext cx="3044602" cy="493104"/>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62" name="Straight Arrow Connector 268">
            <a:extLst>
              <a:ext uri="{FF2B5EF4-FFF2-40B4-BE49-F238E27FC236}">
                <a16:creationId xmlns:a16="http://schemas.microsoft.com/office/drawing/2014/main" id="{4CAC0155-989E-B47F-E8D7-237D0E6F33BB}"/>
              </a:ext>
            </a:extLst>
          </p:cNvPr>
          <p:cNvCxnSpPr>
            <a:cxnSpLocks/>
            <a:stCxn id="46" idx="3"/>
            <a:endCxn id="33" idx="1"/>
          </p:cNvCxnSpPr>
          <p:nvPr/>
        </p:nvCxnSpPr>
        <p:spPr>
          <a:xfrm>
            <a:off x="5657888" y="1011997"/>
            <a:ext cx="3181209" cy="1552058"/>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4" name="ZoneTexte 3">
            <a:extLst>
              <a:ext uri="{FF2B5EF4-FFF2-40B4-BE49-F238E27FC236}">
                <a16:creationId xmlns:a16="http://schemas.microsoft.com/office/drawing/2014/main" id="{F826BF6B-8161-BB04-945E-C514A8273A96}"/>
              </a:ext>
            </a:extLst>
          </p:cNvPr>
          <p:cNvSpPr txBox="1"/>
          <p:nvPr/>
        </p:nvSpPr>
        <p:spPr>
          <a:xfrm>
            <a:off x="3918210" y="290716"/>
            <a:ext cx="2463461" cy="369332"/>
          </a:xfrm>
          <a:prstGeom prst="rect">
            <a:avLst/>
          </a:prstGeom>
          <a:noFill/>
        </p:spPr>
        <p:txBody>
          <a:bodyPr wrap="square" rtlCol="0">
            <a:spAutoFit/>
          </a:bodyPr>
          <a:lstStyle/>
          <a:p>
            <a:r>
              <a:rPr lang="fr-CA" dirty="0" err="1"/>
              <a:t>mod_param_reactifs</a:t>
            </a:r>
            <a:endParaRPr lang="fr-CA" dirty="0"/>
          </a:p>
        </p:txBody>
      </p:sp>
      <p:grpSp>
        <p:nvGrpSpPr>
          <p:cNvPr id="15" name="Groupe 14">
            <a:extLst>
              <a:ext uri="{FF2B5EF4-FFF2-40B4-BE49-F238E27FC236}">
                <a16:creationId xmlns:a16="http://schemas.microsoft.com/office/drawing/2014/main" id="{CF83669A-CE96-972E-44E9-4F4B869BF433}"/>
              </a:ext>
            </a:extLst>
          </p:cNvPr>
          <p:cNvGrpSpPr/>
          <p:nvPr/>
        </p:nvGrpSpPr>
        <p:grpSpPr>
          <a:xfrm>
            <a:off x="2527674" y="3191393"/>
            <a:ext cx="1167585" cy="248477"/>
            <a:chOff x="6052569" y="1088562"/>
            <a:chExt cx="1167585" cy="248477"/>
          </a:xfrm>
        </p:grpSpPr>
        <p:grpSp>
          <p:nvGrpSpPr>
            <p:cNvPr id="16" name="Groupe 15">
              <a:extLst>
                <a:ext uri="{FF2B5EF4-FFF2-40B4-BE49-F238E27FC236}">
                  <a16:creationId xmlns:a16="http://schemas.microsoft.com/office/drawing/2014/main" id="{27F65BEC-E0D0-B40A-9735-CA2FADF648BF}"/>
                </a:ext>
              </a:extLst>
            </p:cNvPr>
            <p:cNvGrpSpPr/>
            <p:nvPr/>
          </p:nvGrpSpPr>
          <p:grpSpPr>
            <a:xfrm>
              <a:off x="6077367" y="1090818"/>
              <a:ext cx="1142787" cy="246221"/>
              <a:chOff x="537659" y="2626239"/>
              <a:chExt cx="1142787" cy="246221"/>
            </a:xfrm>
          </p:grpSpPr>
          <p:pic>
            <p:nvPicPr>
              <p:cNvPr id="18" name="Graphique 17" descr="Base de données avec un remplissage uni">
                <a:extLst>
                  <a:ext uri="{FF2B5EF4-FFF2-40B4-BE49-F238E27FC236}">
                    <a16:creationId xmlns:a16="http://schemas.microsoft.com/office/drawing/2014/main" id="{CB8A6E46-E0DB-7F1A-F66F-E747ECB5242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7659" y="2662709"/>
                <a:ext cx="174699" cy="174699"/>
              </a:xfrm>
              <a:prstGeom prst="rect">
                <a:avLst/>
              </a:prstGeom>
            </p:spPr>
          </p:pic>
          <p:sp>
            <p:nvSpPr>
              <p:cNvPr id="19" name="TextBox 132">
                <a:extLst>
                  <a:ext uri="{FF2B5EF4-FFF2-40B4-BE49-F238E27FC236}">
                    <a16:creationId xmlns:a16="http://schemas.microsoft.com/office/drawing/2014/main" id="{480FEC8E-DE9F-B41D-F707-C809A91BFADF}"/>
                  </a:ext>
                </a:extLst>
              </p:cNvPr>
              <p:cNvSpPr txBox="1"/>
              <p:nvPr/>
            </p:nvSpPr>
            <p:spPr>
              <a:xfrm>
                <a:off x="631492" y="2626239"/>
                <a:ext cx="1048954" cy="246221"/>
              </a:xfrm>
              <a:prstGeom prst="rect">
                <a:avLst/>
              </a:prstGeom>
              <a:noFill/>
            </p:spPr>
            <p:txBody>
              <a:bodyPr wrap="square" rtlCol="0">
                <a:spAutoFit/>
              </a:bodyPr>
              <a:lstStyle/>
              <a:p>
                <a:r>
                  <a:rPr lang="fr-CA" sz="1000" dirty="0"/>
                  <a:t>lac1_data_lac()</a:t>
                </a:r>
              </a:p>
            </p:txBody>
          </p:sp>
        </p:grpSp>
        <p:sp>
          <p:nvSpPr>
            <p:cNvPr id="17" name="Rectangle: Rounded Corners 292">
              <a:extLst>
                <a:ext uri="{FF2B5EF4-FFF2-40B4-BE49-F238E27FC236}">
                  <a16:creationId xmlns:a16="http://schemas.microsoft.com/office/drawing/2014/main" id="{DECF120A-E788-7F04-8733-128C72117E9B}"/>
                </a:ext>
              </a:extLst>
            </p:cNvPr>
            <p:cNvSpPr/>
            <p:nvPr/>
          </p:nvSpPr>
          <p:spPr>
            <a:xfrm>
              <a:off x="6052569" y="1088562"/>
              <a:ext cx="1099487" cy="237607"/>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sp>
        <p:nvSpPr>
          <p:cNvPr id="20" name="Rectangle 19">
            <a:extLst>
              <a:ext uri="{FF2B5EF4-FFF2-40B4-BE49-F238E27FC236}">
                <a16:creationId xmlns:a16="http://schemas.microsoft.com/office/drawing/2014/main" id="{596E73C5-8842-A3B4-F0B7-BBFC3487A818}"/>
              </a:ext>
            </a:extLst>
          </p:cNvPr>
          <p:cNvSpPr/>
          <p:nvPr/>
        </p:nvSpPr>
        <p:spPr>
          <a:xfrm>
            <a:off x="4213687" y="771034"/>
            <a:ext cx="4204605" cy="4918170"/>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cxnSp>
        <p:nvCxnSpPr>
          <p:cNvPr id="35" name="Straight Arrow Connector 268">
            <a:extLst>
              <a:ext uri="{FF2B5EF4-FFF2-40B4-BE49-F238E27FC236}">
                <a16:creationId xmlns:a16="http://schemas.microsoft.com/office/drawing/2014/main" id="{2B81E2E1-E371-E8E0-6BE9-138827A011DB}"/>
              </a:ext>
            </a:extLst>
          </p:cNvPr>
          <p:cNvCxnSpPr>
            <a:cxnSpLocks/>
            <a:stCxn id="17" idx="3"/>
            <a:endCxn id="121" idx="1"/>
          </p:cNvCxnSpPr>
          <p:nvPr/>
        </p:nvCxnSpPr>
        <p:spPr>
          <a:xfrm>
            <a:off x="3627161" y="3310197"/>
            <a:ext cx="1251885" cy="1704482"/>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03" name="Straight Arrow Connector 268">
            <a:extLst>
              <a:ext uri="{FF2B5EF4-FFF2-40B4-BE49-F238E27FC236}">
                <a16:creationId xmlns:a16="http://schemas.microsoft.com/office/drawing/2014/main" id="{9CF47778-EE4F-50B4-54EF-5C190DD61BF0}"/>
              </a:ext>
            </a:extLst>
          </p:cNvPr>
          <p:cNvCxnSpPr>
            <a:cxnSpLocks/>
            <a:stCxn id="17" idx="3"/>
            <a:endCxn id="199" idx="1"/>
          </p:cNvCxnSpPr>
          <p:nvPr/>
        </p:nvCxnSpPr>
        <p:spPr>
          <a:xfrm>
            <a:off x="3627161" y="3310197"/>
            <a:ext cx="2919755" cy="135088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06" name="Straight Arrow Connector 268">
            <a:extLst>
              <a:ext uri="{FF2B5EF4-FFF2-40B4-BE49-F238E27FC236}">
                <a16:creationId xmlns:a16="http://schemas.microsoft.com/office/drawing/2014/main" id="{3D1DA8BC-03F7-EB0D-B596-B56907A65D20}"/>
              </a:ext>
            </a:extLst>
          </p:cNvPr>
          <p:cNvCxnSpPr>
            <a:cxnSpLocks/>
            <a:stCxn id="17" idx="3"/>
            <a:endCxn id="192" idx="1"/>
          </p:cNvCxnSpPr>
          <p:nvPr/>
        </p:nvCxnSpPr>
        <p:spPr>
          <a:xfrm>
            <a:off x="3627161" y="3310197"/>
            <a:ext cx="2919755" cy="1096904"/>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09" name="Straight Arrow Connector 268">
            <a:extLst>
              <a:ext uri="{FF2B5EF4-FFF2-40B4-BE49-F238E27FC236}">
                <a16:creationId xmlns:a16="http://schemas.microsoft.com/office/drawing/2014/main" id="{3630E19B-EC99-95C6-F6D2-917BC06A8932}"/>
              </a:ext>
            </a:extLst>
          </p:cNvPr>
          <p:cNvCxnSpPr>
            <a:cxnSpLocks/>
            <a:stCxn id="19" idx="3"/>
            <a:endCxn id="178" idx="1"/>
          </p:cNvCxnSpPr>
          <p:nvPr/>
        </p:nvCxnSpPr>
        <p:spPr>
          <a:xfrm>
            <a:off x="3695259" y="3316760"/>
            <a:ext cx="2851657" cy="83636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11" name="Straight Arrow Connector 268">
            <a:extLst>
              <a:ext uri="{FF2B5EF4-FFF2-40B4-BE49-F238E27FC236}">
                <a16:creationId xmlns:a16="http://schemas.microsoft.com/office/drawing/2014/main" id="{4F4A2749-6609-0CD0-C284-88D980D87BDA}"/>
              </a:ext>
            </a:extLst>
          </p:cNvPr>
          <p:cNvCxnSpPr>
            <a:cxnSpLocks/>
            <a:stCxn id="17" idx="3"/>
            <a:endCxn id="185" idx="1"/>
          </p:cNvCxnSpPr>
          <p:nvPr/>
        </p:nvCxnSpPr>
        <p:spPr>
          <a:xfrm>
            <a:off x="3627161" y="3310197"/>
            <a:ext cx="2912029" cy="588942"/>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13" name="Straight Arrow Connector 268">
            <a:extLst>
              <a:ext uri="{FF2B5EF4-FFF2-40B4-BE49-F238E27FC236}">
                <a16:creationId xmlns:a16="http://schemas.microsoft.com/office/drawing/2014/main" id="{A060C453-9AB0-2982-B339-4DBCEC825840}"/>
              </a:ext>
            </a:extLst>
          </p:cNvPr>
          <p:cNvCxnSpPr>
            <a:cxnSpLocks/>
            <a:stCxn id="19" idx="3"/>
            <a:endCxn id="171" idx="1"/>
          </p:cNvCxnSpPr>
          <p:nvPr/>
        </p:nvCxnSpPr>
        <p:spPr>
          <a:xfrm>
            <a:off x="3695259" y="3316760"/>
            <a:ext cx="2843931" cy="328398"/>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15" name="Straight Arrow Connector 268">
            <a:extLst>
              <a:ext uri="{FF2B5EF4-FFF2-40B4-BE49-F238E27FC236}">
                <a16:creationId xmlns:a16="http://schemas.microsoft.com/office/drawing/2014/main" id="{CCFF7DDA-A687-343E-67CD-BFA3D2076871}"/>
              </a:ext>
            </a:extLst>
          </p:cNvPr>
          <p:cNvCxnSpPr>
            <a:cxnSpLocks/>
            <a:stCxn id="17" idx="3"/>
            <a:endCxn id="159" idx="1"/>
          </p:cNvCxnSpPr>
          <p:nvPr/>
        </p:nvCxnSpPr>
        <p:spPr>
          <a:xfrm>
            <a:off x="3627161" y="3310197"/>
            <a:ext cx="2912029" cy="8098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17" name="Straight Arrow Connector 268">
            <a:extLst>
              <a:ext uri="{FF2B5EF4-FFF2-40B4-BE49-F238E27FC236}">
                <a16:creationId xmlns:a16="http://schemas.microsoft.com/office/drawing/2014/main" id="{FFB49AB6-F836-D2BD-2FCF-FCD20A1DE082}"/>
              </a:ext>
            </a:extLst>
          </p:cNvPr>
          <p:cNvCxnSpPr>
            <a:cxnSpLocks/>
            <a:stCxn id="17" idx="3"/>
            <a:endCxn id="133" idx="1"/>
          </p:cNvCxnSpPr>
          <p:nvPr/>
        </p:nvCxnSpPr>
        <p:spPr>
          <a:xfrm flipV="1">
            <a:off x="3627161" y="3137196"/>
            <a:ext cx="2912029" cy="17300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19" name="Straight Arrow Connector 268">
            <a:extLst>
              <a:ext uri="{FF2B5EF4-FFF2-40B4-BE49-F238E27FC236}">
                <a16:creationId xmlns:a16="http://schemas.microsoft.com/office/drawing/2014/main" id="{81C206E8-C64C-2B97-A60C-A74C94751614}"/>
              </a:ext>
            </a:extLst>
          </p:cNvPr>
          <p:cNvCxnSpPr>
            <a:cxnSpLocks/>
            <a:stCxn id="17" idx="3"/>
            <a:endCxn id="106" idx="1"/>
          </p:cNvCxnSpPr>
          <p:nvPr/>
        </p:nvCxnSpPr>
        <p:spPr>
          <a:xfrm flipV="1">
            <a:off x="3627161" y="2880666"/>
            <a:ext cx="2905557" cy="42953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21" name="Straight Arrow Connector 268">
            <a:extLst>
              <a:ext uri="{FF2B5EF4-FFF2-40B4-BE49-F238E27FC236}">
                <a16:creationId xmlns:a16="http://schemas.microsoft.com/office/drawing/2014/main" id="{098E1495-667C-6FBD-9614-7D40A85004EF}"/>
              </a:ext>
            </a:extLst>
          </p:cNvPr>
          <p:cNvCxnSpPr>
            <a:cxnSpLocks/>
            <a:stCxn id="19" idx="3"/>
            <a:endCxn id="101" idx="1"/>
          </p:cNvCxnSpPr>
          <p:nvPr/>
        </p:nvCxnSpPr>
        <p:spPr>
          <a:xfrm flipV="1">
            <a:off x="3695259" y="2658410"/>
            <a:ext cx="2837459" cy="65835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23" name="Straight Arrow Connector 268">
            <a:extLst>
              <a:ext uri="{FF2B5EF4-FFF2-40B4-BE49-F238E27FC236}">
                <a16:creationId xmlns:a16="http://schemas.microsoft.com/office/drawing/2014/main" id="{737A52B6-001A-79C6-6BB2-20906B9F1D1D}"/>
              </a:ext>
            </a:extLst>
          </p:cNvPr>
          <p:cNvCxnSpPr>
            <a:cxnSpLocks/>
            <a:stCxn id="17" idx="3"/>
            <a:endCxn id="91" idx="1"/>
          </p:cNvCxnSpPr>
          <p:nvPr/>
        </p:nvCxnSpPr>
        <p:spPr>
          <a:xfrm flipV="1">
            <a:off x="3627161" y="2436154"/>
            <a:ext cx="2905557" cy="87404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25" name="Straight Arrow Connector 268">
            <a:extLst>
              <a:ext uri="{FF2B5EF4-FFF2-40B4-BE49-F238E27FC236}">
                <a16:creationId xmlns:a16="http://schemas.microsoft.com/office/drawing/2014/main" id="{B3BD952D-5489-D859-BB0E-38E2FEA674C9}"/>
              </a:ext>
            </a:extLst>
          </p:cNvPr>
          <p:cNvCxnSpPr>
            <a:cxnSpLocks/>
            <a:stCxn id="19" idx="3"/>
            <a:endCxn id="96" idx="1"/>
          </p:cNvCxnSpPr>
          <p:nvPr/>
        </p:nvCxnSpPr>
        <p:spPr>
          <a:xfrm flipV="1">
            <a:off x="3695259" y="2213898"/>
            <a:ext cx="2837459" cy="1102862"/>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28" name="Straight Arrow Connector 268">
            <a:extLst>
              <a:ext uri="{FF2B5EF4-FFF2-40B4-BE49-F238E27FC236}">
                <a16:creationId xmlns:a16="http://schemas.microsoft.com/office/drawing/2014/main" id="{91BE776C-C27A-1660-4C64-14E58995F697}"/>
              </a:ext>
            </a:extLst>
          </p:cNvPr>
          <p:cNvCxnSpPr>
            <a:cxnSpLocks/>
            <a:stCxn id="17" idx="3"/>
            <a:endCxn id="86" idx="1"/>
          </p:cNvCxnSpPr>
          <p:nvPr/>
        </p:nvCxnSpPr>
        <p:spPr>
          <a:xfrm flipV="1">
            <a:off x="3627161" y="1991642"/>
            <a:ext cx="2905557" cy="131855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30" name="Straight Arrow Connector 268">
            <a:extLst>
              <a:ext uri="{FF2B5EF4-FFF2-40B4-BE49-F238E27FC236}">
                <a16:creationId xmlns:a16="http://schemas.microsoft.com/office/drawing/2014/main" id="{B83E7590-0E52-A5AA-1E12-F400CB1AD6A7}"/>
              </a:ext>
            </a:extLst>
          </p:cNvPr>
          <p:cNvCxnSpPr>
            <a:cxnSpLocks/>
            <a:stCxn id="19" idx="3"/>
            <a:endCxn id="81" idx="1"/>
          </p:cNvCxnSpPr>
          <p:nvPr/>
        </p:nvCxnSpPr>
        <p:spPr>
          <a:xfrm flipV="1">
            <a:off x="3695259" y="1769386"/>
            <a:ext cx="2837459" cy="1547374"/>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32" name="Straight Arrow Connector 268">
            <a:extLst>
              <a:ext uri="{FF2B5EF4-FFF2-40B4-BE49-F238E27FC236}">
                <a16:creationId xmlns:a16="http://schemas.microsoft.com/office/drawing/2014/main" id="{747F4D2C-D93F-FC0A-92D1-E064298559C4}"/>
              </a:ext>
            </a:extLst>
          </p:cNvPr>
          <p:cNvCxnSpPr>
            <a:cxnSpLocks/>
            <a:stCxn id="19" idx="3"/>
            <a:endCxn id="76" idx="1"/>
          </p:cNvCxnSpPr>
          <p:nvPr/>
        </p:nvCxnSpPr>
        <p:spPr>
          <a:xfrm flipV="1">
            <a:off x="3695259" y="1547130"/>
            <a:ext cx="2837459" cy="176963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34" name="Straight Arrow Connector 268">
            <a:extLst>
              <a:ext uri="{FF2B5EF4-FFF2-40B4-BE49-F238E27FC236}">
                <a16:creationId xmlns:a16="http://schemas.microsoft.com/office/drawing/2014/main" id="{A123BB3C-BFEE-1705-636E-A31E1A21F718}"/>
              </a:ext>
            </a:extLst>
          </p:cNvPr>
          <p:cNvCxnSpPr>
            <a:cxnSpLocks/>
            <a:stCxn id="17" idx="3"/>
            <a:endCxn id="71" idx="1"/>
          </p:cNvCxnSpPr>
          <p:nvPr/>
        </p:nvCxnSpPr>
        <p:spPr>
          <a:xfrm flipV="1">
            <a:off x="3627161" y="1324874"/>
            <a:ext cx="2905557" cy="198532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44" name="Groupe 43">
            <a:extLst>
              <a:ext uri="{FF2B5EF4-FFF2-40B4-BE49-F238E27FC236}">
                <a16:creationId xmlns:a16="http://schemas.microsoft.com/office/drawing/2014/main" id="{71A07A75-438A-F5C1-7DD2-90A89D8CD532}"/>
              </a:ext>
            </a:extLst>
          </p:cNvPr>
          <p:cNvGrpSpPr/>
          <p:nvPr/>
        </p:nvGrpSpPr>
        <p:grpSpPr>
          <a:xfrm>
            <a:off x="4948980" y="893543"/>
            <a:ext cx="708908" cy="234536"/>
            <a:chOff x="7383238" y="1573595"/>
            <a:chExt cx="708908" cy="234536"/>
          </a:xfrm>
        </p:grpSpPr>
        <p:sp>
          <p:nvSpPr>
            <p:cNvPr id="46" name="Rectangle: Rounded Corners 292">
              <a:extLst>
                <a:ext uri="{FF2B5EF4-FFF2-40B4-BE49-F238E27FC236}">
                  <a16:creationId xmlns:a16="http://schemas.microsoft.com/office/drawing/2014/main" id="{8561AB4B-9A6F-1B7F-3174-4A2F9AAC89C0}"/>
                </a:ext>
              </a:extLst>
            </p:cNvPr>
            <p:cNvSpPr/>
            <p:nvPr/>
          </p:nvSpPr>
          <p:spPr>
            <a:xfrm>
              <a:off x="7383238" y="1577275"/>
              <a:ext cx="708908"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45" name="Groupe 44">
              <a:extLst>
                <a:ext uri="{FF2B5EF4-FFF2-40B4-BE49-F238E27FC236}">
                  <a16:creationId xmlns:a16="http://schemas.microsoft.com/office/drawing/2014/main" id="{0E2F0C7D-1A48-3903-8F4F-108A0624CFE3}"/>
                </a:ext>
              </a:extLst>
            </p:cNvPr>
            <p:cNvGrpSpPr/>
            <p:nvPr/>
          </p:nvGrpSpPr>
          <p:grpSpPr>
            <a:xfrm>
              <a:off x="7486348" y="1573595"/>
              <a:ext cx="605797" cy="234536"/>
              <a:chOff x="814800" y="3911539"/>
              <a:chExt cx="605797" cy="234536"/>
            </a:xfrm>
          </p:grpSpPr>
          <p:sp>
            <p:nvSpPr>
              <p:cNvPr id="47" name="TextBox 132">
                <a:extLst>
                  <a:ext uri="{FF2B5EF4-FFF2-40B4-BE49-F238E27FC236}">
                    <a16:creationId xmlns:a16="http://schemas.microsoft.com/office/drawing/2014/main" id="{DA968A9A-5407-EB2D-3AB6-67C39FA35A39}"/>
                  </a:ext>
                </a:extLst>
              </p:cNvPr>
              <p:cNvSpPr txBox="1"/>
              <p:nvPr/>
            </p:nvSpPr>
            <p:spPr>
              <a:xfrm>
                <a:off x="955704" y="3950299"/>
                <a:ext cx="464893" cy="169277"/>
              </a:xfrm>
              <a:prstGeom prst="rect">
                <a:avLst/>
              </a:prstGeom>
              <a:noFill/>
            </p:spPr>
            <p:txBody>
              <a:bodyPr wrap="square" rtlCol="0">
                <a:spAutoFit/>
              </a:bodyPr>
              <a:lstStyle/>
              <a:p>
                <a:r>
                  <a:rPr lang="fr-CA" sz="500" dirty="0" err="1"/>
                  <a:t>nom_lac</a:t>
                </a:r>
                <a:endParaRPr lang="fr-CA" sz="500" dirty="0"/>
              </a:p>
            </p:txBody>
          </p:sp>
          <p:pic>
            <p:nvPicPr>
              <p:cNvPr id="48" name="Image 47">
                <a:extLst>
                  <a:ext uri="{FF2B5EF4-FFF2-40B4-BE49-F238E27FC236}">
                    <a16:creationId xmlns:a16="http://schemas.microsoft.com/office/drawing/2014/main" id="{13BA3564-CB33-C278-C313-70291C3E7D86}"/>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49" name="Groupe 48">
            <a:extLst>
              <a:ext uri="{FF2B5EF4-FFF2-40B4-BE49-F238E27FC236}">
                <a16:creationId xmlns:a16="http://schemas.microsoft.com/office/drawing/2014/main" id="{B6C4F04F-1262-4D74-C0E9-675C332ED900}"/>
              </a:ext>
            </a:extLst>
          </p:cNvPr>
          <p:cNvGrpSpPr/>
          <p:nvPr/>
        </p:nvGrpSpPr>
        <p:grpSpPr>
          <a:xfrm>
            <a:off x="4948980" y="1158281"/>
            <a:ext cx="621902" cy="234536"/>
            <a:chOff x="7383238" y="1573595"/>
            <a:chExt cx="621902" cy="234536"/>
          </a:xfrm>
        </p:grpSpPr>
        <p:sp>
          <p:nvSpPr>
            <p:cNvPr id="51" name="Rectangle: Rounded Corners 292">
              <a:extLst>
                <a:ext uri="{FF2B5EF4-FFF2-40B4-BE49-F238E27FC236}">
                  <a16:creationId xmlns:a16="http://schemas.microsoft.com/office/drawing/2014/main" id="{23EF0E57-D6E1-D88B-A2A8-B9BC0FD83301}"/>
                </a:ext>
              </a:extLst>
            </p:cNvPr>
            <p:cNvSpPr/>
            <p:nvPr/>
          </p:nvSpPr>
          <p:spPr>
            <a:xfrm>
              <a:off x="7383238" y="1577275"/>
              <a:ext cx="608956"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50" name="Groupe 49">
              <a:extLst>
                <a:ext uri="{FF2B5EF4-FFF2-40B4-BE49-F238E27FC236}">
                  <a16:creationId xmlns:a16="http://schemas.microsoft.com/office/drawing/2014/main" id="{A9361DA2-B995-9074-988E-EE35FFF4BE88}"/>
                </a:ext>
              </a:extLst>
            </p:cNvPr>
            <p:cNvGrpSpPr/>
            <p:nvPr/>
          </p:nvGrpSpPr>
          <p:grpSpPr>
            <a:xfrm>
              <a:off x="7486348" y="1573595"/>
              <a:ext cx="518792" cy="234536"/>
              <a:chOff x="814800" y="3911539"/>
              <a:chExt cx="518792" cy="234536"/>
            </a:xfrm>
          </p:grpSpPr>
          <p:sp>
            <p:nvSpPr>
              <p:cNvPr id="52" name="TextBox 132">
                <a:extLst>
                  <a:ext uri="{FF2B5EF4-FFF2-40B4-BE49-F238E27FC236}">
                    <a16:creationId xmlns:a16="http://schemas.microsoft.com/office/drawing/2014/main" id="{3A0C11EE-83D8-6FFD-6F58-D91B307096F2}"/>
                  </a:ext>
                </a:extLst>
              </p:cNvPr>
              <p:cNvSpPr txBox="1"/>
              <p:nvPr/>
            </p:nvSpPr>
            <p:spPr>
              <a:xfrm>
                <a:off x="955705" y="3950299"/>
                <a:ext cx="377887" cy="169277"/>
              </a:xfrm>
              <a:prstGeom prst="rect">
                <a:avLst/>
              </a:prstGeom>
              <a:noFill/>
            </p:spPr>
            <p:txBody>
              <a:bodyPr wrap="square" rtlCol="0">
                <a:spAutoFit/>
              </a:bodyPr>
              <a:lstStyle/>
              <a:p>
                <a:r>
                  <a:rPr lang="fr-CA" sz="500" dirty="0" err="1"/>
                  <a:t>no_lce</a:t>
                </a:r>
                <a:endParaRPr lang="fr-CA" sz="500" dirty="0"/>
              </a:p>
            </p:txBody>
          </p:sp>
          <p:pic>
            <p:nvPicPr>
              <p:cNvPr id="53" name="Image 52">
                <a:extLst>
                  <a:ext uri="{FF2B5EF4-FFF2-40B4-BE49-F238E27FC236}">
                    <a16:creationId xmlns:a16="http://schemas.microsoft.com/office/drawing/2014/main" id="{5340807A-4D11-0F16-95AA-2B07AFD3585A}"/>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54" name="Groupe 53">
            <a:extLst>
              <a:ext uri="{FF2B5EF4-FFF2-40B4-BE49-F238E27FC236}">
                <a16:creationId xmlns:a16="http://schemas.microsoft.com/office/drawing/2014/main" id="{5C838808-C60D-B56A-C57F-1E51555333CA}"/>
              </a:ext>
            </a:extLst>
          </p:cNvPr>
          <p:cNvGrpSpPr/>
          <p:nvPr/>
        </p:nvGrpSpPr>
        <p:grpSpPr>
          <a:xfrm>
            <a:off x="4948980" y="1687757"/>
            <a:ext cx="995065" cy="234536"/>
            <a:chOff x="7383237" y="1573595"/>
            <a:chExt cx="995065" cy="234536"/>
          </a:xfrm>
        </p:grpSpPr>
        <p:sp>
          <p:nvSpPr>
            <p:cNvPr id="56" name="Rectangle: Rounded Corners 292">
              <a:extLst>
                <a:ext uri="{FF2B5EF4-FFF2-40B4-BE49-F238E27FC236}">
                  <a16:creationId xmlns:a16="http://schemas.microsoft.com/office/drawing/2014/main" id="{8B9D35D7-47B0-CF87-5E44-E87920B00D30}"/>
                </a:ext>
              </a:extLst>
            </p:cNvPr>
            <p:cNvSpPr/>
            <p:nvPr/>
          </p:nvSpPr>
          <p:spPr>
            <a:xfrm>
              <a:off x="7383237" y="1577275"/>
              <a:ext cx="99506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55" name="Groupe 54">
              <a:extLst>
                <a:ext uri="{FF2B5EF4-FFF2-40B4-BE49-F238E27FC236}">
                  <a16:creationId xmlns:a16="http://schemas.microsoft.com/office/drawing/2014/main" id="{DAAD076F-2052-8D29-5710-48CE952CE7B0}"/>
                </a:ext>
              </a:extLst>
            </p:cNvPr>
            <p:cNvGrpSpPr/>
            <p:nvPr/>
          </p:nvGrpSpPr>
          <p:grpSpPr>
            <a:xfrm>
              <a:off x="7486348" y="1573595"/>
              <a:ext cx="868415" cy="234536"/>
              <a:chOff x="814800" y="3911539"/>
              <a:chExt cx="868415" cy="234536"/>
            </a:xfrm>
          </p:grpSpPr>
          <p:sp>
            <p:nvSpPr>
              <p:cNvPr id="57" name="TextBox 132">
                <a:extLst>
                  <a:ext uri="{FF2B5EF4-FFF2-40B4-BE49-F238E27FC236}">
                    <a16:creationId xmlns:a16="http://schemas.microsoft.com/office/drawing/2014/main" id="{527C1CEE-9A3F-A252-FB61-A1A989179A62}"/>
                  </a:ext>
                </a:extLst>
              </p:cNvPr>
              <p:cNvSpPr txBox="1"/>
              <p:nvPr/>
            </p:nvSpPr>
            <p:spPr>
              <a:xfrm>
                <a:off x="955704" y="3950299"/>
                <a:ext cx="727511" cy="169277"/>
              </a:xfrm>
              <a:prstGeom prst="rect">
                <a:avLst/>
              </a:prstGeom>
              <a:noFill/>
            </p:spPr>
            <p:txBody>
              <a:bodyPr wrap="square" rtlCol="0">
                <a:spAutoFit/>
              </a:bodyPr>
              <a:lstStyle/>
              <a:p>
                <a:r>
                  <a:rPr lang="fr-CA" sz="500" dirty="0"/>
                  <a:t>superficie_lac_km2</a:t>
                </a:r>
              </a:p>
            </p:txBody>
          </p:sp>
          <p:pic>
            <p:nvPicPr>
              <p:cNvPr id="58" name="Image 57">
                <a:extLst>
                  <a:ext uri="{FF2B5EF4-FFF2-40B4-BE49-F238E27FC236}">
                    <a16:creationId xmlns:a16="http://schemas.microsoft.com/office/drawing/2014/main" id="{C0489209-08AE-B54B-CE8C-C85C24D1723A}"/>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59" name="Groupe 58">
            <a:extLst>
              <a:ext uri="{FF2B5EF4-FFF2-40B4-BE49-F238E27FC236}">
                <a16:creationId xmlns:a16="http://schemas.microsoft.com/office/drawing/2014/main" id="{A580DCD9-61F6-8A2D-0058-CD097D39413B}"/>
              </a:ext>
            </a:extLst>
          </p:cNvPr>
          <p:cNvGrpSpPr/>
          <p:nvPr/>
        </p:nvGrpSpPr>
        <p:grpSpPr>
          <a:xfrm>
            <a:off x="4958220" y="1952497"/>
            <a:ext cx="836275" cy="234536"/>
            <a:chOff x="7383237" y="1573595"/>
            <a:chExt cx="836275" cy="234536"/>
          </a:xfrm>
        </p:grpSpPr>
        <p:sp>
          <p:nvSpPr>
            <p:cNvPr id="61" name="Rectangle: Rounded Corners 292">
              <a:extLst>
                <a:ext uri="{FF2B5EF4-FFF2-40B4-BE49-F238E27FC236}">
                  <a16:creationId xmlns:a16="http://schemas.microsoft.com/office/drawing/2014/main" id="{A03DAFC6-534E-4977-BBAD-B06F708F09B6}"/>
                </a:ext>
              </a:extLst>
            </p:cNvPr>
            <p:cNvSpPr/>
            <p:nvPr/>
          </p:nvSpPr>
          <p:spPr>
            <a:xfrm>
              <a:off x="7383237" y="1577275"/>
              <a:ext cx="83627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60" name="Groupe 59">
              <a:extLst>
                <a:ext uri="{FF2B5EF4-FFF2-40B4-BE49-F238E27FC236}">
                  <a16:creationId xmlns:a16="http://schemas.microsoft.com/office/drawing/2014/main" id="{A63D71D0-1420-8B22-98BE-D9EB513D8071}"/>
                </a:ext>
              </a:extLst>
            </p:cNvPr>
            <p:cNvGrpSpPr/>
            <p:nvPr/>
          </p:nvGrpSpPr>
          <p:grpSpPr>
            <a:xfrm>
              <a:off x="7486348" y="1573595"/>
              <a:ext cx="707833" cy="234536"/>
              <a:chOff x="814800" y="3911539"/>
              <a:chExt cx="707833" cy="234536"/>
            </a:xfrm>
          </p:grpSpPr>
          <p:sp>
            <p:nvSpPr>
              <p:cNvPr id="62" name="TextBox 132">
                <a:extLst>
                  <a:ext uri="{FF2B5EF4-FFF2-40B4-BE49-F238E27FC236}">
                    <a16:creationId xmlns:a16="http://schemas.microsoft.com/office/drawing/2014/main" id="{2A83B879-EB7A-F9DD-22CE-7851F66497A9}"/>
                  </a:ext>
                </a:extLst>
              </p:cNvPr>
              <p:cNvSpPr txBox="1"/>
              <p:nvPr/>
            </p:nvSpPr>
            <p:spPr>
              <a:xfrm>
                <a:off x="955705" y="3950299"/>
                <a:ext cx="566928" cy="169277"/>
              </a:xfrm>
              <a:prstGeom prst="rect">
                <a:avLst/>
              </a:prstGeom>
              <a:noFill/>
            </p:spPr>
            <p:txBody>
              <a:bodyPr wrap="square" rtlCol="0">
                <a:spAutoFit/>
              </a:bodyPr>
              <a:lstStyle/>
              <a:p>
                <a:r>
                  <a:rPr lang="fr-CA" sz="500" dirty="0"/>
                  <a:t>aire_bv_km2</a:t>
                </a:r>
              </a:p>
            </p:txBody>
          </p:sp>
          <p:pic>
            <p:nvPicPr>
              <p:cNvPr id="63" name="Image 62">
                <a:extLst>
                  <a:ext uri="{FF2B5EF4-FFF2-40B4-BE49-F238E27FC236}">
                    <a16:creationId xmlns:a16="http://schemas.microsoft.com/office/drawing/2014/main" id="{DB52B25C-81A8-7B2C-0FF5-6691748F57E6}"/>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64" name="Groupe 63">
            <a:extLst>
              <a:ext uri="{FF2B5EF4-FFF2-40B4-BE49-F238E27FC236}">
                <a16:creationId xmlns:a16="http://schemas.microsoft.com/office/drawing/2014/main" id="{FC0D98FB-0F28-913B-8C13-657862265BB5}"/>
              </a:ext>
            </a:extLst>
          </p:cNvPr>
          <p:cNvGrpSpPr/>
          <p:nvPr/>
        </p:nvGrpSpPr>
        <p:grpSpPr>
          <a:xfrm>
            <a:off x="4948980" y="1423019"/>
            <a:ext cx="1007386" cy="234536"/>
            <a:chOff x="7383237" y="1573595"/>
            <a:chExt cx="1007386" cy="234536"/>
          </a:xfrm>
        </p:grpSpPr>
        <p:sp>
          <p:nvSpPr>
            <p:cNvPr id="66" name="Rectangle: Rounded Corners 292">
              <a:extLst>
                <a:ext uri="{FF2B5EF4-FFF2-40B4-BE49-F238E27FC236}">
                  <a16:creationId xmlns:a16="http://schemas.microsoft.com/office/drawing/2014/main" id="{3DCF9195-EE98-0A64-AA57-1AF00BFC5CCC}"/>
                </a:ext>
              </a:extLst>
            </p:cNvPr>
            <p:cNvSpPr/>
            <p:nvPr/>
          </p:nvSpPr>
          <p:spPr>
            <a:xfrm>
              <a:off x="7383237" y="1577275"/>
              <a:ext cx="99506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65" name="Groupe 64">
              <a:extLst>
                <a:ext uri="{FF2B5EF4-FFF2-40B4-BE49-F238E27FC236}">
                  <a16:creationId xmlns:a16="http://schemas.microsoft.com/office/drawing/2014/main" id="{8000D34C-17A6-3FDB-175E-7ADADF047B4C}"/>
                </a:ext>
              </a:extLst>
            </p:cNvPr>
            <p:cNvGrpSpPr/>
            <p:nvPr/>
          </p:nvGrpSpPr>
          <p:grpSpPr>
            <a:xfrm>
              <a:off x="7486348" y="1573595"/>
              <a:ext cx="904275" cy="234536"/>
              <a:chOff x="814800" y="3911539"/>
              <a:chExt cx="904275" cy="234536"/>
            </a:xfrm>
          </p:grpSpPr>
          <p:sp>
            <p:nvSpPr>
              <p:cNvPr id="67" name="TextBox 132">
                <a:extLst>
                  <a:ext uri="{FF2B5EF4-FFF2-40B4-BE49-F238E27FC236}">
                    <a16:creationId xmlns:a16="http://schemas.microsoft.com/office/drawing/2014/main" id="{EBC5B87C-D5C2-0576-FFDE-41B45E1A1A4F}"/>
                  </a:ext>
                </a:extLst>
              </p:cNvPr>
              <p:cNvSpPr txBox="1"/>
              <p:nvPr/>
            </p:nvSpPr>
            <p:spPr>
              <a:xfrm>
                <a:off x="955704" y="3950299"/>
                <a:ext cx="763371" cy="169277"/>
              </a:xfrm>
              <a:prstGeom prst="rect">
                <a:avLst/>
              </a:prstGeom>
              <a:noFill/>
            </p:spPr>
            <p:txBody>
              <a:bodyPr wrap="square" rtlCol="0">
                <a:spAutoFit/>
              </a:bodyPr>
              <a:lstStyle/>
              <a:p>
                <a:r>
                  <a:rPr lang="fr-CA" sz="500" dirty="0" err="1"/>
                  <a:t>profondeur_moy_m</a:t>
                </a:r>
                <a:endParaRPr lang="fr-CA" sz="500" dirty="0"/>
              </a:p>
            </p:txBody>
          </p:sp>
          <p:pic>
            <p:nvPicPr>
              <p:cNvPr id="68" name="Image 67">
                <a:extLst>
                  <a:ext uri="{FF2B5EF4-FFF2-40B4-BE49-F238E27FC236}">
                    <a16:creationId xmlns:a16="http://schemas.microsoft.com/office/drawing/2014/main" id="{0C8BCD8A-DDB5-E330-1C44-AAACB4349D5F}"/>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109" name="Groupe 108">
            <a:extLst>
              <a:ext uri="{FF2B5EF4-FFF2-40B4-BE49-F238E27FC236}">
                <a16:creationId xmlns:a16="http://schemas.microsoft.com/office/drawing/2014/main" id="{3686E85D-F061-E246-D43B-9BE5D27158D2}"/>
              </a:ext>
            </a:extLst>
          </p:cNvPr>
          <p:cNvGrpSpPr/>
          <p:nvPr/>
        </p:nvGrpSpPr>
        <p:grpSpPr>
          <a:xfrm>
            <a:off x="4879046" y="3991929"/>
            <a:ext cx="1007386" cy="234536"/>
            <a:chOff x="7383237" y="1573595"/>
            <a:chExt cx="1007386" cy="234536"/>
          </a:xfrm>
        </p:grpSpPr>
        <p:sp>
          <p:nvSpPr>
            <p:cNvPr id="111" name="Rectangle: Rounded Corners 292">
              <a:extLst>
                <a:ext uri="{FF2B5EF4-FFF2-40B4-BE49-F238E27FC236}">
                  <a16:creationId xmlns:a16="http://schemas.microsoft.com/office/drawing/2014/main" id="{793B4B6B-58A9-E75B-B9F9-8DDB64B84F94}"/>
                </a:ext>
              </a:extLst>
            </p:cNvPr>
            <p:cNvSpPr/>
            <p:nvPr/>
          </p:nvSpPr>
          <p:spPr>
            <a:xfrm>
              <a:off x="7383237" y="1577275"/>
              <a:ext cx="99506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10" name="Groupe 109">
              <a:extLst>
                <a:ext uri="{FF2B5EF4-FFF2-40B4-BE49-F238E27FC236}">
                  <a16:creationId xmlns:a16="http://schemas.microsoft.com/office/drawing/2014/main" id="{C4270783-38A6-6157-8A3D-51DA97E6216E}"/>
                </a:ext>
              </a:extLst>
            </p:cNvPr>
            <p:cNvGrpSpPr/>
            <p:nvPr/>
          </p:nvGrpSpPr>
          <p:grpSpPr>
            <a:xfrm>
              <a:off x="7486348" y="1573595"/>
              <a:ext cx="904275" cy="234536"/>
              <a:chOff x="814800" y="3911539"/>
              <a:chExt cx="904275" cy="234536"/>
            </a:xfrm>
          </p:grpSpPr>
          <p:sp>
            <p:nvSpPr>
              <p:cNvPr id="112" name="TextBox 132">
                <a:extLst>
                  <a:ext uri="{FF2B5EF4-FFF2-40B4-BE49-F238E27FC236}">
                    <a16:creationId xmlns:a16="http://schemas.microsoft.com/office/drawing/2014/main" id="{98B2E2AC-C8ED-CF54-009D-2B29E4464CE5}"/>
                  </a:ext>
                </a:extLst>
              </p:cNvPr>
              <p:cNvSpPr txBox="1"/>
              <p:nvPr/>
            </p:nvSpPr>
            <p:spPr>
              <a:xfrm>
                <a:off x="955704" y="3950299"/>
                <a:ext cx="763371" cy="169277"/>
              </a:xfrm>
              <a:prstGeom prst="rect">
                <a:avLst/>
              </a:prstGeom>
              <a:noFill/>
            </p:spPr>
            <p:txBody>
              <a:bodyPr wrap="square" rtlCol="0">
                <a:spAutoFit/>
              </a:bodyPr>
              <a:lstStyle/>
              <a:p>
                <a:r>
                  <a:rPr lang="fr-CA" sz="500" dirty="0"/>
                  <a:t>debit_rejet_m3_jour</a:t>
                </a:r>
              </a:p>
            </p:txBody>
          </p:sp>
          <p:pic>
            <p:nvPicPr>
              <p:cNvPr id="113" name="Image 112">
                <a:extLst>
                  <a:ext uri="{FF2B5EF4-FFF2-40B4-BE49-F238E27FC236}">
                    <a16:creationId xmlns:a16="http://schemas.microsoft.com/office/drawing/2014/main" id="{5B629AD1-AE6B-CD51-A655-061158F6442A}"/>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114" name="Groupe 113">
            <a:extLst>
              <a:ext uri="{FF2B5EF4-FFF2-40B4-BE49-F238E27FC236}">
                <a16:creationId xmlns:a16="http://schemas.microsoft.com/office/drawing/2014/main" id="{DB109088-9435-2DB9-B4AE-D9FB44796E61}"/>
              </a:ext>
            </a:extLst>
          </p:cNvPr>
          <p:cNvGrpSpPr/>
          <p:nvPr/>
        </p:nvGrpSpPr>
        <p:grpSpPr>
          <a:xfrm>
            <a:off x="4879046" y="4276546"/>
            <a:ext cx="1043634" cy="284981"/>
            <a:chOff x="7383237" y="1573595"/>
            <a:chExt cx="1007386" cy="284981"/>
          </a:xfrm>
        </p:grpSpPr>
        <p:sp>
          <p:nvSpPr>
            <p:cNvPr id="116" name="Rectangle: Rounded Corners 292">
              <a:extLst>
                <a:ext uri="{FF2B5EF4-FFF2-40B4-BE49-F238E27FC236}">
                  <a16:creationId xmlns:a16="http://schemas.microsoft.com/office/drawing/2014/main" id="{0A21AD0A-47FE-733D-10E7-BD652953A6CE}"/>
                </a:ext>
              </a:extLst>
            </p:cNvPr>
            <p:cNvSpPr/>
            <p:nvPr/>
          </p:nvSpPr>
          <p:spPr>
            <a:xfrm>
              <a:off x="7383237" y="1577275"/>
              <a:ext cx="99506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15" name="Groupe 114">
              <a:extLst>
                <a:ext uri="{FF2B5EF4-FFF2-40B4-BE49-F238E27FC236}">
                  <a16:creationId xmlns:a16="http://schemas.microsoft.com/office/drawing/2014/main" id="{A2DA2D40-43FD-FF60-6293-CF4B72B82936}"/>
                </a:ext>
              </a:extLst>
            </p:cNvPr>
            <p:cNvGrpSpPr/>
            <p:nvPr/>
          </p:nvGrpSpPr>
          <p:grpSpPr>
            <a:xfrm>
              <a:off x="7486348" y="1573595"/>
              <a:ext cx="904275" cy="284981"/>
              <a:chOff x="814800" y="3911539"/>
              <a:chExt cx="904275" cy="284981"/>
            </a:xfrm>
          </p:grpSpPr>
          <p:sp>
            <p:nvSpPr>
              <p:cNvPr id="117" name="TextBox 132">
                <a:extLst>
                  <a:ext uri="{FF2B5EF4-FFF2-40B4-BE49-F238E27FC236}">
                    <a16:creationId xmlns:a16="http://schemas.microsoft.com/office/drawing/2014/main" id="{0E9BE861-70F5-0D50-CDF2-9DBD6BDB7BDF}"/>
                  </a:ext>
                </a:extLst>
              </p:cNvPr>
              <p:cNvSpPr txBox="1"/>
              <p:nvPr/>
            </p:nvSpPr>
            <p:spPr>
              <a:xfrm>
                <a:off x="955704" y="3950299"/>
                <a:ext cx="763371" cy="246221"/>
              </a:xfrm>
              <a:prstGeom prst="rect">
                <a:avLst/>
              </a:prstGeom>
              <a:noFill/>
            </p:spPr>
            <p:txBody>
              <a:bodyPr wrap="square" rtlCol="0">
                <a:spAutoFit/>
              </a:bodyPr>
              <a:lstStyle/>
              <a:p>
                <a:r>
                  <a:rPr lang="fr-CA" sz="500" dirty="0" err="1"/>
                  <a:t>jours_operation_rejet</a:t>
                </a:r>
                <a:endParaRPr lang="fr-CA" sz="500" dirty="0"/>
              </a:p>
            </p:txBody>
          </p:sp>
          <p:pic>
            <p:nvPicPr>
              <p:cNvPr id="118" name="Image 117">
                <a:extLst>
                  <a:ext uri="{FF2B5EF4-FFF2-40B4-BE49-F238E27FC236}">
                    <a16:creationId xmlns:a16="http://schemas.microsoft.com/office/drawing/2014/main" id="{94F834AB-ACE6-EB37-E916-212435C95169}"/>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119" name="Groupe 118">
            <a:extLst>
              <a:ext uri="{FF2B5EF4-FFF2-40B4-BE49-F238E27FC236}">
                <a16:creationId xmlns:a16="http://schemas.microsoft.com/office/drawing/2014/main" id="{7780FACD-37DA-132F-F4D5-353DC89B5C64}"/>
              </a:ext>
            </a:extLst>
          </p:cNvPr>
          <p:cNvGrpSpPr/>
          <p:nvPr/>
        </p:nvGrpSpPr>
        <p:grpSpPr>
          <a:xfrm>
            <a:off x="4879046" y="4896225"/>
            <a:ext cx="1007386" cy="234536"/>
            <a:chOff x="7383237" y="1573595"/>
            <a:chExt cx="1007386" cy="234536"/>
          </a:xfrm>
        </p:grpSpPr>
        <p:sp>
          <p:nvSpPr>
            <p:cNvPr id="121" name="Rectangle: Rounded Corners 292">
              <a:extLst>
                <a:ext uri="{FF2B5EF4-FFF2-40B4-BE49-F238E27FC236}">
                  <a16:creationId xmlns:a16="http://schemas.microsoft.com/office/drawing/2014/main" id="{94C2E934-FB40-4DA3-0A76-FB84819E7B2E}"/>
                </a:ext>
              </a:extLst>
            </p:cNvPr>
            <p:cNvSpPr/>
            <p:nvPr/>
          </p:nvSpPr>
          <p:spPr>
            <a:xfrm>
              <a:off x="7383237" y="1577275"/>
              <a:ext cx="99506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20" name="Groupe 119">
              <a:extLst>
                <a:ext uri="{FF2B5EF4-FFF2-40B4-BE49-F238E27FC236}">
                  <a16:creationId xmlns:a16="http://schemas.microsoft.com/office/drawing/2014/main" id="{0A680692-7EDC-5EB9-2772-9A043B3843D7}"/>
                </a:ext>
              </a:extLst>
            </p:cNvPr>
            <p:cNvGrpSpPr/>
            <p:nvPr/>
          </p:nvGrpSpPr>
          <p:grpSpPr>
            <a:xfrm>
              <a:off x="7486348" y="1573595"/>
              <a:ext cx="904275" cy="234536"/>
              <a:chOff x="814800" y="3911539"/>
              <a:chExt cx="904275" cy="234536"/>
            </a:xfrm>
          </p:grpSpPr>
          <p:sp>
            <p:nvSpPr>
              <p:cNvPr id="122" name="TextBox 132">
                <a:extLst>
                  <a:ext uri="{FF2B5EF4-FFF2-40B4-BE49-F238E27FC236}">
                    <a16:creationId xmlns:a16="http://schemas.microsoft.com/office/drawing/2014/main" id="{AB266222-427F-5AD9-CC7A-DF7AA53B3A00}"/>
                  </a:ext>
                </a:extLst>
              </p:cNvPr>
              <p:cNvSpPr txBox="1"/>
              <p:nvPr/>
            </p:nvSpPr>
            <p:spPr>
              <a:xfrm>
                <a:off x="897942" y="3943147"/>
                <a:ext cx="821133" cy="169277"/>
              </a:xfrm>
              <a:prstGeom prst="rect">
                <a:avLst/>
              </a:prstGeom>
              <a:noFill/>
            </p:spPr>
            <p:txBody>
              <a:bodyPr wrap="square" rtlCol="0">
                <a:spAutoFit/>
              </a:bodyPr>
              <a:lstStyle/>
              <a:p>
                <a:r>
                  <a:rPr lang="fr-CA" sz="500" dirty="0" err="1"/>
                  <a:t>ruissellement_moy_m</a:t>
                </a:r>
                <a:endParaRPr lang="fr-CA" sz="200" dirty="0"/>
              </a:p>
            </p:txBody>
          </p:sp>
          <p:pic>
            <p:nvPicPr>
              <p:cNvPr id="123" name="Image 122">
                <a:extLst>
                  <a:ext uri="{FF2B5EF4-FFF2-40B4-BE49-F238E27FC236}">
                    <a16:creationId xmlns:a16="http://schemas.microsoft.com/office/drawing/2014/main" id="{0913C8AD-98E0-97C1-7FFB-5DD3352470D2}"/>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124" name="Groupe 123">
            <a:extLst>
              <a:ext uri="{FF2B5EF4-FFF2-40B4-BE49-F238E27FC236}">
                <a16:creationId xmlns:a16="http://schemas.microsoft.com/office/drawing/2014/main" id="{B099E97C-CB45-B4AB-ED12-92854EE95A4A}"/>
              </a:ext>
            </a:extLst>
          </p:cNvPr>
          <p:cNvGrpSpPr/>
          <p:nvPr/>
        </p:nvGrpSpPr>
        <p:grpSpPr>
          <a:xfrm>
            <a:off x="4879046" y="4611608"/>
            <a:ext cx="661886" cy="234536"/>
            <a:chOff x="7383237" y="1573595"/>
            <a:chExt cx="638897" cy="234536"/>
          </a:xfrm>
        </p:grpSpPr>
        <p:sp>
          <p:nvSpPr>
            <p:cNvPr id="126" name="Rectangle: Rounded Corners 292">
              <a:extLst>
                <a:ext uri="{FF2B5EF4-FFF2-40B4-BE49-F238E27FC236}">
                  <a16:creationId xmlns:a16="http://schemas.microsoft.com/office/drawing/2014/main" id="{2E1CA67C-587A-D425-0BC6-9009DE36BC30}"/>
                </a:ext>
              </a:extLst>
            </p:cNvPr>
            <p:cNvSpPr/>
            <p:nvPr/>
          </p:nvSpPr>
          <p:spPr>
            <a:xfrm>
              <a:off x="7383237" y="1577275"/>
              <a:ext cx="623317"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25" name="Groupe 124">
              <a:extLst>
                <a:ext uri="{FF2B5EF4-FFF2-40B4-BE49-F238E27FC236}">
                  <a16:creationId xmlns:a16="http://schemas.microsoft.com/office/drawing/2014/main" id="{89697BE5-69A5-0B9B-75CC-3D44FAD2E2D2}"/>
                </a:ext>
              </a:extLst>
            </p:cNvPr>
            <p:cNvGrpSpPr/>
            <p:nvPr/>
          </p:nvGrpSpPr>
          <p:grpSpPr>
            <a:xfrm>
              <a:off x="7486348" y="1573595"/>
              <a:ext cx="535786" cy="234536"/>
              <a:chOff x="814800" y="3911539"/>
              <a:chExt cx="535786" cy="234536"/>
            </a:xfrm>
          </p:grpSpPr>
          <p:sp>
            <p:nvSpPr>
              <p:cNvPr id="127" name="TextBox 132">
                <a:extLst>
                  <a:ext uri="{FF2B5EF4-FFF2-40B4-BE49-F238E27FC236}">
                    <a16:creationId xmlns:a16="http://schemas.microsoft.com/office/drawing/2014/main" id="{A8580658-FEC7-6488-2431-C78863BC2E78}"/>
                  </a:ext>
                </a:extLst>
              </p:cNvPr>
              <p:cNvSpPr txBox="1"/>
              <p:nvPr/>
            </p:nvSpPr>
            <p:spPr>
              <a:xfrm>
                <a:off x="955705" y="3950299"/>
                <a:ext cx="394881" cy="169277"/>
              </a:xfrm>
              <a:prstGeom prst="rect">
                <a:avLst/>
              </a:prstGeom>
              <a:noFill/>
            </p:spPr>
            <p:txBody>
              <a:bodyPr wrap="square" rtlCol="0">
                <a:spAutoFit/>
              </a:bodyPr>
              <a:lstStyle/>
              <a:p>
                <a:r>
                  <a:rPr lang="fr-CA" sz="500" dirty="0" err="1"/>
                  <a:t>pt_mes</a:t>
                </a:r>
                <a:endParaRPr lang="fr-CA" sz="500" dirty="0"/>
              </a:p>
            </p:txBody>
          </p:sp>
          <p:pic>
            <p:nvPicPr>
              <p:cNvPr id="128" name="Image 127">
                <a:extLst>
                  <a:ext uri="{FF2B5EF4-FFF2-40B4-BE49-F238E27FC236}">
                    <a16:creationId xmlns:a16="http://schemas.microsoft.com/office/drawing/2014/main" id="{C6A57D22-4753-6892-1498-48CC2A3BC1BE}"/>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150" name="Groupe 149">
            <a:extLst>
              <a:ext uri="{FF2B5EF4-FFF2-40B4-BE49-F238E27FC236}">
                <a16:creationId xmlns:a16="http://schemas.microsoft.com/office/drawing/2014/main" id="{9438F121-FA46-0AE0-10FE-F71AE4E21A34}"/>
              </a:ext>
            </a:extLst>
          </p:cNvPr>
          <p:cNvGrpSpPr/>
          <p:nvPr/>
        </p:nvGrpSpPr>
        <p:grpSpPr>
          <a:xfrm>
            <a:off x="4879046" y="3707312"/>
            <a:ext cx="899378" cy="234536"/>
            <a:chOff x="7383237" y="1573595"/>
            <a:chExt cx="899378" cy="234536"/>
          </a:xfrm>
        </p:grpSpPr>
        <p:sp>
          <p:nvSpPr>
            <p:cNvPr id="152" name="Rectangle: Rounded Corners 292">
              <a:extLst>
                <a:ext uri="{FF2B5EF4-FFF2-40B4-BE49-F238E27FC236}">
                  <a16:creationId xmlns:a16="http://schemas.microsoft.com/office/drawing/2014/main" id="{EEF40D2B-2F14-13FC-F111-E64AFF621C6E}"/>
                </a:ext>
              </a:extLst>
            </p:cNvPr>
            <p:cNvSpPr/>
            <p:nvPr/>
          </p:nvSpPr>
          <p:spPr>
            <a:xfrm>
              <a:off x="7383237" y="1577275"/>
              <a:ext cx="83627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51" name="Groupe 150">
              <a:extLst>
                <a:ext uri="{FF2B5EF4-FFF2-40B4-BE49-F238E27FC236}">
                  <a16:creationId xmlns:a16="http://schemas.microsoft.com/office/drawing/2014/main" id="{0C9B4FD2-41E8-FAA4-3610-E77DB0134F11}"/>
                </a:ext>
              </a:extLst>
            </p:cNvPr>
            <p:cNvGrpSpPr/>
            <p:nvPr/>
          </p:nvGrpSpPr>
          <p:grpSpPr>
            <a:xfrm>
              <a:off x="7486348" y="1573595"/>
              <a:ext cx="796267" cy="234536"/>
              <a:chOff x="814800" y="3911539"/>
              <a:chExt cx="796267" cy="234536"/>
            </a:xfrm>
          </p:grpSpPr>
          <p:sp>
            <p:nvSpPr>
              <p:cNvPr id="153" name="TextBox 132">
                <a:extLst>
                  <a:ext uri="{FF2B5EF4-FFF2-40B4-BE49-F238E27FC236}">
                    <a16:creationId xmlns:a16="http://schemas.microsoft.com/office/drawing/2014/main" id="{109D8E4D-F9FF-C949-C6D1-034332E647CE}"/>
                  </a:ext>
                </a:extLst>
              </p:cNvPr>
              <p:cNvSpPr txBox="1"/>
              <p:nvPr/>
            </p:nvSpPr>
            <p:spPr>
              <a:xfrm>
                <a:off x="955705" y="3950299"/>
                <a:ext cx="655362" cy="169277"/>
              </a:xfrm>
              <a:prstGeom prst="rect">
                <a:avLst/>
              </a:prstGeom>
              <a:noFill/>
            </p:spPr>
            <p:txBody>
              <a:bodyPr wrap="square" rtlCol="0">
                <a:spAutoFit/>
              </a:bodyPr>
              <a:lstStyle/>
              <a:p>
                <a:r>
                  <a:rPr lang="fr-CA" sz="500" dirty="0"/>
                  <a:t>aire_sousbv_km2</a:t>
                </a:r>
              </a:p>
            </p:txBody>
          </p:sp>
          <p:pic>
            <p:nvPicPr>
              <p:cNvPr id="154" name="Image 153">
                <a:extLst>
                  <a:ext uri="{FF2B5EF4-FFF2-40B4-BE49-F238E27FC236}">
                    <a16:creationId xmlns:a16="http://schemas.microsoft.com/office/drawing/2014/main" id="{084130D7-6061-7192-BE99-32FDA7C9C811}"/>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162" name="Groupe 161">
            <a:extLst>
              <a:ext uri="{FF2B5EF4-FFF2-40B4-BE49-F238E27FC236}">
                <a16:creationId xmlns:a16="http://schemas.microsoft.com/office/drawing/2014/main" id="{492C3321-6EFD-A8CC-56EB-E6B4DBB5794F}"/>
              </a:ext>
            </a:extLst>
          </p:cNvPr>
          <p:cNvGrpSpPr/>
          <p:nvPr/>
        </p:nvGrpSpPr>
        <p:grpSpPr>
          <a:xfrm>
            <a:off x="4878955" y="5180841"/>
            <a:ext cx="1007386" cy="277829"/>
            <a:chOff x="7383237" y="1573595"/>
            <a:chExt cx="1007386" cy="277829"/>
          </a:xfrm>
        </p:grpSpPr>
        <p:sp>
          <p:nvSpPr>
            <p:cNvPr id="164" name="Rectangle: Rounded Corners 292">
              <a:extLst>
                <a:ext uri="{FF2B5EF4-FFF2-40B4-BE49-F238E27FC236}">
                  <a16:creationId xmlns:a16="http://schemas.microsoft.com/office/drawing/2014/main" id="{388B2448-9CEE-0688-6EF4-16B93A1803E9}"/>
                </a:ext>
              </a:extLst>
            </p:cNvPr>
            <p:cNvSpPr/>
            <p:nvPr/>
          </p:nvSpPr>
          <p:spPr>
            <a:xfrm>
              <a:off x="7383237" y="1577275"/>
              <a:ext cx="99506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63" name="Groupe 162">
              <a:extLst>
                <a:ext uri="{FF2B5EF4-FFF2-40B4-BE49-F238E27FC236}">
                  <a16:creationId xmlns:a16="http://schemas.microsoft.com/office/drawing/2014/main" id="{E7DA3B90-1B6F-20A1-D638-7A79087F1143}"/>
                </a:ext>
              </a:extLst>
            </p:cNvPr>
            <p:cNvGrpSpPr/>
            <p:nvPr/>
          </p:nvGrpSpPr>
          <p:grpSpPr>
            <a:xfrm>
              <a:off x="7486348" y="1573595"/>
              <a:ext cx="904275" cy="277829"/>
              <a:chOff x="814800" y="3911539"/>
              <a:chExt cx="904275" cy="277829"/>
            </a:xfrm>
          </p:grpSpPr>
          <p:sp>
            <p:nvSpPr>
              <p:cNvPr id="165" name="TextBox 132">
                <a:extLst>
                  <a:ext uri="{FF2B5EF4-FFF2-40B4-BE49-F238E27FC236}">
                    <a16:creationId xmlns:a16="http://schemas.microsoft.com/office/drawing/2014/main" id="{CF478977-4401-1CDF-9EF1-5C016B4B234E}"/>
                  </a:ext>
                </a:extLst>
              </p:cNvPr>
              <p:cNvSpPr txBox="1"/>
              <p:nvPr/>
            </p:nvSpPr>
            <p:spPr>
              <a:xfrm>
                <a:off x="897942" y="3943147"/>
                <a:ext cx="821133" cy="246221"/>
              </a:xfrm>
              <a:prstGeom prst="rect">
                <a:avLst/>
              </a:prstGeom>
              <a:noFill/>
            </p:spPr>
            <p:txBody>
              <a:bodyPr wrap="square" rtlCol="0">
                <a:spAutoFit/>
              </a:bodyPr>
              <a:lstStyle/>
              <a:p>
                <a:r>
                  <a:rPr lang="fr-CA" sz="500" dirty="0" err="1"/>
                  <a:t>charge_installations_septiques_autonomes</a:t>
                </a:r>
                <a:endParaRPr lang="fr-CA" sz="100" dirty="0"/>
              </a:p>
            </p:txBody>
          </p:sp>
          <p:pic>
            <p:nvPicPr>
              <p:cNvPr id="166" name="Image 165">
                <a:extLst>
                  <a:ext uri="{FF2B5EF4-FFF2-40B4-BE49-F238E27FC236}">
                    <a16:creationId xmlns:a16="http://schemas.microsoft.com/office/drawing/2014/main" id="{7B563152-9821-C8BA-C573-C01DC564AC8E}"/>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cxnSp>
        <p:nvCxnSpPr>
          <p:cNvPr id="298" name="Straight Arrow Connector 268">
            <a:extLst>
              <a:ext uri="{FF2B5EF4-FFF2-40B4-BE49-F238E27FC236}">
                <a16:creationId xmlns:a16="http://schemas.microsoft.com/office/drawing/2014/main" id="{C97137FD-4116-9418-E733-14D72B3F8E59}"/>
              </a:ext>
            </a:extLst>
          </p:cNvPr>
          <p:cNvCxnSpPr>
            <a:cxnSpLocks/>
            <a:stCxn id="17" idx="3"/>
            <a:endCxn id="164" idx="1"/>
          </p:cNvCxnSpPr>
          <p:nvPr/>
        </p:nvCxnSpPr>
        <p:spPr>
          <a:xfrm>
            <a:off x="3627161" y="3310197"/>
            <a:ext cx="1251794" cy="1989098"/>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00" name="Straight Arrow Connector 268">
            <a:extLst>
              <a:ext uri="{FF2B5EF4-FFF2-40B4-BE49-F238E27FC236}">
                <a16:creationId xmlns:a16="http://schemas.microsoft.com/office/drawing/2014/main" id="{E04F1376-0567-1F5C-4237-D5097984240F}"/>
              </a:ext>
            </a:extLst>
          </p:cNvPr>
          <p:cNvCxnSpPr>
            <a:cxnSpLocks/>
            <a:stCxn id="17" idx="3"/>
            <a:endCxn id="126" idx="1"/>
          </p:cNvCxnSpPr>
          <p:nvPr/>
        </p:nvCxnSpPr>
        <p:spPr>
          <a:xfrm>
            <a:off x="3627161" y="3310197"/>
            <a:ext cx="1251885" cy="141986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02" name="Straight Arrow Connector 268">
            <a:extLst>
              <a:ext uri="{FF2B5EF4-FFF2-40B4-BE49-F238E27FC236}">
                <a16:creationId xmlns:a16="http://schemas.microsoft.com/office/drawing/2014/main" id="{EA018C4C-07E1-2A1C-1F09-A921766658A0}"/>
              </a:ext>
            </a:extLst>
          </p:cNvPr>
          <p:cNvCxnSpPr>
            <a:cxnSpLocks/>
            <a:stCxn id="17" idx="3"/>
            <a:endCxn id="116" idx="1"/>
          </p:cNvCxnSpPr>
          <p:nvPr/>
        </p:nvCxnSpPr>
        <p:spPr>
          <a:xfrm>
            <a:off x="3627161" y="3310197"/>
            <a:ext cx="1251885" cy="108480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04" name="Straight Arrow Connector 268">
            <a:extLst>
              <a:ext uri="{FF2B5EF4-FFF2-40B4-BE49-F238E27FC236}">
                <a16:creationId xmlns:a16="http://schemas.microsoft.com/office/drawing/2014/main" id="{C579777B-8DAB-031E-6F2C-DB3A21915A9C}"/>
              </a:ext>
            </a:extLst>
          </p:cNvPr>
          <p:cNvCxnSpPr>
            <a:cxnSpLocks/>
            <a:stCxn id="19" idx="3"/>
            <a:endCxn id="111" idx="1"/>
          </p:cNvCxnSpPr>
          <p:nvPr/>
        </p:nvCxnSpPr>
        <p:spPr>
          <a:xfrm>
            <a:off x="3695259" y="3316760"/>
            <a:ext cx="1183787" cy="79362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06" name="Straight Arrow Connector 268">
            <a:extLst>
              <a:ext uri="{FF2B5EF4-FFF2-40B4-BE49-F238E27FC236}">
                <a16:creationId xmlns:a16="http://schemas.microsoft.com/office/drawing/2014/main" id="{1603C83B-67DB-AD03-E25B-35DA7CFE6026}"/>
              </a:ext>
            </a:extLst>
          </p:cNvPr>
          <p:cNvCxnSpPr>
            <a:cxnSpLocks/>
            <a:stCxn id="17" idx="3"/>
            <a:endCxn id="152" idx="1"/>
          </p:cNvCxnSpPr>
          <p:nvPr/>
        </p:nvCxnSpPr>
        <p:spPr>
          <a:xfrm>
            <a:off x="3627161" y="3310197"/>
            <a:ext cx="1251885" cy="51556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13" name="Straight Arrow Connector 268">
            <a:extLst>
              <a:ext uri="{FF2B5EF4-FFF2-40B4-BE49-F238E27FC236}">
                <a16:creationId xmlns:a16="http://schemas.microsoft.com/office/drawing/2014/main" id="{5E26E087-9815-36B8-98A2-43D0B6044470}"/>
              </a:ext>
            </a:extLst>
          </p:cNvPr>
          <p:cNvCxnSpPr>
            <a:cxnSpLocks/>
            <a:stCxn id="17" idx="3"/>
            <a:endCxn id="46" idx="1"/>
          </p:cNvCxnSpPr>
          <p:nvPr/>
        </p:nvCxnSpPr>
        <p:spPr>
          <a:xfrm flipV="1">
            <a:off x="3627161" y="1011997"/>
            <a:ext cx="1321819" cy="229820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15" name="Straight Arrow Connector 268">
            <a:extLst>
              <a:ext uri="{FF2B5EF4-FFF2-40B4-BE49-F238E27FC236}">
                <a16:creationId xmlns:a16="http://schemas.microsoft.com/office/drawing/2014/main" id="{15D9E1DB-4C15-42E0-997E-4E8E9BE3B128}"/>
              </a:ext>
            </a:extLst>
          </p:cNvPr>
          <p:cNvCxnSpPr>
            <a:cxnSpLocks/>
            <a:stCxn id="19" idx="3"/>
            <a:endCxn id="51" idx="1"/>
          </p:cNvCxnSpPr>
          <p:nvPr/>
        </p:nvCxnSpPr>
        <p:spPr>
          <a:xfrm flipV="1">
            <a:off x="3695259" y="1276735"/>
            <a:ext cx="1253721" cy="204002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17" name="Straight Arrow Connector 268">
            <a:extLst>
              <a:ext uri="{FF2B5EF4-FFF2-40B4-BE49-F238E27FC236}">
                <a16:creationId xmlns:a16="http://schemas.microsoft.com/office/drawing/2014/main" id="{D776F354-9F40-069D-2E33-DCFBA7BFABC9}"/>
              </a:ext>
            </a:extLst>
          </p:cNvPr>
          <p:cNvCxnSpPr>
            <a:cxnSpLocks/>
            <a:stCxn id="17" idx="3"/>
            <a:endCxn id="66" idx="1"/>
          </p:cNvCxnSpPr>
          <p:nvPr/>
        </p:nvCxnSpPr>
        <p:spPr>
          <a:xfrm flipV="1">
            <a:off x="3627161" y="1541473"/>
            <a:ext cx="1321819" cy="1768724"/>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19" name="Straight Arrow Connector 268">
            <a:extLst>
              <a:ext uri="{FF2B5EF4-FFF2-40B4-BE49-F238E27FC236}">
                <a16:creationId xmlns:a16="http://schemas.microsoft.com/office/drawing/2014/main" id="{CE5D50DD-A9E7-5819-8342-82FAFD28AA2F}"/>
              </a:ext>
            </a:extLst>
          </p:cNvPr>
          <p:cNvCxnSpPr>
            <a:cxnSpLocks/>
            <a:stCxn id="17" idx="3"/>
            <a:endCxn id="56" idx="1"/>
          </p:cNvCxnSpPr>
          <p:nvPr/>
        </p:nvCxnSpPr>
        <p:spPr>
          <a:xfrm flipV="1">
            <a:off x="3627161" y="1806211"/>
            <a:ext cx="1321819" cy="1503986"/>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21" name="Straight Arrow Connector 268">
            <a:extLst>
              <a:ext uri="{FF2B5EF4-FFF2-40B4-BE49-F238E27FC236}">
                <a16:creationId xmlns:a16="http://schemas.microsoft.com/office/drawing/2014/main" id="{13E94D51-DC23-CB0C-6AFA-79ED2B4DE3F4}"/>
              </a:ext>
            </a:extLst>
          </p:cNvPr>
          <p:cNvCxnSpPr>
            <a:cxnSpLocks/>
            <a:stCxn id="19" idx="3"/>
            <a:endCxn id="61" idx="1"/>
          </p:cNvCxnSpPr>
          <p:nvPr/>
        </p:nvCxnSpPr>
        <p:spPr>
          <a:xfrm flipV="1">
            <a:off x="3695259" y="2070951"/>
            <a:ext cx="1262961" cy="124580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333" name="Groupe 332">
            <a:extLst>
              <a:ext uri="{FF2B5EF4-FFF2-40B4-BE49-F238E27FC236}">
                <a16:creationId xmlns:a16="http://schemas.microsoft.com/office/drawing/2014/main" id="{0B878A67-B4B8-7A81-51C0-0B13E7ABE04F}"/>
              </a:ext>
            </a:extLst>
          </p:cNvPr>
          <p:cNvGrpSpPr/>
          <p:nvPr/>
        </p:nvGrpSpPr>
        <p:grpSpPr>
          <a:xfrm>
            <a:off x="3967086" y="3099637"/>
            <a:ext cx="1364071" cy="346740"/>
            <a:chOff x="4319890" y="2484262"/>
            <a:chExt cx="1364071" cy="346740"/>
          </a:xfrm>
        </p:grpSpPr>
        <p:sp>
          <p:nvSpPr>
            <p:cNvPr id="332" name="Rectangle: Rounded Corners 292">
              <a:extLst>
                <a:ext uri="{FF2B5EF4-FFF2-40B4-BE49-F238E27FC236}">
                  <a16:creationId xmlns:a16="http://schemas.microsoft.com/office/drawing/2014/main" id="{E99A9D12-2F82-5996-5C18-D02C903155CC}"/>
                </a:ext>
              </a:extLst>
            </p:cNvPr>
            <p:cNvSpPr/>
            <p:nvPr/>
          </p:nvSpPr>
          <p:spPr>
            <a:xfrm>
              <a:off x="4319890" y="2484262"/>
              <a:ext cx="1347784" cy="346740"/>
            </a:xfrm>
            <a:prstGeom prst="roundRect">
              <a:avLst/>
            </a:prstGeom>
            <a:solidFill>
              <a:schemeClr val="bg1"/>
            </a:solidFill>
            <a:ln w="3175">
              <a:noFill/>
            </a:ln>
            <a:effectLst>
              <a:softEdge rad="31750"/>
            </a:effectLst>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329" name="Groupe 328">
              <a:extLst>
                <a:ext uri="{FF2B5EF4-FFF2-40B4-BE49-F238E27FC236}">
                  <a16:creationId xmlns:a16="http://schemas.microsoft.com/office/drawing/2014/main" id="{789C8D59-B43D-3B4B-15E9-C9C941A54E83}"/>
                </a:ext>
              </a:extLst>
            </p:cNvPr>
            <p:cNvGrpSpPr/>
            <p:nvPr/>
          </p:nvGrpSpPr>
          <p:grpSpPr>
            <a:xfrm>
              <a:off x="4417750" y="2559671"/>
              <a:ext cx="1266211" cy="246221"/>
              <a:chOff x="543862" y="1395992"/>
              <a:chExt cx="1266211" cy="246221"/>
            </a:xfrm>
          </p:grpSpPr>
          <p:pic>
            <p:nvPicPr>
              <p:cNvPr id="330" name="Picture 131">
                <a:extLst>
                  <a:ext uri="{FF2B5EF4-FFF2-40B4-BE49-F238E27FC236}">
                    <a16:creationId xmlns:a16="http://schemas.microsoft.com/office/drawing/2014/main" id="{A58DBE79-DB4A-D035-2396-EF2229976BD7}"/>
                  </a:ext>
                </a:extLst>
              </p:cNvPr>
              <p:cNvPicPr>
                <a:picLocks noChangeAspect="1"/>
              </p:cNvPicPr>
              <p:nvPr/>
            </p:nvPicPr>
            <p:blipFill>
              <a:blip r:embed="rId7"/>
              <a:stretch>
                <a:fillRect/>
              </a:stretch>
            </p:blipFill>
            <p:spPr>
              <a:xfrm>
                <a:off x="543862" y="1404777"/>
                <a:ext cx="174699" cy="174699"/>
              </a:xfrm>
              <a:prstGeom prst="rect">
                <a:avLst/>
              </a:prstGeom>
            </p:spPr>
          </p:pic>
          <p:sp>
            <p:nvSpPr>
              <p:cNvPr id="331" name="TextBox 132">
                <a:extLst>
                  <a:ext uri="{FF2B5EF4-FFF2-40B4-BE49-F238E27FC236}">
                    <a16:creationId xmlns:a16="http://schemas.microsoft.com/office/drawing/2014/main" id="{F29B84DC-B8CC-39CB-CB3D-632AB324D600}"/>
                  </a:ext>
                </a:extLst>
              </p:cNvPr>
              <p:cNvSpPr txBox="1"/>
              <p:nvPr/>
            </p:nvSpPr>
            <p:spPr>
              <a:xfrm>
                <a:off x="669826" y="1395992"/>
                <a:ext cx="1140247" cy="246221"/>
              </a:xfrm>
              <a:prstGeom prst="rect">
                <a:avLst/>
              </a:prstGeom>
              <a:noFill/>
            </p:spPr>
            <p:txBody>
              <a:bodyPr wrap="square" rtlCol="0">
                <a:spAutoFit/>
              </a:bodyPr>
              <a:lstStyle/>
              <a:p>
                <a:r>
                  <a:rPr lang="fr-CA" sz="1000" dirty="0" err="1"/>
                  <a:t>get_param_value</a:t>
                </a:r>
                <a:endParaRPr lang="fr-CA" sz="1000" dirty="0"/>
              </a:p>
            </p:txBody>
          </p:sp>
        </p:grpSp>
      </p:grpSp>
      <p:grpSp>
        <p:nvGrpSpPr>
          <p:cNvPr id="354" name="Groupe 353">
            <a:extLst>
              <a:ext uri="{FF2B5EF4-FFF2-40B4-BE49-F238E27FC236}">
                <a16:creationId xmlns:a16="http://schemas.microsoft.com/office/drawing/2014/main" id="{09A392DC-508B-76BF-0EC8-B730515D1CBE}"/>
              </a:ext>
            </a:extLst>
          </p:cNvPr>
          <p:cNvGrpSpPr/>
          <p:nvPr/>
        </p:nvGrpSpPr>
        <p:grpSpPr>
          <a:xfrm>
            <a:off x="8625092" y="760949"/>
            <a:ext cx="3376011" cy="5172612"/>
            <a:chOff x="8749688" y="864685"/>
            <a:chExt cx="3376011" cy="5172612"/>
          </a:xfrm>
        </p:grpSpPr>
        <p:grpSp>
          <p:nvGrpSpPr>
            <p:cNvPr id="21" name="Groupe 20">
              <a:extLst>
                <a:ext uri="{FF2B5EF4-FFF2-40B4-BE49-F238E27FC236}">
                  <a16:creationId xmlns:a16="http://schemas.microsoft.com/office/drawing/2014/main" id="{791B9956-6AB0-5CA6-91DF-38BBB2249E9D}"/>
                </a:ext>
              </a:extLst>
            </p:cNvPr>
            <p:cNvGrpSpPr/>
            <p:nvPr/>
          </p:nvGrpSpPr>
          <p:grpSpPr>
            <a:xfrm>
              <a:off x="8762002" y="864685"/>
              <a:ext cx="3363697" cy="5164679"/>
              <a:chOff x="9658625" y="2896030"/>
              <a:chExt cx="3363697" cy="5164679"/>
            </a:xfrm>
          </p:grpSpPr>
          <p:grpSp>
            <p:nvGrpSpPr>
              <p:cNvPr id="22" name="Groupe 21">
                <a:extLst>
                  <a:ext uri="{FF2B5EF4-FFF2-40B4-BE49-F238E27FC236}">
                    <a16:creationId xmlns:a16="http://schemas.microsoft.com/office/drawing/2014/main" id="{92E222A7-C3FF-67D7-9FB8-3C4481DD342F}"/>
                  </a:ext>
                </a:extLst>
              </p:cNvPr>
              <p:cNvGrpSpPr/>
              <p:nvPr/>
            </p:nvGrpSpPr>
            <p:grpSpPr>
              <a:xfrm>
                <a:off x="9658625" y="2896030"/>
                <a:ext cx="3363697" cy="5164679"/>
                <a:chOff x="214379" y="391814"/>
                <a:chExt cx="3363697" cy="5164679"/>
              </a:xfrm>
            </p:grpSpPr>
            <p:grpSp>
              <p:nvGrpSpPr>
                <p:cNvPr id="31" name="Groupe 30">
                  <a:extLst>
                    <a:ext uri="{FF2B5EF4-FFF2-40B4-BE49-F238E27FC236}">
                      <a16:creationId xmlns:a16="http://schemas.microsoft.com/office/drawing/2014/main" id="{F03F4A13-5A37-96CD-8395-01EAE147621B}"/>
                    </a:ext>
                  </a:extLst>
                </p:cNvPr>
                <p:cNvGrpSpPr/>
                <p:nvPr/>
              </p:nvGrpSpPr>
              <p:grpSpPr>
                <a:xfrm>
                  <a:off x="416070" y="2029298"/>
                  <a:ext cx="1094790" cy="331243"/>
                  <a:chOff x="780703" y="5853141"/>
                  <a:chExt cx="1094790" cy="331243"/>
                </a:xfrm>
              </p:grpSpPr>
              <p:pic>
                <p:nvPicPr>
                  <p:cNvPr id="33" name="Graphique 32" descr="Presse-papiers vérifié avec un remplissage uni">
                    <a:extLst>
                      <a:ext uri="{FF2B5EF4-FFF2-40B4-BE49-F238E27FC236}">
                        <a16:creationId xmlns:a16="http://schemas.microsoft.com/office/drawing/2014/main" id="{EA5BD877-A782-CD5C-F734-E5BD846E581B}"/>
                      </a:ext>
                    </a:extLst>
                  </p:cNvPr>
                  <p:cNvPicPr>
                    <a:picLocks noChangeAspect="1"/>
                  </p:cNvPicPr>
                  <p:nvPr/>
                </p:nvPicPr>
                <p:blipFill>
                  <a:blip r:embed="rId8">
                    <a:extLst>
                      <a:ext uri="{96DAC541-7B7A-43D3-8B79-37D633B846F1}">
                        <asvg:svgBlip xmlns:asvg="http://schemas.microsoft.com/office/drawing/2016/SVG/main" r:embed="rId9"/>
                      </a:ext>
                    </a:extLst>
                  </a:blip>
                  <a:stretch>
                    <a:fillRect/>
                  </a:stretch>
                </p:blipFill>
                <p:spPr>
                  <a:xfrm>
                    <a:off x="780703" y="5853141"/>
                    <a:ext cx="331243" cy="331243"/>
                  </a:xfrm>
                  <a:prstGeom prst="rect">
                    <a:avLst/>
                  </a:prstGeom>
                </p:spPr>
              </p:pic>
              <p:sp>
                <p:nvSpPr>
                  <p:cNvPr id="34" name="TextBox 132">
                    <a:extLst>
                      <a:ext uri="{FF2B5EF4-FFF2-40B4-BE49-F238E27FC236}">
                        <a16:creationId xmlns:a16="http://schemas.microsoft.com/office/drawing/2014/main" id="{B3DE4AF1-97F0-8D81-442A-6D520AB64459}"/>
                      </a:ext>
                    </a:extLst>
                  </p:cNvPr>
                  <p:cNvSpPr txBox="1"/>
                  <p:nvPr/>
                </p:nvSpPr>
                <p:spPr>
                  <a:xfrm>
                    <a:off x="981298" y="5940230"/>
                    <a:ext cx="894195" cy="169277"/>
                  </a:xfrm>
                  <a:prstGeom prst="rect">
                    <a:avLst/>
                  </a:prstGeom>
                  <a:noFill/>
                </p:spPr>
                <p:txBody>
                  <a:bodyPr wrap="square" rtlCol="0">
                    <a:spAutoFit/>
                  </a:bodyPr>
                  <a:lstStyle/>
                  <a:p>
                    <a:r>
                      <a:rPr lang="fr-CA" sz="500" dirty="0"/>
                      <a:t>lac1_paramètres()</a:t>
                    </a:r>
                  </a:p>
                </p:txBody>
              </p:sp>
            </p:grpSp>
            <p:sp>
              <p:nvSpPr>
                <p:cNvPr id="32" name="Rectangle: Rounded Corners 292">
                  <a:extLst>
                    <a:ext uri="{FF2B5EF4-FFF2-40B4-BE49-F238E27FC236}">
                      <a16:creationId xmlns:a16="http://schemas.microsoft.com/office/drawing/2014/main" id="{B8C6581C-14BF-CF73-4C20-A4994EE4DF2E}"/>
                    </a:ext>
                  </a:extLst>
                </p:cNvPr>
                <p:cNvSpPr/>
                <p:nvPr/>
              </p:nvSpPr>
              <p:spPr>
                <a:xfrm>
                  <a:off x="214379" y="391814"/>
                  <a:ext cx="3363697" cy="5164679"/>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25" name="Straight Arrow Connector 268">
                <a:extLst>
                  <a:ext uri="{FF2B5EF4-FFF2-40B4-BE49-F238E27FC236}">
                    <a16:creationId xmlns:a16="http://schemas.microsoft.com/office/drawing/2014/main" id="{F32798A3-A843-8E6B-84A1-3E681F35DC8B}"/>
                  </a:ext>
                </a:extLst>
              </p:cNvPr>
              <p:cNvCxnSpPr>
                <a:cxnSpLocks/>
                <a:stCxn id="33"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6" name="Straight Arrow Connector 268">
                <a:extLst>
                  <a:ext uri="{FF2B5EF4-FFF2-40B4-BE49-F238E27FC236}">
                    <a16:creationId xmlns:a16="http://schemas.microsoft.com/office/drawing/2014/main" id="{3293C757-FE42-ECF2-B0AB-BC875714C81A}"/>
                  </a:ext>
                </a:extLst>
              </p:cNvPr>
              <p:cNvCxnSpPr>
                <a:cxnSpLocks/>
                <a:stCxn id="33"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335" name="ZoneTexte 334">
              <a:extLst>
                <a:ext uri="{FF2B5EF4-FFF2-40B4-BE49-F238E27FC236}">
                  <a16:creationId xmlns:a16="http://schemas.microsoft.com/office/drawing/2014/main" id="{5F261A8E-A7CC-A3AB-2223-8E2E78906579}"/>
                </a:ext>
              </a:extLst>
            </p:cNvPr>
            <p:cNvSpPr txBox="1"/>
            <p:nvPr/>
          </p:nvSpPr>
          <p:spPr>
            <a:xfrm>
              <a:off x="8963693" y="864685"/>
              <a:ext cx="1712848" cy="1661993"/>
            </a:xfrm>
            <a:prstGeom prst="rect">
              <a:avLst/>
            </a:prstGeom>
            <a:noFill/>
          </p:spPr>
          <p:txBody>
            <a:bodyPr wrap="square" rtlCol="0">
              <a:spAutoFit/>
            </a:bodyPr>
            <a:lstStyle/>
            <a:p>
              <a:r>
                <a:rPr lang="fr-CA" sz="600" dirty="0" err="1"/>
                <a:t>profondeur_moy_m</a:t>
              </a:r>
              <a:r>
                <a:rPr lang="fr-CA" sz="600" dirty="0"/>
                <a:t> ()</a:t>
              </a:r>
            </a:p>
            <a:p>
              <a:r>
                <a:rPr lang="fr-CA" sz="600" dirty="0"/>
                <a:t>superficie_lac_km2 ()</a:t>
              </a:r>
            </a:p>
            <a:p>
              <a:r>
                <a:rPr lang="fr-CA" sz="600" dirty="0"/>
                <a:t>aire_bv_km2 ()</a:t>
              </a:r>
            </a:p>
            <a:p>
              <a:r>
                <a:rPr lang="fr-CA" sz="600" dirty="0"/>
                <a:t>aire_sousbv_km2 ()</a:t>
              </a:r>
            </a:p>
            <a:p>
              <a:r>
                <a:rPr lang="fr-CA" sz="600" dirty="0"/>
                <a:t>debit_rejet_m3_jour ()</a:t>
              </a:r>
            </a:p>
            <a:p>
              <a:r>
                <a:rPr lang="fr-CA" sz="600" dirty="0" err="1"/>
                <a:t>jours_operation_rejet</a:t>
              </a:r>
              <a:r>
                <a:rPr lang="fr-CA" sz="600" dirty="0"/>
                <a:t> ()</a:t>
              </a:r>
            </a:p>
            <a:p>
              <a:r>
                <a:rPr lang="fr-CA" sz="600" dirty="0" err="1"/>
                <a:t>pt_mes</a:t>
              </a:r>
              <a:r>
                <a:rPr lang="fr-CA" sz="600" dirty="0"/>
                <a:t> ()</a:t>
              </a:r>
            </a:p>
            <a:p>
              <a:r>
                <a:rPr lang="fr-CA" sz="600" dirty="0" err="1"/>
                <a:t>ruissellement_moy_m</a:t>
              </a:r>
              <a:r>
                <a:rPr lang="fr-CA" sz="500" dirty="0"/>
                <a:t> ()</a:t>
              </a:r>
              <a:endParaRPr lang="fr-CA" sz="300" dirty="0"/>
            </a:p>
            <a:p>
              <a:r>
                <a:rPr lang="fr-CA" sz="600" dirty="0" err="1"/>
                <a:t>charge_installations_septiques_autonomes</a:t>
              </a:r>
              <a:r>
                <a:rPr lang="fr-CA" sz="500" dirty="0"/>
                <a:t> ()</a:t>
              </a:r>
              <a:endParaRPr lang="fr-CA" sz="200" dirty="0"/>
            </a:p>
            <a:p>
              <a:r>
                <a:rPr lang="fr-CA" sz="600" dirty="0" err="1"/>
                <a:t>percent_aqua</a:t>
              </a:r>
              <a:r>
                <a:rPr lang="fr-CA" sz="600" dirty="0"/>
                <a:t> ()</a:t>
              </a:r>
            </a:p>
            <a:p>
              <a:r>
                <a:rPr lang="fr-CA" sz="600" dirty="0" err="1"/>
                <a:t>percent_mh</a:t>
              </a:r>
              <a:r>
                <a:rPr lang="fr-CA" sz="600" dirty="0"/>
                <a:t> ()</a:t>
              </a:r>
            </a:p>
            <a:p>
              <a:r>
                <a:rPr lang="fr-CA" sz="600" dirty="0" err="1"/>
                <a:t>percent_foret</a:t>
              </a:r>
              <a:r>
                <a:rPr lang="fr-CA" sz="600" dirty="0"/>
                <a:t> ()</a:t>
              </a:r>
            </a:p>
            <a:p>
              <a:r>
                <a:rPr lang="fr-CA" sz="600" dirty="0" err="1"/>
                <a:t>percent_solnu</a:t>
              </a:r>
              <a:r>
                <a:rPr lang="fr-CA" sz="600" dirty="0"/>
                <a:t> ()</a:t>
              </a:r>
            </a:p>
            <a:p>
              <a:r>
                <a:rPr lang="fr-CA" sz="600" dirty="0" err="1"/>
                <a:t>percent_agri</a:t>
              </a:r>
              <a:r>
                <a:rPr lang="fr-CA" sz="600" dirty="0"/>
                <a:t> ()</a:t>
              </a:r>
            </a:p>
            <a:p>
              <a:r>
                <a:rPr lang="fr-CA" sz="600" dirty="0" err="1"/>
                <a:t>percent_coupe</a:t>
              </a:r>
              <a:r>
                <a:rPr lang="fr-CA" sz="600" dirty="0"/>
                <a:t> ()</a:t>
              </a:r>
            </a:p>
            <a:p>
              <a:r>
                <a:rPr lang="fr-CA" sz="600" dirty="0" err="1"/>
                <a:t>percent_anthro</a:t>
              </a:r>
              <a:r>
                <a:rPr lang="fr-CA" sz="600" dirty="0"/>
                <a:t> ()</a:t>
              </a:r>
            </a:p>
            <a:p>
              <a:r>
                <a:rPr lang="fr-CA" sz="600" dirty="0" err="1"/>
                <a:t>percent_nd</a:t>
              </a:r>
              <a:r>
                <a:rPr lang="fr-CA" sz="600" dirty="0"/>
                <a:t> ()</a:t>
              </a:r>
            </a:p>
          </p:txBody>
        </p:sp>
        <p:sp>
          <p:nvSpPr>
            <p:cNvPr id="336" name="ZoneTexte 335">
              <a:extLst>
                <a:ext uri="{FF2B5EF4-FFF2-40B4-BE49-F238E27FC236}">
                  <a16:creationId xmlns:a16="http://schemas.microsoft.com/office/drawing/2014/main" id="{009D88D2-37AD-A8F0-D3BE-928E2C30841B}"/>
                </a:ext>
              </a:extLst>
            </p:cNvPr>
            <p:cNvSpPr txBox="1"/>
            <p:nvPr/>
          </p:nvSpPr>
          <p:spPr>
            <a:xfrm>
              <a:off x="10609146" y="892813"/>
              <a:ext cx="1144871" cy="2031325"/>
            </a:xfrm>
            <a:prstGeom prst="rect">
              <a:avLst/>
            </a:prstGeom>
            <a:noFill/>
          </p:spPr>
          <p:txBody>
            <a:bodyPr wrap="square" rtlCol="0">
              <a:spAutoFit/>
            </a:bodyPr>
            <a:lstStyle/>
            <a:p>
              <a:r>
                <a:rPr lang="fr-CA" sz="600" dirty="0"/>
                <a:t>charge_lac_amont_1 () </a:t>
              </a:r>
            </a:p>
            <a:p>
              <a:r>
                <a:rPr lang="fr-CA" sz="600" dirty="0"/>
                <a:t>charge_lac_amont_2 ()</a:t>
              </a:r>
            </a:p>
            <a:p>
              <a:r>
                <a:rPr lang="fr-CA" sz="600" dirty="0"/>
                <a:t>charge_lac_amont_3 ()</a:t>
              </a:r>
            </a:p>
            <a:p>
              <a:r>
                <a:rPr lang="fr-CA" sz="600" dirty="0"/>
                <a:t>charge_lac_amont_4 ()</a:t>
              </a:r>
            </a:p>
            <a:p>
              <a:r>
                <a:rPr lang="fr-CA" sz="600" dirty="0"/>
                <a:t>charge_lac_amont_5 ()</a:t>
              </a:r>
            </a:p>
            <a:p>
              <a:r>
                <a:rPr lang="fr-CA" sz="600" dirty="0"/>
                <a:t>charge_lac_amont_6 ()</a:t>
              </a:r>
            </a:p>
            <a:p>
              <a:r>
                <a:rPr lang="fr-CA" sz="600" dirty="0"/>
                <a:t>charge_lac_amont_7 ()</a:t>
              </a:r>
            </a:p>
            <a:p>
              <a:r>
                <a:rPr lang="fr-CA" sz="600" dirty="0"/>
                <a:t>charge_lac_amont_8 ()</a:t>
              </a:r>
            </a:p>
            <a:p>
              <a:r>
                <a:rPr lang="fr-CA" sz="600" dirty="0"/>
                <a:t>charge_lac_amont_9 ()</a:t>
              </a:r>
            </a:p>
            <a:p>
              <a:r>
                <a:rPr lang="fr-CA" sz="600" dirty="0"/>
                <a:t>charge_lac_amont_10 ()</a:t>
              </a:r>
            </a:p>
            <a:p>
              <a:endParaRPr lang="fr-CA" sz="600" dirty="0"/>
            </a:p>
            <a:p>
              <a:r>
                <a:rPr lang="fr-CA" sz="600" dirty="0"/>
                <a:t>charge_lac_amont_nat_1 ()</a:t>
              </a:r>
            </a:p>
            <a:p>
              <a:r>
                <a:rPr lang="fr-CA" sz="600" dirty="0"/>
                <a:t>charge_lac_amont_nat_2 ()</a:t>
              </a:r>
            </a:p>
            <a:p>
              <a:r>
                <a:rPr lang="fr-CA" sz="600" dirty="0"/>
                <a:t>charge_lac_amont_nat_3 ()</a:t>
              </a:r>
            </a:p>
            <a:p>
              <a:r>
                <a:rPr lang="fr-CA" sz="600" dirty="0"/>
                <a:t>charge_lac_amont_nat_4 ()</a:t>
              </a:r>
            </a:p>
            <a:p>
              <a:r>
                <a:rPr lang="fr-CA" sz="600" dirty="0"/>
                <a:t>charge_lac_amont_nat_5 ()</a:t>
              </a:r>
            </a:p>
            <a:p>
              <a:r>
                <a:rPr lang="fr-CA" sz="600" dirty="0"/>
                <a:t>charge_lac_amont_nat_6 ()</a:t>
              </a:r>
            </a:p>
            <a:p>
              <a:r>
                <a:rPr lang="fr-CA" sz="600" dirty="0"/>
                <a:t>charge_lac_amont_nat_7 ()</a:t>
              </a:r>
            </a:p>
            <a:p>
              <a:r>
                <a:rPr lang="fr-CA" sz="600" dirty="0"/>
                <a:t>charge_lac_amont_nat_8 ()</a:t>
              </a:r>
            </a:p>
            <a:p>
              <a:r>
                <a:rPr lang="fr-CA" sz="600" dirty="0"/>
                <a:t>charge_lac_amont_nat_9 ()</a:t>
              </a:r>
            </a:p>
            <a:p>
              <a:r>
                <a:rPr lang="fr-CA" sz="600" dirty="0"/>
                <a:t>charge_lac_amont_nat_10 ()</a:t>
              </a:r>
            </a:p>
          </p:txBody>
        </p:sp>
        <p:sp>
          <p:nvSpPr>
            <p:cNvPr id="337" name="ZoneTexte 336">
              <a:extLst>
                <a:ext uri="{FF2B5EF4-FFF2-40B4-BE49-F238E27FC236}">
                  <a16:creationId xmlns:a16="http://schemas.microsoft.com/office/drawing/2014/main" id="{D228BC78-3D18-2B3D-EAC1-AEE961BC2826}"/>
                </a:ext>
              </a:extLst>
            </p:cNvPr>
            <p:cNvSpPr txBox="1"/>
            <p:nvPr/>
          </p:nvSpPr>
          <p:spPr>
            <a:xfrm>
              <a:off x="10390138" y="2990309"/>
              <a:ext cx="1580433" cy="3046988"/>
            </a:xfrm>
            <a:prstGeom prst="rect">
              <a:avLst/>
            </a:prstGeom>
            <a:noFill/>
          </p:spPr>
          <p:txBody>
            <a:bodyPr wrap="square" rtlCol="0">
              <a:spAutoFit/>
            </a:bodyPr>
            <a:lstStyle/>
            <a:p>
              <a:r>
                <a:rPr lang="fr-CA" sz="600" dirty="0"/>
                <a:t>charge_ponctuelle_1 ()</a:t>
              </a:r>
            </a:p>
            <a:p>
              <a:r>
                <a:rPr lang="fr-CA" sz="600" dirty="0"/>
                <a:t>charge_ponctuelle_2 ()</a:t>
              </a:r>
            </a:p>
            <a:p>
              <a:r>
                <a:rPr lang="fr-CA" sz="600" dirty="0"/>
                <a:t>charge_ponctuelle_3 ()</a:t>
              </a:r>
            </a:p>
            <a:p>
              <a:r>
                <a:rPr lang="fr-CA" sz="600" dirty="0"/>
                <a:t>charge_ponctuelle_4 ()</a:t>
              </a:r>
            </a:p>
            <a:p>
              <a:r>
                <a:rPr lang="fr-CA" sz="600" dirty="0"/>
                <a:t>charge_ponctuelle_5 ()</a:t>
              </a:r>
            </a:p>
            <a:p>
              <a:r>
                <a:rPr lang="fr-CA" sz="600" dirty="0"/>
                <a:t>charge_ponctuelle_6 ()</a:t>
              </a:r>
            </a:p>
            <a:p>
              <a:r>
                <a:rPr lang="fr-CA" sz="600" dirty="0"/>
                <a:t>charge_ponctuelle_7 ()</a:t>
              </a:r>
            </a:p>
            <a:p>
              <a:r>
                <a:rPr lang="fr-CA" sz="600" dirty="0"/>
                <a:t>charge_ponctuelle_8 ()</a:t>
              </a:r>
            </a:p>
            <a:p>
              <a:r>
                <a:rPr lang="fr-CA" sz="600" dirty="0"/>
                <a:t>charge_ponctuelle_9 ()</a:t>
              </a:r>
            </a:p>
            <a:p>
              <a:r>
                <a:rPr lang="fr-CA" sz="600" dirty="0"/>
                <a:t>charge_ponctuelle_10 ()</a:t>
              </a:r>
            </a:p>
            <a:p>
              <a:endParaRPr lang="fr-CA" sz="600" dirty="0"/>
            </a:p>
            <a:p>
              <a:r>
                <a:rPr lang="fr-CA" sz="600" dirty="0"/>
                <a:t>nom_lac_amont_1 ()</a:t>
              </a:r>
            </a:p>
            <a:p>
              <a:r>
                <a:rPr lang="fr-CA" sz="600" dirty="0"/>
                <a:t>nom_lac_amont_2 ()</a:t>
              </a:r>
            </a:p>
            <a:p>
              <a:r>
                <a:rPr lang="fr-CA" sz="600" dirty="0"/>
                <a:t>nom_lac_amont_3 ()</a:t>
              </a:r>
            </a:p>
            <a:p>
              <a:r>
                <a:rPr lang="fr-CA" sz="600" dirty="0"/>
                <a:t>nom_lac_amont_4 ()</a:t>
              </a:r>
            </a:p>
            <a:p>
              <a:r>
                <a:rPr lang="fr-CA" sz="600" dirty="0"/>
                <a:t>nom_lac_amont_5 ()</a:t>
              </a:r>
            </a:p>
            <a:p>
              <a:r>
                <a:rPr lang="fr-CA" sz="600" dirty="0"/>
                <a:t>nom_lac_amont_6 ()</a:t>
              </a:r>
            </a:p>
            <a:p>
              <a:r>
                <a:rPr lang="fr-CA" sz="600" dirty="0"/>
                <a:t>nom_lac_amont_7 ()</a:t>
              </a:r>
            </a:p>
            <a:p>
              <a:r>
                <a:rPr lang="fr-CA" sz="600" dirty="0"/>
                <a:t>nom_lac_amont_8 ()</a:t>
              </a:r>
            </a:p>
            <a:p>
              <a:r>
                <a:rPr lang="fr-CA" sz="600" dirty="0"/>
                <a:t>nom_lac_amont_9 ()</a:t>
              </a:r>
            </a:p>
            <a:p>
              <a:r>
                <a:rPr lang="fr-CA" sz="600" dirty="0"/>
                <a:t>nom_lac_amont_10 ()</a:t>
              </a:r>
            </a:p>
            <a:p>
              <a:endParaRPr lang="fr-CA" sz="600" dirty="0"/>
            </a:p>
            <a:p>
              <a:r>
                <a:rPr lang="fr-CA" sz="600" dirty="0"/>
                <a:t>nom_charge_rejet_kg_annuel_amont_1</a:t>
              </a:r>
              <a:r>
                <a:rPr lang="fr-CA" sz="500" dirty="0"/>
                <a:t> () </a:t>
              </a:r>
              <a:endParaRPr lang="fr-CA" sz="300" dirty="0"/>
            </a:p>
            <a:p>
              <a:r>
                <a:rPr lang="fr-CA" sz="600" dirty="0"/>
                <a:t>nom_charge_rejet_kg_annuel_amont_2</a:t>
              </a:r>
              <a:r>
                <a:rPr lang="fr-CA" sz="500" dirty="0"/>
                <a:t> () </a:t>
              </a:r>
              <a:endParaRPr lang="fr-CA" sz="300" dirty="0"/>
            </a:p>
            <a:p>
              <a:r>
                <a:rPr lang="fr-CA" sz="600" dirty="0"/>
                <a:t>nom_charge_rejet_kg_annuel_amont_3</a:t>
              </a:r>
              <a:r>
                <a:rPr lang="fr-CA" sz="500" dirty="0"/>
                <a:t> () </a:t>
              </a:r>
              <a:endParaRPr lang="fr-CA" sz="300" dirty="0"/>
            </a:p>
            <a:p>
              <a:r>
                <a:rPr lang="fr-CA" sz="600" dirty="0"/>
                <a:t>nom_charge_rejet_kg_annuel_amont_4</a:t>
              </a:r>
              <a:r>
                <a:rPr lang="fr-CA" sz="500" dirty="0"/>
                <a:t> () </a:t>
              </a:r>
              <a:endParaRPr lang="fr-CA" sz="300" dirty="0"/>
            </a:p>
            <a:p>
              <a:r>
                <a:rPr lang="fr-CA" sz="600" dirty="0"/>
                <a:t>nom_charge_rejet_kg_annuel_amont_5</a:t>
              </a:r>
              <a:r>
                <a:rPr lang="fr-CA" sz="500" dirty="0"/>
                <a:t> () </a:t>
              </a:r>
              <a:endParaRPr lang="fr-CA" sz="300" dirty="0"/>
            </a:p>
            <a:p>
              <a:r>
                <a:rPr lang="fr-CA" sz="600" dirty="0"/>
                <a:t>nom_charge_rejet_kg_annuel_amont_6</a:t>
              </a:r>
              <a:r>
                <a:rPr lang="fr-CA" sz="500" dirty="0"/>
                <a:t> () </a:t>
              </a:r>
              <a:endParaRPr lang="fr-CA" sz="300" dirty="0"/>
            </a:p>
            <a:p>
              <a:r>
                <a:rPr lang="fr-CA" sz="600" dirty="0"/>
                <a:t>nom_charge_rejet_kg_annuel_amont_7</a:t>
              </a:r>
              <a:r>
                <a:rPr lang="fr-CA" sz="500" dirty="0"/>
                <a:t> () </a:t>
              </a:r>
              <a:endParaRPr lang="fr-CA" sz="300" dirty="0"/>
            </a:p>
            <a:p>
              <a:r>
                <a:rPr lang="fr-CA" sz="600" dirty="0"/>
                <a:t>nom_charge_rejet_kg_annuel_amont_8</a:t>
              </a:r>
              <a:r>
                <a:rPr lang="fr-CA" sz="500" dirty="0"/>
                <a:t> () </a:t>
              </a:r>
              <a:endParaRPr lang="fr-CA" sz="300" dirty="0"/>
            </a:p>
            <a:p>
              <a:r>
                <a:rPr lang="fr-CA" sz="600" dirty="0"/>
                <a:t>nom_charge_rejet_kg_annuel_amont_9</a:t>
              </a:r>
              <a:r>
                <a:rPr lang="fr-CA" sz="500" dirty="0"/>
                <a:t> () </a:t>
              </a:r>
              <a:endParaRPr lang="fr-CA" sz="300" dirty="0"/>
            </a:p>
            <a:p>
              <a:r>
                <a:rPr lang="fr-CA" sz="600" dirty="0"/>
                <a:t>nom_charge_rejet_kg_annuel_amont_10</a:t>
              </a:r>
              <a:r>
                <a:rPr lang="fr-CA" sz="500" dirty="0"/>
                <a:t> () </a:t>
              </a:r>
              <a:endParaRPr lang="fr-CA" sz="300" dirty="0"/>
            </a:p>
          </p:txBody>
        </p:sp>
        <p:sp>
          <p:nvSpPr>
            <p:cNvPr id="338" name="ZoneTexte 337">
              <a:extLst>
                <a:ext uri="{FF2B5EF4-FFF2-40B4-BE49-F238E27FC236}">
                  <a16:creationId xmlns:a16="http://schemas.microsoft.com/office/drawing/2014/main" id="{804C74D8-44B9-96B2-65DC-E89F560D7AE8}"/>
                </a:ext>
              </a:extLst>
            </p:cNvPr>
            <p:cNvSpPr txBox="1"/>
            <p:nvPr/>
          </p:nvSpPr>
          <p:spPr>
            <a:xfrm>
              <a:off x="9019484" y="3838676"/>
              <a:ext cx="1393540" cy="2031325"/>
            </a:xfrm>
            <a:prstGeom prst="rect">
              <a:avLst/>
            </a:prstGeom>
            <a:noFill/>
          </p:spPr>
          <p:txBody>
            <a:bodyPr wrap="square" rtlCol="0">
              <a:spAutoFit/>
            </a:bodyPr>
            <a:lstStyle/>
            <a:p>
              <a:r>
                <a:rPr lang="fr-CA" sz="600" dirty="0"/>
                <a:t>nom_charge_ponctuelle_1 ()</a:t>
              </a:r>
            </a:p>
            <a:p>
              <a:r>
                <a:rPr lang="fr-CA" sz="600" dirty="0"/>
                <a:t>nom_charge_ponctuelle_2 ()</a:t>
              </a:r>
            </a:p>
            <a:p>
              <a:r>
                <a:rPr lang="fr-CA" sz="600" dirty="0"/>
                <a:t>nom_charge_ponctuelle_3 ()</a:t>
              </a:r>
            </a:p>
            <a:p>
              <a:r>
                <a:rPr lang="fr-CA" sz="600" dirty="0"/>
                <a:t>nom_charge_ponctuelle_4 ()</a:t>
              </a:r>
            </a:p>
            <a:p>
              <a:r>
                <a:rPr lang="fr-CA" sz="600" dirty="0"/>
                <a:t>nom_charge_ponctuelle_5 ()</a:t>
              </a:r>
            </a:p>
            <a:p>
              <a:r>
                <a:rPr lang="fr-CA" sz="600" dirty="0"/>
                <a:t>nom_charge_ponctuelle_6 ()</a:t>
              </a:r>
            </a:p>
            <a:p>
              <a:r>
                <a:rPr lang="fr-CA" sz="600" dirty="0"/>
                <a:t>nom_charge_ponctuelle_7 ()</a:t>
              </a:r>
            </a:p>
            <a:p>
              <a:r>
                <a:rPr lang="fr-CA" sz="600" dirty="0"/>
                <a:t>nom_charge_ponctuelle_8 ()</a:t>
              </a:r>
            </a:p>
            <a:p>
              <a:r>
                <a:rPr lang="fr-CA" sz="600" dirty="0"/>
                <a:t>nom_charge_ponctuelle_9 ()</a:t>
              </a:r>
            </a:p>
            <a:p>
              <a:r>
                <a:rPr lang="fr-CA" sz="600" dirty="0"/>
                <a:t>nom_charge_ponctuelle_10 ()</a:t>
              </a:r>
            </a:p>
            <a:p>
              <a:endParaRPr lang="fr-CA" sz="600" dirty="0"/>
            </a:p>
            <a:p>
              <a:r>
                <a:rPr lang="fr-CA" sz="600" dirty="0"/>
                <a:t>charge_rejet_kg_annuel_amont_1</a:t>
              </a:r>
              <a:r>
                <a:rPr lang="fr-CA" sz="500" dirty="0"/>
                <a:t> ()</a:t>
              </a:r>
              <a:endParaRPr lang="fr-CA" sz="600" dirty="0"/>
            </a:p>
            <a:p>
              <a:r>
                <a:rPr lang="fr-CA" sz="600" dirty="0"/>
                <a:t>charge_rejet_kg_annuel_amont_2</a:t>
              </a:r>
              <a:r>
                <a:rPr lang="fr-CA" sz="500" dirty="0"/>
                <a:t> ()</a:t>
              </a:r>
              <a:endParaRPr lang="fr-CA" sz="600" dirty="0"/>
            </a:p>
            <a:p>
              <a:r>
                <a:rPr lang="fr-CA" sz="600" dirty="0"/>
                <a:t>charge_rejet_kg_annuel_amont_3</a:t>
              </a:r>
              <a:r>
                <a:rPr lang="fr-CA" sz="500" dirty="0"/>
                <a:t> ()</a:t>
              </a:r>
              <a:endParaRPr lang="fr-CA" sz="600" dirty="0"/>
            </a:p>
            <a:p>
              <a:r>
                <a:rPr lang="fr-CA" sz="600" dirty="0"/>
                <a:t>charge_rejet_kg_annuel_amont_4</a:t>
              </a:r>
              <a:r>
                <a:rPr lang="fr-CA" sz="500" dirty="0"/>
                <a:t> ()</a:t>
              </a:r>
              <a:endParaRPr lang="fr-CA" sz="600" dirty="0"/>
            </a:p>
            <a:p>
              <a:r>
                <a:rPr lang="fr-CA" sz="600" dirty="0"/>
                <a:t>charge_rejet_kg_annuel_amont_5</a:t>
              </a:r>
              <a:r>
                <a:rPr lang="fr-CA" sz="500" dirty="0"/>
                <a:t> ()</a:t>
              </a:r>
              <a:endParaRPr lang="fr-CA" sz="600" dirty="0"/>
            </a:p>
            <a:p>
              <a:r>
                <a:rPr lang="fr-CA" sz="600" dirty="0"/>
                <a:t>charge_rejet_kg_annuel_amont_6</a:t>
              </a:r>
              <a:r>
                <a:rPr lang="fr-CA" sz="500" dirty="0"/>
                <a:t> ()</a:t>
              </a:r>
              <a:endParaRPr lang="fr-CA" sz="600" dirty="0"/>
            </a:p>
            <a:p>
              <a:r>
                <a:rPr lang="fr-CA" sz="600" dirty="0"/>
                <a:t>charge_rejet_kg_annuel_amont_7</a:t>
              </a:r>
              <a:r>
                <a:rPr lang="fr-CA" sz="500" dirty="0"/>
                <a:t> ()</a:t>
              </a:r>
              <a:endParaRPr lang="fr-CA" sz="600" dirty="0"/>
            </a:p>
            <a:p>
              <a:r>
                <a:rPr lang="fr-CA" sz="600" dirty="0"/>
                <a:t>charge_rejet_kg_annuel_amont_8</a:t>
              </a:r>
              <a:r>
                <a:rPr lang="fr-CA" sz="500" dirty="0"/>
                <a:t> ()</a:t>
              </a:r>
              <a:endParaRPr lang="fr-CA" sz="600" dirty="0"/>
            </a:p>
            <a:p>
              <a:r>
                <a:rPr lang="fr-CA" sz="600" dirty="0"/>
                <a:t>charge_rejet_kg_annuel_amont_9</a:t>
              </a:r>
              <a:r>
                <a:rPr lang="fr-CA" sz="500" dirty="0"/>
                <a:t> ()</a:t>
              </a:r>
              <a:endParaRPr lang="fr-CA" sz="600" dirty="0"/>
            </a:p>
            <a:p>
              <a:r>
                <a:rPr lang="fr-CA" sz="600" dirty="0"/>
                <a:t>charge_rejet_kg_annuel_amont_10</a:t>
              </a:r>
              <a:r>
                <a:rPr lang="fr-CA" sz="500" dirty="0"/>
                <a:t> ()</a:t>
              </a:r>
              <a:endParaRPr lang="fr-CA" sz="600" dirty="0"/>
            </a:p>
          </p:txBody>
        </p:sp>
        <p:grpSp>
          <p:nvGrpSpPr>
            <p:cNvPr id="343" name="Groupe 342">
              <a:extLst>
                <a:ext uri="{FF2B5EF4-FFF2-40B4-BE49-F238E27FC236}">
                  <a16:creationId xmlns:a16="http://schemas.microsoft.com/office/drawing/2014/main" id="{7356A288-4466-F4A8-5B26-4557D4C24F78}"/>
                </a:ext>
              </a:extLst>
            </p:cNvPr>
            <p:cNvGrpSpPr/>
            <p:nvPr/>
          </p:nvGrpSpPr>
          <p:grpSpPr>
            <a:xfrm>
              <a:off x="9289360" y="2833411"/>
              <a:ext cx="665310" cy="234536"/>
              <a:chOff x="9213673" y="2065803"/>
              <a:chExt cx="665310" cy="234536"/>
            </a:xfrm>
          </p:grpSpPr>
          <p:pic>
            <p:nvPicPr>
              <p:cNvPr id="339" name="Image 338">
                <a:extLst>
                  <a:ext uri="{FF2B5EF4-FFF2-40B4-BE49-F238E27FC236}">
                    <a16:creationId xmlns:a16="http://schemas.microsoft.com/office/drawing/2014/main" id="{A7918240-6557-D5BB-093D-61AB6DC7BE4C}"/>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342" name="ZoneTexte 341">
                <a:extLst>
                  <a:ext uri="{FF2B5EF4-FFF2-40B4-BE49-F238E27FC236}">
                    <a16:creationId xmlns:a16="http://schemas.microsoft.com/office/drawing/2014/main" id="{A01DEA4A-0785-660A-B5FE-28DFE9218E3D}"/>
                  </a:ext>
                </a:extLst>
              </p:cNvPr>
              <p:cNvSpPr txBox="1"/>
              <p:nvPr/>
            </p:nvSpPr>
            <p:spPr>
              <a:xfrm>
                <a:off x="9344699" y="2101327"/>
                <a:ext cx="534284" cy="184666"/>
              </a:xfrm>
              <a:prstGeom prst="rect">
                <a:avLst/>
              </a:prstGeom>
              <a:noFill/>
            </p:spPr>
            <p:txBody>
              <a:bodyPr wrap="square" rtlCol="0">
                <a:spAutoFit/>
              </a:bodyPr>
              <a:lstStyle/>
              <a:p>
                <a:r>
                  <a:rPr lang="fr-CA" sz="600" dirty="0" err="1"/>
                  <a:t>nom_lac</a:t>
                </a:r>
                <a:r>
                  <a:rPr lang="fr-CA" sz="600" dirty="0"/>
                  <a:t>()</a:t>
                </a:r>
              </a:p>
            </p:txBody>
          </p:sp>
        </p:grpSp>
        <p:grpSp>
          <p:nvGrpSpPr>
            <p:cNvPr id="344" name="Groupe 343">
              <a:extLst>
                <a:ext uri="{FF2B5EF4-FFF2-40B4-BE49-F238E27FC236}">
                  <a16:creationId xmlns:a16="http://schemas.microsoft.com/office/drawing/2014/main" id="{6BF42204-7E70-BAA2-4B8E-504D5747AE9B}"/>
                </a:ext>
              </a:extLst>
            </p:cNvPr>
            <p:cNvGrpSpPr/>
            <p:nvPr/>
          </p:nvGrpSpPr>
          <p:grpSpPr>
            <a:xfrm>
              <a:off x="9332030" y="3154642"/>
              <a:ext cx="665310" cy="234536"/>
              <a:chOff x="9213673" y="2065803"/>
              <a:chExt cx="665310" cy="234536"/>
            </a:xfrm>
          </p:grpSpPr>
          <p:pic>
            <p:nvPicPr>
              <p:cNvPr id="345" name="Image 344">
                <a:extLst>
                  <a:ext uri="{FF2B5EF4-FFF2-40B4-BE49-F238E27FC236}">
                    <a16:creationId xmlns:a16="http://schemas.microsoft.com/office/drawing/2014/main" id="{16434935-D7C8-3F22-06A1-48A28248BF08}"/>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346" name="ZoneTexte 345">
                <a:extLst>
                  <a:ext uri="{FF2B5EF4-FFF2-40B4-BE49-F238E27FC236}">
                    <a16:creationId xmlns:a16="http://schemas.microsoft.com/office/drawing/2014/main" id="{47938533-1D19-35C8-0BDD-9A1208D4F547}"/>
                  </a:ext>
                </a:extLst>
              </p:cNvPr>
              <p:cNvSpPr txBox="1"/>
              <p:nvPr/>
            </p:nvSpPr>
            <p:spPr>
              <a:xfrm>
                <a:off x="9344699" y="2101327"/>
                <a:ext cx="534284" cy="184666"/>
              </a:xfrm>
              <a:prstGeom prst="rect">
                <a:avLst/>
              </a:prstGeom>
              <a:noFill/>
            </p:spPr>
            <p:txBody>
              <a:bodyPr wrap="square" rtlCol="0">
                <a:spAutoFit/>
              </a:bodyPr>
              <a:lstStyle/>
              <a:p>
                <a:r>
                  <a:rPr lang="fr-CA" sz="600" dirty="0" err="1"/>
                  <a:t>no_lce</a:t>
                </a:r>
                <a:r>
                  <a:rPr lang="fr-CA" sz="600" dirty="0"/>
                  <a:t>()</a:t>
                </a:r>
              </a:p>
            </p:txBody>
          </p:sp>
        </p:grpSp>
        <p:cxnSp>
          <p:nvCxnSpPr>
            <p:cNvPr id="347" name="Straight Arrow Connector 268">
              <a:extLst>
                <a:ext uri="{FF2B5EF4-FFF2-40B4-BE49-F238E27FC236}">
                  <a16:creationId xmlns:a16="http://schemas.microsoft.com/office/drawing/2014/main" id="{4532E310-9DD7-ABB8-6CFC-3B0E6C8971E5}"/>
                </a:ext>
              </a:extLst>
            </p:cNvPr>
            <p:cNvCxnSpPr>
              <a:cxnSpLocks/>
            </p:cNvCxnSpPr>
            <p:nvPr/>
          </p:nvCxnSpPr>
          <p:spPr>
            <a:xfrm rot="16200000" flipH="1">
              <a:off x="8980315" y="3348513"/>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352" name="ZoneTexte 351">
              <a:extLst>
                <a:ext uri="{FF2B5EF4-FFF2-40B4-BE49-F238E27FC236}">
                  <a16:creationId xmlns:a16="http://schemas.microsoft.com/office/drawing/2014/main" id="{D26378FF-DF5B-082E-CB7B-8CE503BAC8EB}"/>
                </a:ext>
              </a:extLst>
            </p:cNvPr>
            <p:cNvSpPr txBox="1"/>
            <p:nvPr/>
          </p:nvSpPr>
          <p:spPr>
            <a:xfrm>
              <a:off x="8749688" y="3419368"/>
              <a:ext cx="534284" cy="184666"/>
            </a:xfrm>
            <a:prstGeom prst="rect">
              <a:avLst/>
            </a:prstGeom>
            <a:noFill/>
          </p:spPr>
          <p:txBody>
            <a:bodyPr wrap="square" rtlCol="0">
              <a:spAutoFit/>
            </a:bodyPr>
            <a:lstStyle/>
            <a:p>
              <a:r>
                <a:rPr lang="fr-CA" sz="600" dirty="0"/>
                <a:t>Etc…</a:t>
              </a:r>
            </a:p>
          </p:txBody>
        </p:sp>
      </p:grpSp>
      <p:sp>
        <p:nvSpPr>
          <p:cNvPr id="353" name="ZoneTexte 352">
            <a:extLst>
              <a:ext uri="{FF2B5EF4-FFF2-40B4-BE49-F238E27FC236}">
                <a16:creationId xmlns:a16="http://schemas.microsoft.com/office/drawing/2014/main" id="{1A72D3F3-775B-A363-18B4-1EC2B04E8D3B}"/>
              </a:ext>
            </a:extLst>
          </p:cNvPr>
          <p:cNvSpPr txBox="1"/>
          <p:nvPr/>
        </p:nvSpPr>
        <p:spPr>
          <a:xfrm>
            <a:off x="8842844" y="360839"/>
            <a:ext cx="1807076" cy="400110"/>
          </a:xfrm>
          <a:prstGeom prst="rect">
            <a:avLst/>
          </a:prstGeom>
          <a:noFill/>
        </p:spPr>
        <p:txBody>
          <a:bodyPr wrap="square" rtlCol="0">
            <a:spAutoFit/>
          </a:bodyPr>
          <a:lstStyle/>
          <a:p>
            <a:r>
              <a:rPr lang="fr-CA" sz="600" dirty="0"/>
              <a:t>Une liste de réactifs, </a:t>
            </a:r>
          </a:p>
          <a:p>
            <a:r>
              <a:rPr lang="fr-CA" sz="600" dirty="0"/>
              <a:t>Accessible par</a:t>
            </a:r>
          </a:p>
          <a:p>
            <a:r>
              <a:rPr lang="fr-CA" sz="800" dirty="0"/>
              <a:t>lac1_param_reactifs()$</a:t>
            </a:r>
            <a:r>
              <a:rPr lang="fr-CA" sz="800" dirty="0" err="1"/>
              <a:t>pt_mes</a:t>
            </a:r>
            <a:r>
              <a:rPr lang="fr-CA" sz="800" dirty="0"/>
              <a:t>()</a:t>
            </a:r>
            <a:endParaRPr lang="fr-CA" sz="600" dirty="0"/>
          </a:p>
        </p:txBody>
      </p:sp>
      <p:cxnSp>
        <p:nvCxnSpPr>
          <p:cNvPr id="355" name="Straight Arrow Connector 268">
            <a:extLst>
              <a:ext uri="{FF2B5EF4-FFF2-40B4-BE49-F238E27FC236}">
                <a16:creationId xmlns:a16="http://schemas.microsoft.com/office/drawing/2014/main" id="{26EA52B5-3A8C-48ED-B705-46AA0DD5ADCD}"/>
              </a:ext>
            </a:extLst>
          </p:cNvPr>
          <p:cNvCxnSpPr>
            <a:cxnSpLocks/>
            <a:stCxn id="51" idx="3"/>
            <a:endCxn id="33" idx="1"/>
          </p:cNvCxnSpPr>
          <p:nvPr/>
        </p:nvCxnSpPr>
        <p:spPr>
          <a:xfrm>
            <a:off x="5557936" y="1276735"/>
            <a:ext cx="3281161" cy="128732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69" name="Groupe 68">
            <a:extLst>
              <a:ext uri="{FF2B5EF4-FFF2-40B4-BE49-F238E27FC236}">
                <a16:creationId xmlns:a16="http://schemas.microsoft.com/office/drawing/2014/main" id="{B7FF72A3-68C9-35A0-507A-7EF28745DBD6}"/>
              </a:ext>
            </a:extLst>
          </p:cNvPr>
          <p:cNvGrpSpPr/>
          <p:nvPr/>
        </p:nvGrpSpPr>
        <p:grpSpPr>
          <a:xfrm>
            <a:off x="6532718" y="1206420"/>
            <a:ext cx="805276" cy="234536"/>
            <a:chOff x="7383238" y="1573595"/>
            <a:chExt cx="805276" cy="234536"/>
          </a:xfrm>
        </p:grpSpPr>
        <p:sp>
          <p:nvSpPr>
            <p:cNvPr id="71" name="Rectangle: Rounded Corners 292">
              <a:extLst>
                <a:ext uri="{FF2B5EF4-FFF2-40B4-BE49-F238E27FC236}">
                  <a16:creationId xmlns:a16="http://schemas.microsoft.com/office/drawing/2014/main" id="{E8E98200-FB42-138C-71AA-BF85A3A4A8C5}"/>
                </a:ext>
              </a:extLst>
            </p:cNvPr>
            <p:cNvSpPr/>
            <p:nvPr/>
          </p:nvSpPr>
          <p:spPr>
            <a:xfrm>
              <a:off x="7383238" y="1577275"/>
              <a:ext cx="805276"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70" name="Groupe 69">
              <a:extLst>
                <a:ext uri="{FF2B5EF4-FFF2-40B4-BE49-F238E27FC236}">
                  <a16:creationId xmlns:a16="http://schemas.microsoft.com/office/drawing/2014/main" id="{093B1D28-BB0F-00E1-6AD9-42C544BF2C44}"/>
                </a:ext>
              </a:extLst>
            </p:cNvPr>
            <p:cNvGrpSpPr/>
            <p:nvPr/>
          </p:nvGrpSpPr>
          <p:grpSpPr>
            <a:xfrm>
              <a:off x="7486348" y="1573595"/>
              <a:ext cx="701673" cy="234536"/>
              <a:chOff x="814800" y="3911539"/>
              <a:chExt cx="701673" cy="234536"/>
            </a:xfrm>
          </p:grpSpPr>
          <p:sp>
            <p:nvSpPr>
              <p:cNvPr id="72" name="TextBox 132">
                <a:extLst>
                  <a:ext uri="{FF2B5EF4-FFF2-40B4-BE49-F238E27FC236}">
                    <a16:creationId xmlns:a16="http://schemas.microsoft.com/office/drawing/2014/main" id="{BFEDF8BD-6C01-D6EC-F24D-17274325E99D}"/>
                  </a:ext>
                </a:extLst>
              </p:cNvPr>
              <p:cNvSpPr txBox="1"/>
              <p:nvPr/>
            </p:nvSpPr>
            <p:spPr>
              <a:xfrm>
                <a:off x="955705" y="3950299"/>
                <a:ext cx="560768" cy="169277"/>
              </a:xfrm>
              <a:prstGeom prst="rect">
                <a:avLst/>
              </a:prstGeom>
              <a:noFill/>
            </p:spPr>
            <p:txBody>
              <a:bodyPr wrap="square" rtlCol="0">
                <a:spAutoFit/>
              </a:bodyPr>
              <a:lstStyle/>
              <a:p>
                <a:r>
                  <a:rPr lang="fr-CA" sz="500" dirty="0" err="1"/>
                  <a:t>percent_aqua</a:t>
                </a:r>
                <a:endParaRPr lang="fr-CA" sz="500" dirty="0"/>
              </a:p>
            </p:txBody>
          </p:sp>
          <p:pic>
            <p:nvPicPr>
              <p:cNvPr id="73" name="Image 72">
                <a:extLst>
                  <a:ext uri="{FF2B5EF4-FFF2-40B4-BE49-F238E27FC236}">
                    <a16:creationId xmlns:a16="http://schemas.microsoft.com/office/drawing/2014/main" id="{78799FB4-B5C8-2B85-396E-4AA371CB6995}"/>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74" name="Groupe 73">
            <a:extLst>
              <a:ext uri="{FF2B5EF4-FFF2-40B4-BE49-F238E27FC236}">
                <a16:creationId xmlns:a16="http://schemas.microsoft.com/office/drawing/2014/main" id="{E4E7D18A-9367-7F41-FECC-59ED7CB56EE0}"/>
              </a:ext>
            </a:extLst>
          </p:cNvPr>
          <p:cNvGrpSpPr/>
          <p:nvPr/>
        </p:nvGrpSpPr>
        <p:grpSpPr>
          <a:xfrm>
            <a:off x="6532718" y="1428676"/>
            <a:ext cx="805276" cy="234536"/>
            <a:chOff x="7383238" y="1573595"/>
            <a:chExt cx="805276" cy="234536"/>
          </a:xfrm>
        </p:grpSpPr>
        <p:sp>
          <p:nvSpPr>
            <p:cNvPr id="76" name="Rectangle: Rounded Corners 292">
              <a:extLst>
                <a:ext uri="{FF2B5EF4-FFF2-40B4-BE49-F238E27FC236}">
                  <a16:creationId xmlns:a16="http://schemas.microsoft.com/office/drawing/2014/main" id="{FB2D45DD-5716-E2E8-DFAA-B18912634F56}"/>
                </a:ext>
              </a:extLst>
            </p:cNvPr>
            <p:cNvSpPr/>
            <p:nvPr/>
          </p:nvSpPr>
          <p:spPr>
            <a:xfrm>
              <a:off x="7383238" y="1577275"/>
              <a:ext cx="805276"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75" name="Groupe 74">
              <a:extLst>
                <a:ext uri="{FF2B5EF4-FFF2-40B4-BE49-F238E27FC236}">
                  <a16:creationId xmlns:a16="http://schemas.microsoft.com/office/drawing/2014/main" id="{761EE829-337A-65E6-C4BB-64ECBB792475}"/>
                </a:ext>
              </a:extLst>
            </p:cNvPr>
            <p:cNvGrpSpPr/>
            <p:nvPr/>
          </p:nvGrpSpPr>
          <p:grpSpPr>
            <a:xfrm>
              <a:off x="7486348" y="1573595"/>
              <a:ext cx="658641" cy="234536"/>
              <a:chOff x="814800" y="3911539"/>
              <a:chExt cx="658641" cy="234536"/>
            </a:xfrm>
          </p:grpSpPr>
          <p:sp>
            <p:nvSpPr>
              <p:cNvPr id="77" name="TextBox 132">
                <a:extLst>
                  <a:ext uri="{FF2B5EF4-FFF2-40B4-BE49-F238E27FC236}">
                    <a16:creationId xmlns:a16="http://schemas.microsoft.com/office/drawing/2014/main" id="{545326EA-4B46-E22B-1469-944C40C81520}"/>
                  </a:ext>
                </a:extLst>
              </p:cNvPr>
              <p:cNvSpPr txBox="1"/>
              <p:nvPr/>
            </p:nvSpPr>
            <p:spPr>
              <a:xfrm>
                <a:off x="955704" y="3950299"/>
                <a:ext cx="517737" cy="169277"/>
              </a:xfrm>
              <a:prstGeom prst="rect">
                <a:avLst/>
              </a:prstGeom>
              <a:noFill/>
            </p:spPr>
            <p:txBody>
              <a:bodyPr wrap="square" rtlCol="0">
                <a:spAutoFit/>
              </a:bodyPr>
              <a:lstStyle/>
              <a:p>
                <a:r>
                  <a:rPr lang="fr-CA" sz="500" dirty="0" err="1"/>
                  <a:t>percent_mh</a:t>
                </a:r>
                <a:endParaRPr lang="fr-CA" sz="500" dirty="0"/>
              </a:p>
            </p:txBody>
          </p:sp>
          <p:pic>
            <p:nvPicPr>
              <p:cNvPr id="78" name="Image 77">
                <a:extLst>
                  <a:ext uri="{FF2B5EF4-FFF2-40B4-BE49-F238E27FC236}">
                    <a16:creationId xmlns:a16="http://schemas.microsoft.com/office/drawing/2014/main" id="{67B076C8-B4B0-1059-4E1A-A0C804BAC855}"/>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79" name="Groupe 78">
            <a:extLst>
              <a:ext uri="{FF2B5EF4-FFF2-40B4-BE49-F238E27FC236}">
                <a16:creationId xmlns:a16="http://schemas.microsoft.com/office/drawing/2014/main" id="{E4C72820-38D9-FD94-49E3-E9677F79718E}"/>
              </a:ext>
            </a:extLst>
          </p:cNvPr>
          <p:cNvGrpSpPr/>
          <p:nvPr/>
        </p:nvGrpSpPr>
        <p:grpSpPr>
          <a:xfrm>
            <a:off x="6532718" y="1650932"/>
            <a:ext cx="807114" cy="234536"/>
            <a:chOff x="7383237" y="1573595"/>
            <a:chExt cx="807114" cy="234536"/>
          </a:xfrm>
        </p:grpSpPr>
        <p:sp>
          <p:nvSpPr>
            <p:cNvPr id="81" name="Rectangle: Rounded Corners 292">
              <a:extLst>
                <a:ext uri="{FF2B5EF4-FFF2-40B4-BE49-F238E27FC236}">
                  <a16:creationId xmlns:a16="http://schemas.microsoft.com/office/drawing/2014/main" id="{CFCF0E62-B805-0728-4CDC-68676579D84A}"/>
                </a:ext>
              </a:extLst>
            </p:cNvPr>
            <p:cNvSpPr/>
            <p:nvPr/>
          </p:nvSpPr>
          <p:spPr>
            <a:xfrm>
              <a:off x="7383237" y="1577275"/>
              <a:ext cx="805277"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80" name="Groupe 79">
              <a:extLst>
                <a:ext uri="{FF2B5EF4-FFF2-40B4-BE49-F238E27FC236}">
                  <a16:creationId xmlns:a16="http://schemas.microsoft.com/office/drawing/2014/main" id="{B0DEA712-8E07-E4C3-1A7E-949D23125D2E}"/>
                </a:ext>
              </a:extLst>
            </p:cNvPr>
            <p:cNvGrpSpPr/>
            <p:nvPr/>
          </p:nvGrpSpPr>
          <p:grpSpPr>
            <a:xfrm>
              <a:off x="7486348" y="1573595"/>
              <a:ext cx="704003" cy="234536"/>
              <a:chOff x="814800" y="3911539"/>
              <a:chExt cx="704003" cy="234536"/>
            </a:xfrm>
          </p:grpSpPr>
          <p:sp>
            <p:nvSpPr>
              <p:cNvPr id="82" name="TextBox 132">
                <a:extLst>
                  <a:ext uri="{FF2B5EF4-FFF2-40B4-BE49-F238E27FC236}">
                    <a16:creationId xmlns:a16="http://schemas.microsoft.com/office/drawing/2014/main" id="{2CB68D4F-D46E-C1B7-E85D-D2B58DF21B43}"/>
                  </a:ext>
                </a:extLst>
              </p:cNvPr>
              <p:cNvSpPr txBox="1"/>
              <p:nvPr/>
            </p:nvSpPr>
            <p:spPr>
              <a:xfrm>
                <a:off x="955705" y="3950299"/>
                <a:ext cx="563098" cy="169277"/>
              </a:xfrm>
              <a:prstGeom prst="rect">
                <a:avLst/>
              </a:prstGeom>
              <a:noFill/>
            </p:spPr>
            <p:txBody>
              <a:bodyPr wrap="square" rtlCol="0">
                <a:spAutoFit/>
              </a:bodyPr>
              <a:lstStyle/>
              <a:p>
                <a:r>
                  <a:rPr lang="fr-CA" sz="500" dirty="0" err="1"/>
                  <a:t>percent_foret</a:t>
                </a:r>
                <a:endParaRPr lang="fr-CA" sz="500" dirty="0"/>
              </a:p>
            </p:txBody>
          </p:sp>
          <p:pic>
            <p:nvPicPr>
              <p:cNvPr id="83" name="Image 82">
                <a:extLst>
                  <a:ext uri="{FF2B5EF4-FFF2-40B4-BE49-F238E27FC236}">
                    <a16:creationId xmlns:a16="http://schemas.microsoft.com/office/drawing/2014/main" id="{64D3CF4C-1710-9024-9335-53350263A41B}"/>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84" name="Groupe 83">
            <a:extLst>
              <a:ext uri="{FF2B5EF4-FFF2-40B4-BE49-F238E27FC236}">
                <a16:creationId xmlns:a16="http://schemas.microsoft.com/office/drawing/2014/main" id="{65102433-F940-17D0-FD89-32AFA82D16DA}"/>
              </a:ext>
            </a:extLst>
          </p:cNvPr>
          <p:cNvGrpSpPr/>
          <p:nvPr/>
        </p:nvGrpSpPr>
        <p:grpSpPr>
          <a:xfrm>
            <a:off x="6532718" y="1873188"/>
            <a:ext cx="834008" cy="234536"/>
            <a:chOff x="7383237" y="1573595"/>
            <a:chExt cx="834008" cy="234536"/>
          </a:xfrm>
        </p:grpSpPr>
        <p:sp>
          <p:nvSpPr>
            <p:cNvPr id="86" name="Rectangle: Rounded Corners 292">
              <a:extLst>
                <a:ext uri="{FF2B5EF4-FFF2-40B4-BE49-F238E27FC236}">
                  <a16:creationId xmlns:a16="http://schemas.microsoft.com/office/drawing/2014/main" id="{1AD16768-AED4-003C-1161-BA5D7A1DAEAE}"/>
                </a:ext>
              </a:extLst>
            </p:cNvPr>
            <p:cNvSpPr/>
            <p:nvPr/>
          </p:nvSpPr>
          <p:spPr>
            <a:xfrm>
              <a:off x="7383237" y="1577275"/>
              <a:ext cx="805277"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85" name="Groupe 84">
              <a:extLst>
                <a:ext uri="{FF2B5EF4-FFF2-40B4-BE49-F238E27FC236}">
                  <a16:creationId xmlns:a16="http://schemas.microsoft.com/office/drawing/2014/main" id="{DEA74706-5F5A-A2A4-E01E-C6B7D76FF1A2}"/>
                </a:ext>
              </a:extLst>
            </p:cNvPr>
            <p:cNvGrpSpPr/>
            <p:nvPr/>
          </p:nvGrpSpPr>
          <p:grpSpPr>
            <a:xfrm>
              <a:off x="7486348" y="1573595"/>
              <a:ext cx="730897" cy="234536"/>
              <a:chOff x="814800" y="3911539"/>
              <a:chExt cx="730897" cy="234536"/>
            </a:xfrm>
          </p:grpSpPr>
          <p:sp>
            <p:nvSpPr>
              <p:cNvPr id="87" name="TextBox 132">
                <a:extLst>
                  <a:ext uri="{FF2B5EF4-FFF2-40B4-BE49-F238E27FC236}">
                    <a16:creationId xmlns:a16="http://schemas.microsoft.com/office/drawing/2014/main" id="{3F1A963A-A7F1-1CCC-91ED-FA28C8E8679B}"/>
                  </a:ext>
                </a:extLst>
              </p:cNvPr>
              <p:cNvSpPr txBox="1"/>
              <p:nvPr/>
            </p:nvSpPr>
            <p:spPr>
              <a:xfrm>
                <a:off x="955705" y="3950299"/>
                <a:ext cx="589992" cy="169277"/>
              </a:xfrm>
              <a:prstGeom prst="rect">
                <a:avLst/>
              </a:prstGeom>
              <a:noFill/>
            </p:spPr>
            <p:txBody>
              <a:bodyPr wrap="square" rtlCol="0">
                <a:spAutoFit/>
              </a:bodyPr>
              <a:lstStyle/>
              <a:p>
                <a:r>
                  <a:rPr lang="fr-CA" sz="500" dirty="0" err="1"/>
                  <a:t>percent_solnu</a:t>
                </a:r>
                <a:endParaRPr lang="fr-CA" sz="500" dirty="0"/>
              </a:p>
            </p:txBody>
          </p:sp>
          <p:pic>
            <p:nvPicPr>
              <p:cNvPr id="88" name="Image 87">
                <a:extLst>
                  <a:ext uri="{FF2B5EF4-FFF2-40B4-BE49-F238E27FC236}">
                    <a16:creationId xmlns:a16="http://schemas.microsoft.com/office/drawing/2014/main" id="{8A3E7E27-B44D-488F-2375-8C3674A98DEB}"/>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89" name="Groupe 88">
            <a:extLst>
              <a:ext uri="{FF2B5EF4-FFF2-40B4-BE49-F238E27FC236}">
                <a16:creationId xmlns:a16="http://schemas.microsoft.com/office/drawing/2014/main" id="{0D58AFE0-3534-849C-52C8-A52DCD0DCEA3}"/>
              </a:ext>
            </a:extLst>
          </p:cNvPr>
          <p:cNvGrpSpPr/>
          <p:nvPr/>
        </p:nvGrpSpPr>
        <p:grpSpPr>
          <a:xfrm>
            <a:off x="6532718" y="2317700"/>
            <a:ext cx="857085" cy="234536"/>
            <a:chOff x="7383238" y="1573595"/>
            <a:chExt cx="857085" cy="234536"/>
          </a:xfrm>
        </p:grpSpPr>
        <p:sp>
          <p:nvSpPr>
            <p:cNvPr id="91" name="Rectangle: Rounded Corners 292">
              <a:extLst>
                <a:ext uri="{FF2B5EF4-FFF2-40B4-BE49-F238E27FC236}">
                  <a16:creationId xmlns:a16="http://schemas.microsoft.com/office/drawing/2014/main" id="{1940EC21-6FCF-FA5D-23C9-DC632CEEF561}"/>
                </a:ext>
              </a:extLst>
            </p:cNvPr>
            <p:cNvSpPr/>
            <p:nvPr/>
          </p:nvSpPr>
          <p:spPr>
            <a:xfrm>
              <a:off x="7383238" y="1577275"/>
              <a:ext cx="846328"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90" name="Groupe 89">
              <a:extLst>
                <a:ext uri="{FF2B5EF4-FFF2-40B4-BE49-F238E27FC236}">
                  <a16:creationId xmlns:a16="http://schemas.microsoft.com/office/drawing/2014/main" id="{D950BEC7-0122-D036-7620-0D1AA622929F}"/>
                </a:ext>
              </a:extLst>
            </p:cNvPr>
            <p:cNvGrpSpPr/>
            <p:nvPr/>
          </p:nvGrpSpPr>
          <p:grpSpPr>
            <a:xfrm>
              <a:off x="7486348" y="1573595"/>
              <a:ext cx="753975" cy="234536"/>
              <a:chOff x="814800" y="3911539"/>
              <a:chExt cx="753975" cy="234536"/>
            </a:xfrm>
          </p:grpSpPr>
          <p:sp>
            <p:nvSpPr>
              <p:cNvPr id="92" name="TextBox 132">
                <a:extLst>
                  <a:ext uri="{FF2B5EF4-FFF2-40B4-BE49-F238E27FC236}">
                    <a16:creationId xmlns:a16="http://schemas.microsoft.com/office/drawing/2014/main" id="{9C7C2189-9C00-FBA7-351F-ED9B8DF12F96}"/>
                  </a:ext>
                </a:extLst>
              </p:cNvPr>
              <p:cNvSpPr txBox="1"/>
              <p:nvPr/>
            </p:nvSpPr>
            <p:spPr>
              <a:xfrm>
                <a:off x="955704" y="3950299"/>
                <a:ext cx="613071" cy="169277"/>
              </a:xfrm>
              <a:prstGeom prst="rect">
                <a:avLst/>
              </a:prstGeom>
              <a:noFill/>
            </p:spPr>
            <p:txBody>
              <a:bodyPr wrap="square" rtlCol="0">
                <a:spAutoFit/>
              </a:bodyPr>
              <a:lstStyle/>
              <a:p>
                <a:r>
                  <a:rPr lang="fr-CA" sz="500" dirty="0" err="1"/>
                  <a:t>percent_coupe</a:t>
                </a:r>
                <a:endParaRPr lang="fr-CA" sz="500" dirty="0"/>
              </a:p>
            </p:txBody>
          </p:sp>
          <p:pic>
            <p:nvPicPr>
              <p:cNvPr id="93" name="Image 92">
                <a:extLst>
                  <a:ext uri="{FF2B5EF4-FFF2-40B4-BE49-F238E27FC236}">
                    <a16:creationId xmlns:a16="http://schemas.microsoft.com/office/drawing/2014/main" id="{DEC2005E-072B-B8C4-F45F-018A5BA53089}"/>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94" name="Groupe 93">
            <a:extLst>
              <a:ext uri="{FF2B5EF4-FFF2-40B4-BE49-F238E27FC236}">
                <a16:creationId xmlns:a16="http://schemas.microsoft.com/office/drawing/2014/main" id="{BEFCC537-07FB-C818-97A4-9441A74ECFF8}"/>
              </a:ext>
            </a:extLst>
          </p:cNvPr>
          <p:cNvGrpSpPr/>
          <p:nvPr/>
        </p:nvGrpSpPr>
        <p:grpSpPr>
          <a:xfrm>
            <a:off x="6532718" y="2095444"/>
            <a:ext cx="821688" cy="234536"/>
            <a:chOff x="7383238" y="1573595"/>
            <a:chExt cx="821688" cy="234536"/>
          </a:xfrm>
        </p:grpSpPr>
        <p:sp>
          <p:nvSpPr>
            <p:cNvPr id="96" name="Rectangle: Rounded Corners 292">
              <a:extLst>
                <a:ext uri="{FF2B5EF4-FFF2-40B4-BE49-F238E27FC236}">
                  <a16:creationId xmlns:a16="http://schemas.microsoft.com/office/drawing/2014/main" id="{C36570EA-CAA0-EC23-0779-B94ACF4C9DC4}"/>
                </a:ext>
              </a:extLst>
            </p:cNvPr>
            <p:cNvSpPr/>
            <p:nvPr/>
          </p:nvSpPr>
          <p:spPr>
            <a:xfrm>
              <a:off x="7383238" y="1577275"/>
              <a:ext cx="821688"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95" name="Groupe 94">
              <a:extLst>
                <a:ext uri="{FF2B5EF4-FFF2-40B4-BE49-F238E27FC236}">
                  <a16:creationId xmlns:a16="http://schemas.microsoft.com/office/drawing/2014/main" id="{A8EF3970-1540-62F9-CED2-19AECC9223DF}"/>
                </a:ext>
              </a:extLst>
            </p:cNvPr>
            <p:cNvGrpSpPr/>
            <p:nvPr/>
          </p:nvGrpSpPr>
          <p:grpSpPr>
            <a:xfrm>
              <a:off x="7486348" y="1573595"/>
              <a:ext cx="682487" cy="234536"/>
              <a:chOff x="814800" y="3911539"/>
              <a:chExt cx="682487" cy="234536"/>
            </a:xfrm>
          </p:grpSpPr>
          <p:sp>
            <p:nvSpPr>
              <p:cNvPr id="97" name="TextBox 132">
                <a:extLst>
                  <a:ext uri="{FF2B5EF4-FFF2-40B4-BE49-F238E27FC236}">
                    <a16:creationId xmlns:a16="http://schemas.microsoft.com/office/drawing/2014/main" id="{0140A570-959B-15BB-CDA9-B839123A3450}"/>
                  </a:ext>
                </a:extLst>
              </p:cNvPr>
              <p:cNvSpPr txBox="1"/>
              <p:nvPr/>
            </p:nvSpPr>
            <p:spPr>
              <a:xfrm>
                <a:off x="955704" y="3950299"/>
                <a:ext cx="541583" cy="169277"/>
              </a:xfrm>
              <a:prstGeom prst="rect">
                <a:avLst/>
              </a:prstGeom>
              <a:noFill/>
            </p:spPr>
            <p:txBody>
              <a:bodyPr wrap="square" rtlCol="0">
                <a:spAutoFit/>
              </a:bodyPr>
              <a:lstStyle/>
              <a:p>
                <a:r>
                  <a:rPr lang="fr-CA" sz="500" dirty="0" err="1"/>
                  <a:t>percent_agri</a:t>
                </a:r>
                <a:endParaRPr lang="fr-CA" sz="500" dirty="0"/>
              </a:p>
            </p:txBody>
          </p:sp>
          <p:pic>
            <p:nvPicPr>
              <p:cNvPr id="98" name="Image 97">
                <a:extLst>
                  <a:ext uri="{FF2B5EF4-FFF2-40B4-BE49-F238E27FC236}">
                    <a16:creationId xmlns:a16="http://schemas.microsoft.com/office/drawing/2014/main" id="{1A796DC5-16F6-43C9-10A0-771A4CAB2302}"/>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99" name="Groupe 98">
            <a:extLst>
              <a:ext uri="{FF2B5EF4-FFF2-40B4-BE49-F238E27FC236}">
                <a16:creationId xmlns:a16="http://schemas.microsoft.com/office/drawing/2014/main" id="{6D1920AD-314C-6C3F-CC09-9679E156236C}"/>
              </a:ext>
            </a:extLst>
          </p:cNvPr>
          <p:cNvGrpSpPr/>
          <p:nvPr/>
        </p:nvGrpSpPr>
        <p:grpSpPr>
          <a:xfrm>
            <a:off x="6532718" y="2539956"/>
            <a:ext cx="854756" cy="234536"/>
            <a:chOff x="7383238" y="1573595"/>
            <a:chExt cx="854756" cy="234536"/>
          </a:xfrm>
        </p:grpSpPr>
        <p:sp>
          <p:nvSpPr>
            <p:cNvPr id="101" name="Rectangle: Rounded Corners 292">
              <a:extLst>
                <a:ext uri="{FF2B5EF4-FFF2-40B4-BE49-F238E27FC236}">
                  <a16:creationId xmlns:a16="http://schemas.microsoft.com/office/drawing/2014/main" id="{81D70BDE-19CA-0FDD-F6A6-F5CF938380E4}"/>
                </a:ext>
              </a:extLst>
            </p:cNvPr>
            <p:cNvSpPr/>
            <p:nvPr/>
          </p:nvSpPr>
          <p:spPr>
            <a:xfrm>
              <a:off x="7383238" y="1577275"/>
              <a:ext cx="854756"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00" name="Groupe 99">
              <a:extLst>
                <a:ext uri="{FF2B5EF4-FFF2-40B4-BE49-F238E27FC236}">
                  <a16:creationId xmlns:a16="http://schemas.microsoft.com/office/drawing/2014/main" id="{F7E6C4EF-57B1-6418-E55E-6511BFE3CFAC}"/>
                </a:ext>
              </a:extLst>
            </p:cNvPr>
            <p:cNvGrpSpPr/>
            <p:nvPr/>
          </p:nvGrpSpPr>
          <p:grpSpPr>
            <a:xfrm>
              <a:off x="7486348" y="1573595"/>
              <a:ext cx="751645" cy="234536"/>
              <a:chOff x="814800" y="3911539"/>
              <a:chExt cx="751645" cy="234536"/>
            </a:xfrm>
          </p:grpSpPr>
          <p:sp>
            <p:nvSpPr>
              <p:cNvPr id="102" name="TextBox 132">
                <a:extLst>
                  <a:ext uri="{FF2B5EF4-FFF2-40B4-BE49-F238E27FC236}">
                    <a16:creationId xmlns:a16="http://schemas.microsoft.com/office/drawing/2014/main" id="{C1708CC9-82AE-F29F-C730-7E08BB34C24E}"/>
                  </a:ext>
                </a:extLst>
              </p:cNvPr>
              <p:cNvSpPr txBox="1"/>
              <p:nvPr/>
            </p:nvSpPr>
            <p:spPr>
              <a:xfrm>
                <a:off x="955705" y="3950299"/>
                <a:ext cx="610740" cy="169277"/>
              </a:xfrm>
              <a:prstGeom prst="rect">
                <a:avLst/>
              </a:prstGeom>
              <a:noFill/>
            </p:spPr>
            <p:txBody>
              <a:bodyPr wrap="square" rtlCol="0">
                <a:spAutoFit/>
              </a:bodyPr>
              <a:lstStyle/>
              <a:p>
                <a:r>
                  <a:rPr lang="fr-CA" sz="500" dirty="0" err="1"/>
                  <a:t>percent_anthro</a:t>
                </a:r>
                <a:endParaRPr lang="fr-CA" sz="500" dirty="0"/>
              </a:p>
            </p:txBody>
          </p:sp>
          <p:pic>
            <p:nvPicPr>
              <p:cNvPr id="103" name="Image 102">
                <a:extLst>
                  <a:ext uri="{FF2B5EF4-FFF2-40B4-BE49-F238E27FC236}">
                    <a16:creationId xmlns:a16="http://schemas.microsoft.com/office/drawing/2014/main" id="{3C7AC485-6BC6-5E6D-092F-97E37F61C37D}"/>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104" name="Groupe 103">
            <a:extLst>
              <a:ext uri="{FF2B5EF4-FFF2-40B4-BE49-F238E27FC236}">
                <a16:creationId xmlns:a16="http://schemas.microsoft.com/office/drawing/2014/main" id="{416733BC-B739-BF2B-79BD-8A4EED1EBFB6}"/>
              </a:ext>
            </a:extLst>
          </p:cNvPr>
          <p:cNvGrpSpPr/>
          <p:nvPr/>
        </p:nvGrpSpPr>
        <p:grpSpPr>
          <a:xfrm>
            <a:off x="6532718" y="2762212"/>
            <a:ext cx="854756" cy="234536"/>
            <a:chOff x="7383238" y="1573595"/>
            <a:chExt cx="854756" cy="234536"/>
          </a:xfrm>
        </p:grpSpPr>
        <p:sp>
          <p:nvSpPr>
            <p:cNvPr id="106" name="Rectangle: Rounded Corners 292">
              <a:extLst>
                <a:ext uri="{FF2B5EF4-FFF2-40B4-BE49-F238E27FC236}">
                  <a16:creationId xmlns:a16="http://schemas.microsoft.com/office/drawing/2014/main" id="{43D0EA86-B559-0E07-EAFD-082A19DC901A}"/>
                </a:ext>
              </a:extLst>
            </p:cNvPr>
            <p:cNvSpPr/>
            <p:nvPr/>
          </p:nvSpPr>
          <p:spPr>
            <a:xfrm>
              <a:off x="7383238" y="1577275"/>
              <a:ext cx="854756"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05" name="Groupe 104">
              <a:extLst>
                <a:ext uri="{FF2B5EF4-FFF2-40B4-BE49-F238E27FC236}">
                  <a16:creationId xmlns:a16="http://schemas.microsoft.com/office/drawing/2014/main" id="{6AEB48F3-D2C0-1386-B2AF-7FFC375DB01C}"/>
                </a:ext>
              </a:extLst>
            </p:cNvPr>
            <p:cNvGrpSpPr/>
            <p:nvPr/>
          </p:nvGrpSpPr>
          <p:grpSpPr>
            <a:xfrm>
              <a:off x="7486348" y="1573595"/>
              <a:ext cx="681573" cy="234536"/>
              <a:chOff x="814800" y="3911539"/>
              <a:chExt cx="681573" cy="234536"/>
            </a:xfrm>
          </p:grpSpPr>
          <p:sp>
            <p:nvSpPr>
              <p:cNvPr id="107" name="TextBox 132">
                <a:extLst>
                  <a:ext uri="{FF2B5EF4-FFF2-40B4-BE49-F238E27FC236}">
                    <a16:creationId xmlns:a16="http://schemas.microsoft.com/office/drawing/2014/main" id="{5B0450A8-75AF-2D34-A7F5-0737F2CDC909}"/>
                  </a:ext>
                </a:extLst>
              </p:cNvPr>
              <p:cNvSpPr txBox="1"/>
              <p:nvPr/>
            </p:nvSpPr>
            <p:spPr>
              <a:xfrm>
                <a:off x="955705" y="3950299"/>
                <a:ext cx="540668" cy="169277"/>
              </a:xfrm>
              <a:prstGeom prst="rect">
                <a:avLst/>
              </a:prstGeom>
              <a:noFill/>
            </p:spPr>
            <p:txBody>
              <a:bodyPr wrap="square" rtlCol="0">
                <a:spAutoFit/>
              </a:bodyPr>
              <a:lstStyle/>
              <a:p>
                <a:r>
                  <a:rPr lang="fr-CA" sz="500" dirty="0" err="1"/>
                  <a:t>percent_nd</a:t>
                </a:r>
                <a:endParaRPr lang="fr-CA" sz="500" dirty="0"/>
              </a:p>
            </p:txBody>
          </p:sp>
          <p:pic>
            <p:nvPicPr>
              <p:cNvPr id="108" name="Image 107">
                <a:extLst>
                  <a:ext uri="{FF2B5EF4-FFF2-40B4-BE49-F238E27FC236}">
                    <a16:creationId xmlns:a16="http://schemas.microsoft.com/office/drawing/2014/main" id="{9E91ABE5-0C53-4441-6284-DBD03C91D6BB}"/>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129" name="Groupe 128">
            <a:extLst>
              <a:ext uri="{FF2B5EF4-FFF2-40B4-BE49-F238E27FC236}">
                <a16:creationId xmlns:a16="http://schemas.microsoft.com/office/drawing/2014/main" id="{403C699E-3939-67D7-5CC2-1655FA4B8EC8}"/>
              </a:ext>
            </a:extLst>
          </p:cNvPr>
          <p:cNvGrpSpPr/>
          <p:nvPr/>
        </p:nvGrpSpPr>
        <p:grpSpPr>
          <a:xfrm>
            <a:off x="6539190" y="3018742"/>
            <a:ext cx="1045300" cy="287270"/>
            <a:chOff x="5235633" y="4439167"/>
            <a:chExt cx="1045300" cy="287270"/>
          </a:xfrm>
        </p:grpSpPr>
        <p:grpSp>
          <p:nvGrpSpPr>
            <p:cNvPr id="130" name="Groupe 129">
              <a:extLst>
                <a:ext uri="{FF2B5EF4-FFF2-40B4-BE49-F238E27FC236}">
                  <a16:creationId xmlns:a16="http://schemas.microsoft.com/office/drawing/2014/main" id="{9A02E066-FB79-5D78-AA29-E6D5739F4157}"/>
                </a:ext>
              </a:extLst>
            </p:cNvPr>
            <p:cNvGrpSpPr/>
            <p:nvPr/>
          </p:nvGrpSpPr>
          <p:grpSpPr>
            <a:xfrm>
              <a:off x="5235633" y="4439167"/>
              <a:ext cx="1007386" cy="234536"/>
              <a:chOff x="7383237" y="1573595"/>
              <a:chExt cx="1007386" cy="234536"/>
            </a:xfrm>
          </p:grpSpPr>
          <p:sp>
            <p:nvSpPr>
              <p:cNvPr id="133" name="Rectangle: Rounded Corners 292">
                <a:extLst>
                  <a:ext uri="{FF2B5EF4-FFF2-40B4-BE49-F238E27FC236}">
                    <a16:creationId xmlns:a16="http://schemas.microsoft.com/office/drawing/2014/main" id="{DEAB4112-DFB7-9E3B-4A7C-894C05A2F874}"/>
                  </a:ext>
                </a:extLst>
              </p:cNvPr>
              <p:cNvSpPr/>
              <p:nvPr/>
            </p:nvSpPr>
            <p:spPr>
              <a:xfrm>
                <a:off x="7383237" y="1577275"/>
                <a:ext cx="99506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32" name="Groupe 131">
                <a:extLst>
                  <a:ext uri="{FF2B5EF4-FFF2-40B4-BE49-F238E27FC236}">
                    <a16:creationId xmlns:a16="http://schemas.microsoft.com/office/drawing/2014/main" id="{3CD11D97-FF18-67D6-B27D-90920B019C20}"/>
                  </a:ext>
                </a:extLst>
              </p:cNvPr>
              <p:cNvGrpSpPr/>
              <p:nvPr/>
            </p:nvGrpSpPr>
            <p:grpSpPr>
              <a:xfrm>
                <a:off x="7486348" y="1573595"/>
                <a:ext cx="904275" cy="234536"/>
                <a:chOff x="814800" y="3911539"/>
                <a:chExt cx="904275" cy="234536"/>
              </a:xfrm>
            </p:grpSpPr>
            <p:sp>
              <p:nvSpPr>
                <p:cNvPr id="134" name="TextBox 132">
                  <a:extLst>
                    <a:ext uri="{FF2B5EF4-FFF2-40B4-BE49-F238E27FC236}">
                      <a16:creationId xmlns:a16="http://schemas.microsoft.com/office/drawing/2014/main" id="{CFF80E0F-78E7-AF45-EB1E-9D1DF7C3E946}"/>
                    </a:ext>
                  </a:extLst>
                </p:cNvPr>
                <p:cNvSpPr txBox="1"/>
                <p:nvPr/>
              </p:nvSpPr>
              <p:spPr>
                <a:xfrm>
                  <a:off x="955704" y="3950299"/>
                  <a:ext cx="763371" cy="169277"/>
                </a:xfrm>
                <a:prstGeom prst="rect">
                  <a:avLst/>
                </a:prstGeom>
                <a:noFill/>
              </p:spPr>
              <p:txBody>
                <a:bodyPr wrap="square" rtlCol="0">
                  <a:spAutoFit/>
                </a:bodyPr>
                <a:lstStyle/>
                <a:p>
                  <a:r>
                    <a:rPr lang="fr-CA" sz="500" dirty="0"/>
                    <a:t>charge_lac_amont_1</a:t>
                  </a:r>
                </a:p>
              </p:txBody>
            </p:sp>
            <p:pic>
              <p:nvPicPr>
                <p:cNvPr id="135" name="Image 134">
                  <a:extLst>
                    <a:ext uri="{FF2B5EF4-FFF2-40B4-BE49-F238E27FC236}">
                      <a16:creationId xmlns:a16="http://schemas.microsoft.com/office/drawing/2014/main" id="{D0602DAC-CE47-2A58-F183-7400E0D686D3}"/>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sp>
          <p:nvSpPr>
            <p:cNvPr id="131" name="TextBox 132">
              <a:extLst>
                <a:ext uri="{FF2B5EF4-FFF2-40B4-BE49-F238E27FC236}">
                  <a16:creationId xmlns:a16="http://schemas.microsoft.com/office/drawing/2014/main" id="{52611946-BCD7-43D4-E1E8-96DE59A49931}"/>
                </a:ext>
              </a:extLst>
            </p:cNvPr>
            <p:cNvSpPr txBox="1"/>
            <p:nvPr/>
          </p:nvSpPr>
          <p:spPr>
            <a:xfrm>
              <a:off x="5761712" y="4557160"/>
              <a:ext cx="519221" cy="169277"/>
            </a:xfrm>
            <a:prstGeom prst="rect">
              <a:avLst/>
            </a:prstGeom>
            <a:noFill/>
          </p:spPr>
          <p:txBody>
            <a:bodyPr wrap="square" rtlCol="0">
              <a:spAutoFit/>
            </a:bodyPr>
            <a:lstStyle/>
            <a:p>
              <a:r>
                <a:rPr lang="fr-CA" sz="500" dirty="0"/>
                <a:t>Jusqu’à 10</a:t>
              </a:r>
            </a:p>
          </p:txBody>
        </p:sp>
      </p:grpSp>
      <p:grpSp>
        <p:nvGrpSpPr>
          <p:cNvPr id="155" name="Groupe 154">
            <a:extLst>
              <a:ext uri="{FF2B5EF4-FFF2-40B4-BE49-F238E27FC236}">
                <a16:creationId xmlns:a16="http://schemas.microsoft.com/office/drawing/2014/main" id="{82A847A1-8A28-617C-BC1C-15AAB04D2011}"/>
              </a:ext>
            </a:extLst>
          </p:cNvPr>
          <p:cNvGrpSpPr/>
          <p:nvPr/>
        </p:nvGrpSpPr>
        <p:grpSpPr>
          <a:xfrm>
            <a:off x="6539190" y="3272723"/>
            <a:ext cx="1045300" cy="287270"/>
            <a:chOff x="5235633" y="4439167"/>
            <a:chExt cx="1045300" cy="287270"/>
          </a:xfrm>
        </p:grpSpPr>
        <p:grpSp>
          <p:nvGrpSpPr>
            <p:cNvPr id="156" name="Groupe 155">
              <a:extLst>
                <a:ext uri="{FF2B5EF4-FFF2-40B4-BE49-F238E27FC236}">
                  <a16:creationId xmlns:a16="http://schemas.microsoft.com/office/drawing/2014/main" id="{A537C739-C761-D29F-05AE-1413B60C010F}"/>
                </a:ext>
              </a:extLst>
            </p:cNvPr>
            <p:cNvGrpSpPr/>
            <p:nvPr/>
          </p:nvGrpSpPr>
          <p:grpSpPr>
            <a:xfrm>
              <a:off x="5235633" y="4439167"/>
              <a:ext cx="1007386" cy="234536"/>
              <a:chOff x="7383237" y="1573595"/>
              <a:chExt cx="1007386" cy="234536"/>
            </a:xfrm>
          </p:grpSpPr>
          <p:sp>
            <p:nvSpPr>
              <p:cNvPr id="159" name="Rectangle: Rounded Corners 292">
                <a:extLst>
                  <a:ext uri="{FF2B5EF4-FFF2-40B4-BE49-F238E27FC236}">
                    <a16:creationId xmlns:a16="http://schemas.microsoft.com/office/drawing/2014/main" id="{9772D599-73B3-0C6D-AFF0-E36AA465211C}"/>
                  </a:ext>
                </a:extLst>
              </p:cNvPr>
              <p:cNvSpPr/>
              <p:nvPr/>
            </p:nvSpPr>
            <p:spPr>
              <a:xfrm>
                <a:off x="7383237" y="1577275"/>
                <a:ext cx="99506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58" name="Groupe 157">
                <a:extLst>
                  <a:ext uri="{FF2B5EF4-FFF2-40B4-BE49-F238E27FC236}">
                    <a16:creationId xmlns:a16="http://schemas.microsoft.com/office/drawing/2014/main" id="{61BC33B3-6483-63EB-91C3-6835759A451E}"/>
                  </a:ext>
                </a:extLst>
              </p:cNvPr>
              <p:cNvGrpSpPr/>
              <p:nvPr/>
            </p:nvGrpSpPr>
            <p:grpSpPr>
              <a:xfrm>
                <a:off x="7397676" y="1573595"/>
                <a:ext cx="992947" cy="234536"/>
                <a:chOff x="726128" y="3911539"/>
                <a:chExt cx="992947" cy="234536"/>
              </a:xfrm>
            </p:grpSpPr>
            <p:sp>
              <p:nvSpPr>
                <p:cNvPr id="160" name="TextBox 132">
                  <a:extLst>
                    <a:ext uri="{FF2B5EF4-FFF2-40B4-BE49-F238E27FC236}">
                      <a16:creationId xmlns:a16="http://schemas.microsoft.com/office/drawing/2014/main" id="{9ACF5310-F912-FC99-2D90-F432C3337714}"/>
                    </a:ext>
                  </a:extLst>
                </p:cNvPr>
                <p:cNvSpPr txBox="1"/>
                <p:nvPr/>
              </p:nvSpPr>
              <p:spPr>
                <a:xfrm>
                  <a:off x="810626" y="3950299"/>
                  <a:ext cx="908449" cy="169277"/>
                </a:xfrm>
                <a:prstGeom prst="rect">
                  <a:avLst/>
                </a:prstGeom>
                <a:noFill/>
              </p:spPr>
              <p:txBody>
                <a:bodyPr wrap="square" rtlCol="0">
                  <a:spAutoFit/>
                </a:bodyPr>
                <a:lstStyle/>
                <a:p>
                  <a:r>
                    <a:rPr lang="fr-CA" sz="500" dirty="0"/>
                    <a:t>charge_lac_amont_nat_1</a:t>
                  </a:r>
                </a:p>
              </p:txBody>
            </p:sp>
            <p:pic>
              <p:nvPicPr>
                <p:cNvPr id="161" name="Image 160">
                  <a:extLst>
                    <a:ext uri="{FF2B5EF4-FFF2-40B4-BE49-F238E27FC236}">
                      <a16:creationId xmlns:a16="http://schemas.microsoft.com/office/drawing/2014/main" id="{B52667B2-C6DD-DC55-B731-4DBE096D69FD}"/>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726128" y="3911539"/>
                  <a:ext cx="174699" cy="234536"/>
                </a:xfrm>
                <a:prstGeom prst="rect">
                  <a:avLst/>
                </a:prstGeom>
              </p:spPr>
            </p:pic>
          </p:grpSp>
        </p:grpSp>
        <p:sp>
          <p:nvSpPr>
            <p:cNvPr id="157" name="TextBox 132">
              <a:extLst>
                <a:ext uri="{FF2B5EF4-FFF2-40B4-BE49-F238E27FC236}">
                  <a16:creationId xmlns:a16="http://schemas.microsoft.com/office/drawing/2014/main" id="{FECC1178-013A-CC80-28D2-A3D5B432118B}"/>
                </a:ext>
              </a:extLst>
            </p:cNvPr>
            <p:cNvSpPr txBox="1"/>
            <p:nvPr/>
          </p:nvSpPr>
          <p:spPr>
            <a:xfrm>
              <a:off x="5761712" y="4557160"/>
              <a:ext cx="519221" cy="169277"/>
            </a:xfrm>
            <a:prstGeom prst="rect">
              <a:avLst/>
            </a:prstGeom>
            <a:noFill/>
          </p:spPr>
          <p:txBody>
            <a:bodyPr wrap="square" rtlCol="0">
              <a:spAutoFit/>
            </a:bodyPr>
            <a:lstStyle/>
            <a:p>
              <a:r>
                <a:rPr lang="fr-CA" sz="500" dirty="0"/>
                <a:t>Jusqu’à 10</a:t>
              </a:r>
            </a:p>
          </p:txBody>
        </p:sp>
      </p:grpSp>
      <p:grpSp>
        <p:nvGrpSpPr>
          <p:cNvPr id="167" name="Groupe 166">
            <a:extLst>
              <a:ext uri="{FF2B5EF4-FFF2-40B4-BE49-F238E27FC236}">
                <a16:creationId xmlns:a16="http://schemas.microsoft.com/office/drawing/2014/main" id="{230F1B6B-FB8C-48AD-1843-B96BC335EB02}"/>
              </a:ext>
            </a:extLst>
          </p:cNvPr>
          <p:cNvGrpSpPr/>
          <p:nvPr/>
        </p:nvGrpSpPr>
        <p:grpSpPr>
          <a:xfrm>
            <a:off x="6539190" y="3526704"/>
            <a:ext cx="1045300" cy="287270"/>
            <a:chOff x="5235633" y="4439167"/>
            <a:chExt cx="1045300" cy="287270"/>
          </a:xfrm>
        </p:grpSpPr>
        <p:grpSp>
          <p:nvGrpSpPr>
            <p:cNvPr id="168" name="Groupe 167">
              <a:extLst>
                <a:ext uri="{FF2B5EF4-FFF2-40B4-BE49-F238E27FC236}">
                  <a16:creationId xmlns:a16="http://schemas.microsoft.com/office/drawing/2014/main" id="{39AA0D43-BE31-0A63-CA07-C81D8A42DCC3}"/>
                </a:ext>
              </a:extLst>
            </p:cNvPr>
            <p:cNvGrpSpPr/>
            <p:nvPr/>
          </p:nvGrpSpPr>
          <p:grpSpPr>
            <a:xfrm>
              <a:off x="5235633" y="4439167"/>
              <a:ext cx="1007386" cy="234536"/>
              <a:chOff x="7383237" y="1573595"/>
              <a:chExt cx="1007386" cy="234536"/>
            </a:xfrm>
          </p:grpSpPr>
          <p:sp>
            <p:nvSpPr>
              <p:cNvPr id="171" name="Rectangle: Rounded Corners 292">
                <a:extLst>
                  <a:ext uri="{FF2B5EF4-FFF2-40B4-BE49-F238E27FC236}">
                    <a16:creationId xmlns:a16="http://schemas.microsoft.com/office/drawing/2014/main" id="{68B5DA9E-C326-5619-124B-2C3D13C562D9}"/>
                  </a:ext>
                </a:extLst>
              </p:cNvPr>
              <p:cNvSpPr/>
              <p:nvPr/>
            </p:nvSpPr>
            <p:spPr>
              <a:xfrm>
                <a:off x="7383237" y="1577275"/>
                <a:ext cx="99506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70" name="Groupe 169">
                <a:extLst>
                  <a:ext uri="{FF2B5EF4-FFF2-40B4-BE49-F238E27FC236}">
                    <a16:creationId xmlns:a16="http://schemas.microsoft.com/office/drawing/2014/main" id="{684DC6BA-E7B3-B822-0A22-AC569041DCD5}"/>
                  </a:ext>
                </a:extLst>
              </p:cNvPr>
              <p:cNvGrpSpPr/>
              <p:nvPr/>
            </p:nvGrpSpPr>
            <p:grpSpPr>
              <a:xfrm>
                <a:off x="7486348" y="1573595"/>
                <a:ext cx="904275" cy="234536"/>
                <a:chOff x="814800" y="3911539"/>
                <a:chExt cx="904275" cy="234536"/>
              </a:xfrm>
            </p:grpSpPr>
            <p:sp>
              <p:nvSpPr>
                <p:cNvPr id="172" name="TextBox 132">
                  <a:extLst>
                    <a:ext uri="{FF2B5EF4-FFF2-40B4-BE49-F238E27FC236}">
                      <a16:creationId xmlns:a16="http://schemas.microsoft.com/office/drawing/2014/main" id="{A64A4928-8F5F-23D3-012D-DB83FC453366}"/>
                    </a:ext>
                  </a:extLst>
                </p:cNvPr>
                <p:cNvSpPr txBox="1"/>
                <p:nvPr/>
              </p:nvSpPr>
              <p:spPr>
                <a:xfrm>
                  <a:off x="955704" y="3950299"/>
                  <a:ext cx="763371" cy="169277"/>
                </a:xfrm>
                <a:prstGeom prst="rect">
                  <a:avLst/>
                </a:prstGeom>
                <a:noFill/>
              </p:spPr>
              <p:txBody>
                <a:bodyPr wrap="square" rtlCol="0">
                  <a:spAutoFit/>
                </a:bodyPr>
                <a:lstStyle/>
                <a:p>
                  <a:r>
                    <a:rPr lang="fr-CA" sz="500" dirty="0"/>
                    <a:t>charge_ponctuelle_1</a:t>
                  </a:r>
                </a:p>
              </p:txBody>
            </p:sp>
            <p:pic>
              <p:nvPicPr>
                <p:cNvPr id="173" name="Image 172">
                  <a:extLst>
                    <a:ext uri="{FF2B5EF4-FFF2-40B4-BE49-F238E27FC236}">
                      <a16:creationId xmlns:a16="http://schemas.microsoft.com/office/drawing/2014/main" id="{C6B395E1-11CC-6AAD-F8F0-63942FAAB9D0}"/>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sp>
          <p:nvSpPr>
            <p:cNvPr id="169" name="TextBox 132">
              <a:extLst>
                <a:ext uri="{FF2B5EF4-FFF2-40B4-BE49-F238E27FC236}">
                  <a16:creationId xmlns:a16="http://schemas.microsoft.com/office/drawing/2014/main" id="{604A2C96-00BE-B9FF-569F-85652C8DC436}"/>
                </a:ext>
              </a:extLst>
            </p:cNvPr>
            <p:cNvSpPr txBox="1"/>
            <p:nvPr/>
          </p:nvSpPr>
          <p:spPr>
            <a:xfrm>
              <a:off x="5761712" y="4557160"/>
              <a:ext cx="519221" cy="169277"/>
            </a:xfrm>
            <a:prstGeom prst="rect">
              <a:avLst/>
            </a:prstGeom>
            <a:noFill/>
          </p:spPr>
          <p:txBody>
            <a:bodyPr wrap="square" rtlCol="0">
              <a:spAutoFit/>
            </a:bodyPr>
            <a:lstStyle/>
            <a:p>
              <a:r>
                <a:rPr lang="fr-CA" sz="500" dirty="0"/>
                <a:t>Jusqu’à 10</a:t>
              </a:r>
            </a:p>
          </p:txBody>
        </p:sp>
      </p:grpSp>
      <p:grpSp>
        <p:nvGrpSpPr>
          <p:cNvPr id="174" name="Groupe 173">
            <a:extLst>
              <a:ext uri="{FF2B5EF4-FFF2-40B4-BE49-F238E27FC236}">
                <a16:creationId xmlns:a16="http://schemas.microsoft.com/office/drawing/2014/main" id="{82C4F43F-2528-D966-B87E-F8EF40CB3676}"/>
              </a:ext>
            </a:extLst>
          </p:cNvPr>
          <p:cNvGrpSpPr/>
          <p:nvPr/>
        </p:nvGrpSpPr>
        <p:grpSpPr>
          <a:xfrm>
            <a:off x="6539190" y="4034666"/>
            <a:ext cx="1053026" cy="287270"/>
            <a:chOff x="5227907" y="4439167"/>
            <a:chExt cx="1053026" cy="287270"/>
          </a:xfrm>
        </p:grpSpPr>
        <p:grpSp>
          <p:nvGrpSpPr>
            <p:cNvPr id="175" name="Groupe 174">
              <a:extLst>
                <a:ext uri="{FF2B5EF4-FFF2-40B4-BE49-F238E27FC236}">
                  <a16:creationId xmlns:a16="http://schemas.microsoft.com/office/drawing/2014/main" id="{274D2762-679B-D997-6A16-D9E979B77594}"/>
                </a:ext>
              </a:extLst>
            </p:cNvPr>
            <p:cNvGrpSpPr/>
            <p:nvPr/>
          </p:nvGrpSpPr>
          <p:grpSpPr>
            <a:xfrm>
              <a:off x="5227907" y="4439167"/>
              <a:ext cx="1015112" cy="234536"/>
              <a:chOff x="7375511" y="1573595"/>
              <a:chExt cx="1015112" cy="234536"/>
            </a:xfrm>
          </p:grpSpPr>
          <p:sp>
            <p:nvSpPr>
              <p:cNvPr id="178" name="Rectangle: Rounded Corners 292">
                <a:extLst>
                  <a:ext uri="{FF2B5EF4-FFF2-40B4-BE49-F238E27FC236}">
                    <a16:creationId xmlns:a16="http://schemas.microsoft.com/office/drawing/2014/main" id="{F54FCF78-229F-4631-9CBF-6CAAAC7A7D8A}"/>
                  </a:ext>
                </a:extLst>
              </p:cNvPr>
              <p:cNvSpPr/>
              <p:nvPr/>
            </p:nvSpPr>
            <p:spPr>
              <a:xfrm>
                <a:off x="7383237" y="1577275"/>
                <a:ext cx="99506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77" name="Groupe 176">
                <a:extLst>
                  <a:ext uri="{FF2B5EF4-FFF2-40B4-BE49-F238E27FC236}">
                    <a16:creationId xmlns:a16="http://schemas.microsoft.com/office/drawing/2014/main" id="{BCA4D17C-1E62-AF2C-883A-A03B2D5BDD45}"/>
                  </a:ext>
                </a:extLst>
              </p:cNvPr>
              <p:cNvGrpSpPr/>
              <p:nvPr/>
            </p:nvGrpSpPr>
            <p:grpSpPr>
              <a:xfrm>
                <a:off x="7375511" y="1573595"/>
                <a:ext cx="1015112" cy="234536"/>
                <a:chOff x="703963" y="3911539"/>
                <a:chExt cx="1015112" cy="234536"/>
              </a:xfrm>
            </p:grpSpPr>
            <p:sp>
              <p:nvSpPr>
                <p:cNvPr id="179" name="TextBox 132">
                  <a:extLst>
                    <a:ext uri="{FF2B5EF4-FFF2-40B4-BE49-F238E27FC236}">
                      <a16:creationId xmlns:a16="http://schemas.microsoft.com/office/drawing/2014/main" id="{31F219C9-75C5-952D-CBB0-AAE6F8EACECF}"/>
                    </a:ext>
                  </a:extLst>
                </p:cNvPr>
                <p:cNvSpPr txBox="1"/>
                <p:nvPr/>
              </p:nvSpPr>
              <p:spPr>
                <a:xfrm>
                  <a:off x="799152" y="3950299"/>
                  <a:ext cx="919923" cy="169277"/>
                </a:xfrm>
                <a:prstGeom prst="rect">
                  <a:avLst/>
                </a:prstGeom>
                <a:noFill/>
              </p:spPr>
              <p:txBody>
                <a:bodyPr wrap="square" rtlCol="0">
                  <a:spAutoFit/>
                </a:bodyPr>
                <a:lstStyle/>
                <a:p>
                  <a:r>
                    <a:rPr lang="fr-CA" sz="500" dirty="0"/>
                    <a:t>nom_charge_ponctuelle_1</a:t>
                  </a:r>
                </a:p>
              </p:txBody>
            </p:sp>
            <p:pic>
              <p:nvPicPr>
                <p:cNvPr id="180" name="Image 179">
                  <a:extLst>
                    <a:ext uri="{FF2B5EF4-FFF2-40B4-BE49-F238E27FC236}">
                      <a16:creationId xmlns:a16="http://schemas.microsoft.com/office/drawing/2014/main" id="{BE814FB2-69CC-619F-0C0C-BD034FD8490C}"/>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703963" y="3911539"/>
                  <a:ext cx="174699" cy="234536"/>
                </a:xfrm>
                <a:prstGeom prst="rect">
                  <a:avLst/>
                </a:prstGeom>
              </p:spPr>
            </p:pic>
          </p:grpSp>
        </p:grpSp>
        <p:sp>
          <p:nvSpPr>
            <p:cNvPr id="176" name="TextBox 132">
              <a:extLst>
                <a:ext uri="{FF2B5EF4-FFF2-40B4-BE49-F238E27FC236}">
                  <a16:creationId xmlns:a16="http://schemas.microsoft.com/office/drawing/2014/main" id="{D0ABD978-FF1F-699F-15CB-89451554BBCA}"/>
                </a:ext>
              </a:extLst>
            </p:cNvPr>
            <p:cNvSpPr txBox="1"/>
            <p:nvPr/>
          </p:nvSpPr>
          <p:spPr>
            <a:xfrm>
              <a:off x="5761712" y="4557160"/>
              <a:ext cx="519221" cy="169277"/>
            </a:xfrm>
            <a:prstGeom prst="rect">
              <a:avLst/>
            </a:prstGeom>
            <a:noFill/>
          </p:spPr>
          <p:txBody>
            <a:bodyPr wrap="square" rtlCol="0">
              <a:spAutoFit/>
            </a:bodyPr>
            <a:lstStyle/>
            <a:p>
              <a:r>
                <a:rPr lang="fr-CA" sz="500" dirty="0"/>
                <a:t>Jusqu’à 10</a:t>
              </a:r>
            </a:p>
          </p:txBody>
        </p:sp>
      </p:grpSp>
      <p:grpSp>
        <p:nvGrpSpPr>
          <p:cNvPr id="181" name="Groupe 180">
            <a:extLst>
              <a:ext uri="{FF2B5EF4-FFF2-40B4-BE49-F238E27FC236}">
                <a16:creationId xmlns:a16="http://schemas.microsoft.com/office/drawing/2014/main" id="{4E99331C-4271-468B-ACAB-3A0C28219F2F}"/>
              </a:ext>
            </a:extLst>
          </p:cNvPr>
          <p:cNvGrpSpPr/>
          <p:nvPr/>
        </p:nvGrpSpPr>
        <p:grpSpPr>
          <a:xfrm>
            <a:off x="6539190" y="3780685"/>
            <a:ext cx="1045300" cy="287270"/>
            <a:chOff x="5235633" y="4439167"/>
            <a:chExt cx="1045300" cy="287270"/>
          </a:xfrm>
        </p:grpSpPr>
        <p:grpSp>
          <p:nvGrpSpPr>
            <p:cNvPr id="182" name="Groupe 181">
              <a:extLst>
                <a:ext uri="{FF2B5EF4-FFF2-40B4-BE49-F238E27FC236}">
                  <a16:creationId xmlns:a16="http://schemas.microsoft.com/office/drawing/2014/main" id="{F02EFA5E-FED8-7A87-DD28-981F8DF886BD}"/>
                </a:ext>
              </a:extLst>
            </p:cNvPr>
            <p:cNvGrpSpPr/>
            <p:nvPr/>
          </p:nvGrpSpPr>
          <p:grpSpPr>
            <a:xfrm>
              <a:off x="5235633" y="4439167"/>
              <a:ext cx="1007386" cy="234536"/>
              <a:chOff x="7383237" y="1573595"/>
              <a:chExt cx="1007386" cy="234536"/>
            </a:xfrm>
          </p:grpSpPr>
          <p:sp>
            <p:nvSpPr>
              <p:cNvPr id="185" name="Rectangle: Rounded Corners 292">
                <a:extLst>
                  <a:ext uri="{FF2B5EF4-FFF2-40B4-BE49-F238E27FC236}">
                    <a16:creationId xmlns:a16="http://schemas.microsoft.com/office/drawing/2014/main" id="{DFF6CF9F-B461-551D-9D94-93090B04A7AF}"/>
                  </a:ext>
                </a:extLst>
              </p:cNvPr>
              <p:cNvSpPr/>
              <p:nvPr/>
            </p:nvSpPr>
            <p:spPr>
              <a:xfrm>
                <a:off x="7383237" y="1577275"/>
                <a:ext cx="995065"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84" name="Groupe 183">
                <a:extLst>
                  <a:ext uri="{FF2B5EF4-FFF2-40B4-BE49-F238E27FC236}">
                    <a16:creationId xmlns:a16="http://schemas.microsoft.com/office/drawing/2014/main" id="{FD85C01A-AD40-753E-01EE-408F8BF80AC1}"/>
                  </a:ext>
                </a:extLst>
              </p:cNvPr>
              <p:cNvGrpSpPr/>
              <p:nvPr/>
            </p:nvGrpSpPr>
            <p:grpSpPr>
              <a:xfrm>
                <a:off x="7486348" y="1573595"/>
                <a:ext cx="904275" cy="234536"/>
                <a:chOff x="814800" y="3911539"/>
                <a:chExt cx="904275" cy="234536"/>
              </a:xfrm>
            </p:grpSpPr>
            <p:sp>
              <p:nvSpPr>
                <p:cNvPr id="186" name="TextBox 132">
                  <a:extLst>
                    <a:ext uri="{FF2B5EF4-FFF2-40B4-BE49-F238E27FC236}">
                      <a16:creationId xmlns:a16="http://schemas.microsoft.com/office/drawing/2014/main" id="{3692EC18-BE12-7FAB-A872-272DAF52D9AC}"/>
                    </a:ext>
                  </a:extLst>
                </p:cNvPr>
                <p:cNvSpPr txBox="1"/>
                <p:nvPr/>
              </p:nvSpPr>
              <p:spPr>
                <a:xfrm>
                  <a:off x="955704" y="3950299"/>
                  <a:ext cx="763371" cy="169277"/>
                </a:xfrm>
                <a:prstGeom prst="rect">
                  <a:avLst/>
                </a:prstGeom>
                <a:noFill/>
              </p:spPr>
              <p:txBody>
                <a:bodyPr wrap="square" rtlCol="0">
                  <a:spAutoFit/>
                </a:bodyPr>
                <a:lstStyle/>
                <a:p>
                  <a:r>
                    <a:rPr lang="fr-CA" sz="500" dirty="0"/>
                    <a:t>nom_lac_amont_1</a:t>
                  </a:r>
                </a:p>
              </p:txBody>
            </p:sp>
            <p:pic>
              <p:nvPicPr>
                <p:cNvPr id="187" name="Image 186">
                  <a:extLst>
                    <a:ext uri="{FF2B5EF4-FFF2-40B4-BE49-F238E27FC236}">
                      <a16:creationId xmlns:a16="http://schemas.microsoft.com/office/drawing/2014/main" id="{10ABF7C5-B55F-8CB1-E032-23C3FF2DAC21}"/>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sp>
          <p:nvSpPr>
            <p:cNvPr id="183" name="TextBox 132">
              <a:extLst>
                <a:ext uri="{FF2B5EF4-FFF2-40B4-BE49-F238E27FC236}">
                  <a16:creationId xmlns:a16="http://schemas.microsoft.com/office/drawing/2014/main" id="{436FF641-31A5-B6C0-A421-C2383B37A261}"/>
                </a:ext>
              </a:extLst>
            </p:cNvPr>
            <p:cNvSpPr txBox="1"/>
            <p:nvPr/>
          </p:nvSpPr>
          <p:spPr>
            <a:xfrm>
              <a:off x="5761712" y="4557160"/>
              <a:ext cx="519221" cy="169277"/>
            </a:xfrm>
            <a:prstGeom prst="rect">
              <a:avLst/>
            </a:prstGeom>
            <a:noFill/>
          </p:spPr>
          <p:txBody>
            <a:bodyPr wrap="square" rtlCol="0">
              <a:spAutoFit/>
            </a:bodyPr>
            <a:lstStyle/>
            <a:p>
              <a:r>
                <a:rPr lang="fr-CA" sz="500" dirty="0"/>
                <a:t>Jusqu’à 10</a:t>
              </a:r>
            </a:p>
          </p:txBody>
        </p:sp>
      </p:grpSp>
      <p:grpSp>
        <p:nvGrpSpPr>
          <p:cNvPr id="188" name="Groupe 187">
            <a:extLst>
              <a:ext uri="{FF2B5EF4-FFF2-40B4-BE49-F238E27FC236}">
                <a16:creationId xmlns:a16="http://schemas.microsoft.com/office/drawing/2014/main" id="{9521B58F-E40C-8BE2-F6E3-3F97037E420B}"/>
              </a:ext>
            </a:extLst>
          </p:cNvPr>
          <p:cNvGrpSpPr/>
          <p:nvPr/>
        </p:nvGrpSpPr>
        <p:grpSpPr>
          <a:xfrm>
            <a:off x="6539190" y="4288647"/>
            <a:ext cx="1231075" cy="287270"/>
            <a:chOff x="5227907" y="4439167"/>
            <a:chExt cx="1231075" cy="287270"/>
          </a:xfrm>
        </p:grpSpPr>
        <p:grpSp>
          <p:nvGrpSpPr>
            <p:cNvPr id="189" name="Groupe 188">
              <a:extLst>
                <a:ext uri="{FF2B5EF4-FFF2-40B4-BE49-F238E27FC236}">
                  <a16:creationId xmlns:a16="http://schemas.microsoft.com/office/drawing/2014/main" id="{D0C97799-0FD1-FC74-D29E-C4862A5326FB}"/>
                </a:ext>
              </a:extLst>
            </p:cNvPr>
            <p:cNvGrpSpPr/>
            <p:nvPr/>
          </p:nvGrpSpPr>
          <p:grpSpPr>
            <a:xfrm>
              <a:off x="5227907" y="4439167"/>
              <a:ext cx="1231075" cy="234536"/>
              <a:chOff x="7375511" y="1573595"/>
              <a:chExt cx="1231075" cy="234536"/>
            </a:xfrm>
          </p:grpSpPr>
          <p:sp>
            <p:nvSpPr>
              <p:cNvPr id="192" name="Rectangle: Rounded Corners 292">
                <a:extLst>
                  <a:ext uri="{FF2B5EF4-FFF2-40B4-BE49-F238E27FC236}">
                    <a16:creationId xmlns:a16="http://schemas.microsoft.com/office/drawing/2014/main" id="{B6537D3B-621B-5D0F-9F31-529F78D2E8BB}"/>
                  </a:ext>
                </a:extLst>
              </p:cNvPr>
              <p:cNvSpPr/>
              <p:nvPr/>
            </p:nvSpPr>
            <p:spPr>
              <a:xfrm>
                <a:off x="7383237" y="1577275"/>
                <a:ext cx="1150490"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91" name="Groupe 190">
                <a:extLst>
                  <a:ext uri="{FF2B5EF4-FFF2-40B4-BE49-F238E27FC236}">
                    <a16:creationId xmlns:a16="http://schemas.microsoft.com/office/drawing/2014/main" id="{5D778839-1E23-6FE4-5016-9B72FFB38E58}"/>
                  </a:ext>
                </a:extLst>
              </p:cNvPr>
              <p:cNvGrpSpPr/>
              <p:nvPr/>
            </p:nvGrpSpPr>
            <p:grpSpPr>
              <a:xfrm>
                <a:off x="7375511" y="1573595"/>
                <a:ext cx="1231075" cy="234536"/>
                <a:chOff x="703963" y="3911539"/>
                <a:chExt cx="1231075" cy="234536"/>
              </a:xfrm>
            </p:grpSpPr>
            <p:sp>
              <p:nvSpPr>
                <p:cNvPr id="193" name="TextBox 132">
                  <a:extLst>
                    <a:ext uri="{FF2B5EF4-FFF2-40B4-BE49-F238E27FC236}">
                      <a16:creationId xmlns:a16="http://schemas.microsoft.com/office/drawing/2014/main" id="{FE696AB3-617B-0CD9-9505-6A59980EEBE6}"/>
                    </a:ext>
                  </a:extLst>
                </p:cNvPr>
                <p:cNvSpPr txBox="1"/>
                <p:nvPr/>
              </p:nvSpPr>
              <p:spPr>
                <a:xfrm>
                  <a:off x="826585" y="3912076"/>
                  <a:ext cx="1108453" cy="169277"/>
                </a:xfrm>
                <a:prstGeom prst="rect">
                  <a:avLst/>
                </a:prstGeom>
                <a:noFill/>
              </p:spPr>
              <p:txBody>
                <a:bodyPr wrap="square" rtlCol="0">
                  <a:spAutoFit/>
                </a:bodyPr>
                <a:lstStyle/>
                <a:p>
                  <a:r>
                    <a:rPr lang="fr-CA" sz="500" dirty="0"/>
                    <a:t>charge_rejet_kg_annuel_amont_1</a:t>
                  </a:r>
                  <a:endParaRPr lang="fr-CA" sz="200" dirty="0"/>
                </a:p>
              </p:txBody>
            </p:sp>
            <p:pic>
              <p:nvPicPr>
                <p:cNvPr id="194" name="Image 193">
                  <a:extLst>
                    <a:ext uri="{FF2B5EF4-FFF2-40B4-BE49-F238E27FC236}">
                      <a16:creationId xmlns:a16="http://schemas.microsoft.com/office/drawing/2014/main" id="{95C3603B-A8BC-CFE2-7B76-BA705963CD1D}"/>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703963" y="3911539"/>
                  <a:ext cx="174699" cy="234536"/>
                </a:xfrm>
                <a:prstGeom prst="rect">
                  <a:avLst/>
                </a:prstGeom>
              </p:spPr>
            </p:pic>
          </p:grpSp>
        </p:grpSp>
        <p:sp>
          <p:nvSpPr>
            <p:cNvPr id="190" name="TextBox 132">
              <a:extLst>
                <a:ext uri="{FF2B5EF4-FFF2-40B4-BE49-F238E27FC236}">
                  <a16:creationId xmlns:a16="http://schemas.microsoft.com/office/drawing/2014/main" id="{DF407B16-7DB0-FBF8-137A-75D52A92C815}"/>
                </a:ext>
              </a:extLst>
            </p:cNvPr>
            <p:cNvSpPr txBox="1"/>
            <p:nvPr/>
          </p:nvSpPr>
          <p:spPr>
            <a:xfrm>
              <a:off x="5761712" y="4557160"/>
              <a:ext cx="519221" cy="169277"/>
            </a:xfrm>
            <a:prstGeom prst="rect">
              <a:avLst/>
            </a:prstGeom>
            <a:noFill/>
          </p:spPr>
          <p:txBody>
            <a:bodyPr wrap="square" rtlCol="0">
              <a:spAutoFit/>
            </a:bodyPr>
            <a:lstStyle/>
            <a:p>
              <a:r>
                <a:rPr lang="fr-CA" sz="500" dirty="0"/>
                <a:t>Jusqu’à 10</a:t>
              </a:r>
            </a:p>
          </p:txBody>
        </p:sp>
      </p:grpSp>
      <p:grpSp>
        <p:nvGrpSpPr>
          <p:cNvPr id="195" name="Groupe 194">
            <a:extLst>
              <a:ext uri="{FF2B5EF4-FFF2-40B4-BE49-F238E27FC236}">
                <a16:creationId xmlns:a16="http://schemas.microsoft.com/office/drawing/2014/main" id="{06212B55-5AFA-C59E-D93F-4B1153FB6A11}"/>
              </a:ext>
            </a:extLst>
          </p:cNvPr>
          <p:cNvGrpSpPr/>
          <p:nvPr/>
        </p:nvGrpSpPr>
        <p:grpSpPr>
          <a:xfrm>
            <a:off x="6539190" y="4542626"/>
            <a:ext cx="1385429" cy="287270"/>
            <a:chOff x="5227907" y="4439167"/>
            <a:chExt cx="1385429" cy="287270"/>
          </a:xfrm>
        </p:grpSpPr>
        <p:grpSp>
          <p:nvGrpSpPr>
            <p:cNvPr id="196" name="Groupe 195">
              <a:extLst>
                <a:ext uri="{FF2B5EF4-FFF2-40B4-BE49-F238E27FC236}">
                  <a16:creationId xmlns:a16="http://schemas.microsoft.com/office/drawing/2014/main" id="{98C22AA2-6704-3B8A-0E98-9C0DB1F63354}"/>
                </a:ext>
              </a:extLst>
            </p:cNvPr>
            <p:cNvGrpSpPr/>
            <p:nvPr/>
          </p:nvGrpSpPr>
          <p:grpSpPr>
            <a:xfrm>
              <a:off x="5227907" y="4439167"/>
              <a:ext cx="1385429" cy="234536"/>
              <a:chOff x="7375511" y="1573595"/>
              <a:chExt cx="1385429" cy="234536"/>
            </a:xfrm>
          </p:grpSpPr>
          <p:sp>
            <p:nvSpPr>
              <p:cNvPr id="199" name="Rectangle: Rounded Corners 292">
                <a:extLst>
                  <a:ext uri="{FF2B5EF4-FFF2-40B4-BE49-F238E27FC236}">
                    <a16:creationId xmlns:a16="http://schemas.microsoft.com/office/drawing/2014/main" id="{D8DDF6B5-140A-00ED-599E-D543B121DD0C}"/>
                  </a:ext>
                </a:extLst>
              </p:cNvPr>
              <p:cNvSpPr/>
              <p:nvPr/>
            </p:nvSpPr>
            <p:spPr>
              <a:xfrm>
                <a:off x="7383237" y="1577275"/>
                <a:ext cx="1333368" cy="229547"/>
              </a:xfrm>
              <a:prstGeom prst="roundRect">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98" name="Groupe 197">
                <a:extLst>
                  <a:ext uri="{FF2B5EF4-FFF2-40B4-BE49-F238E27FC236}">
                    <a16:creationId xmlns:a16="http://schemas.microsoft.com/office/drawing/2014/main" id="{EEE3291B-2E25-ABC8-1E3B-5AB7F781F59D}"/>
                  </a:ext>
                </a:extLst>
              </p:cNvPr>
              <p:cNvGrpSpPr/>
              <p:nvPr/>
            </p:nvGrpSpPr>
            <p:grpSpPr>
              <a:xfrm>
                <a:off x="7375511" y="1573595"/>
                <a:ext cx="1385429" cy="234536"/>
                <a:chOff x="703963" y="3911539"/>
                <a:chExt cx="1385429" cy="234536"/>
              </a:xfrm>
            </p:grpSpPr>
            <p:sp>
              <p:nvSpPr>
                <p:cNvPr id="200" name="TextBox 132">
                  <a:extLst>
                    <a:ext uri="{FF2B5EF4-FFF2-40B4-BE49-F238E27FC236}">
                      <a16:creationId xmlns:a16="http://schemas.microsoft.com/office/drawing/2014/main" id="{71DEBE57-0C7C-F288-E6EE-5777A1E3DEE6}"/>
                    </a:ext>
                  </a:extLst>
                </p:cNvPr>
                <p:cNvSpPr txBox="1"/>
                <p:nvPr/>
              </p:nvSpPr>
              <p:spPr>
                <a:xfrm>
                  <a:off x="826585" y="3912076"/>
                  <a:ext cx="1262807" cy="169277"/>
                </a:xfrm>
                <a:prstGeom prst="rect">
                  <a:avLst/>
                </a:prstGeom>
                <a:noFill/>
              </p:spPr>
              <p:txBody>
                <a:bodyPr wrap="square" rtlCol="0">
                  <a:spAutoFit/>
                </a:bodyPr>
                <a:lstStyle/>
                <a:p>
                  <a:r>
                    <a:rPr lang="fr-CA" sz="500" dirty="0"/>
                    <a:t>nom_charge_rejet_kg_annuel_amont_1</a:t>
                  </a:r>
                  <a:endParaRPr lang="fr-CA" sz="200" dirty="0"/>
                </a:p>
              </p:txBody>
            </p:sp>
            <p:pic>
              <p:nvPicPr>
                <p:cNvPr id="201" name="Image 200">
                  <a:extLst>
                    <a:ext uri="{FF2B5EF4-FFF2-40B4-BE49-F238E27FC236}">
                      <a16:creationId xmlns:a16="http://schemas.microsoft.com/office/drawing/2014/main" id="{1D02C092-1BA8-01C2-E951-5BD5BF626588}"/>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703963" y="3911539"/>
                  <a:ext cx="174699" cy="234536"/>
                </a:xfrm>
                <a:prstGeom prst="rect">
                  <a:avLst/>
                </a:prstGeom>
              </p:spPr>
            </p:pic>
          </p:grpSp>
        </p:grpSp>
        <p:sp>
          <p:nvSpPr>
            <p:cNvPr id="197" name="TextBox 132">
              <a:extLst>
                <a:ext uri="{FF2B5EF4-FFF2-40B4-BE49-F238E27FC236}">
                  <a16:creationId xmlns:a16="http://schemas.microsoft.com/office/drawing/2014/main" id="{C64458B4-BC85-8D3E-C095-61EDB92A33B4}"/>
                </a:ext>
              </a:extLst>
            </p:cNvPr>
            <p:cNvSpPr txBox="1"/>
            <p:nvPr/>
          </p:nvSpPr>
          <p:spPr>
            <a:xfrm>
              <a:off x="5761712" y="4557160"/>
              <a:ext cx="519221" cy="169277"/>
            </a:xfrm>
            <a:prstGeom prst="rect">
              <a:avLst/>
            </a:prstGeom>
            <a:noFill/>
          </p:spPr>
          <p:txBody>
            <a:bodyPr wrap="square" rtlCol="0">
              <a:spAutoFit/>
            </a:bodyPr>
            <a:lstStyle/>
            <a:p>
              <a:r>
                <a:rPr lang="fr-CA" sz="500" dirty="0"/>
                <a:t>Jusqu’à 10</a:t>
              </a:r>
            </a:p>
          </p:txBody>
        </p:sp>
      </p:grpSp>
      <p:cxnSp>
        <p:nvCxnSpPr>
          <p:cNvPr id="413" name="Straight Arrow Connector 268">
            <a:extLst>
              <a:ext uri="{FF2B5EF4-FFF2-40B4-BE49-F238E27FC236}">
                <a16:creationId xmlns:a16="http://schemas.microsoft.com/office/drawing/2014/main" id="{CCA12296-928F-F3D9-4EB2-7308E2983770}"/>
              </a:ext>
            </a:extLst>
          </p:cNvPr>
          <p:cNvCxnSpPr>
            <a:cxnSpLocks/>
            <a:stCxn id="199" idx="3"/>
            <a:endCxn id="33" idx="1"/>
          </p:cNvCxnSpPr>
          <p:nvPr/>
        </p:nvCxnSpPr>
        <p:spPr>
          <a:xfrm flipV="1">
            <a:off x="7880284" y="2564055"/>
            <a:ext cx="958813" cy="209702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15" name="Straight Arrow Connector 268">
            <a:extLst>
              <a:ext uri="{FF2B5EF4-FFF2-40B4-BE49-F238E27FC236}">
                <a16:creationId xmlns:a16="http://schemas.microsoft.com/office/drawing/2014/main" id="{6874B78A-D02B-F238-FFED-7ED1B2C06897}"/>
              </a:ext>
            </a:extLst>
          </p:cNvPr>
          <p:cNvCxnSpPr>
            <a:cxnSpLocks/>
            <a:stCxn id="192" idx="3"/>
            <a:endCxn id="33" idx="1"/>
          </p:cNvCxnSpPr>
          <p:nvPr/>
        </p:nvCxnSpPr>
        <p:spPr>
          <a:xfrm flipV="1">
            <a:off x="7697406" y="2564055"/>
            <a:ext cx="1141691" cy="1843046"/>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17" name="Straight Arrow Connector 268">
            <a:extLst>
              <a:ext uri="{FF2B5EF4-FFF2-40B4-BE49-F238E27FC236}">
                <a16:creationId xmlns:a16="http://schemas.microsoft.com/office/drawing/2014/main" id="{ED215787-776E-9A45-8735-4BF649F3CD45}"/>
              </a:ext>
            </a:extLst>
          </p:cNvPr>
          <p:cNvCxnSpPr>
            <a:cxnSpLocks/>
            <a:stCxn id="179" idx="3"/>
            <a:endCxn id="33" idx="1"/>
          </p:cNvCxnSpPr>
          <p:nvPr/>
        </p:nvCxnSpPr>
        <p:spPr>
          <a:xfrm flipV="1">
            <a:off x="7554302" y="2564055"/>
            <a:ext cx="1284795" cy="159401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19" name="Straight Arrow Connector 268">
            <a:extLst>
              <a:ext uri="{FF2B5EF4-FFF2-40B4-BE49-F238E27FC236}">
                <a16:creationId xmlns:a16="http://schemas.microsoft.com/office/drawing/2014/main" id="{794074C8-169B-BEFD-4DEE-22F1CC91FDA2}"/>
              </a:ext>
            </a:extLst>
          </p:cNvPr>
          <p:cNvCxnSpPr>
            <a:cxnSpLocks/>
            <a:stCxn id="186" idx="3"/>
            <a:endCxn id="33" idx="1"/>
          </p:cNvCxnSpPr>
          <p:nvPr/>
        </p:nvCxnSpPr>
        <p:spPr>
          <a:xfrm flipV="1">
            <a:off x="7546576" y="2564055"/>
            <a:ext cx="1292521" cy="134002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21" name="Straight Arrow Connector 268">
            <a:extLst>
              <a:ext uri="{FF2B5EF4-FFF2-40B4-BE49-F238E27FC236}">
                <a16:creationId xmlns:a16="http://schemas.microsoft.com/office/drawing/2014/main" id="{C68BD98D-F1C2-AF10-F4B5-9B84F5EB99E2}"/>
              </a:ext>
            </a:extLst>
          </p:cNvPr>
          <p:cNvCxnSpPr>
            <a:cxnSpLocks/>
            <a:stCxn id="171" idx="3"/>
            <a:endCxn id="33" idx="1"/>
          </p:cNvCxnSpPr>
          <p:nvPr/>
        </p:nvCxnSpPr>
        <p:spPr>
          <a:xfrm flipV="1">
            <a:off x="7534255" y="2564055"/>
            <a:ext cx="1304842" cy="108110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23" name="Straight Arrow Connector 268">
            <a:extLst>
              <a:ext uri="{FF2B5EF4-FFF2-40B4-BE49-F238E27FC236}">
                <a16:creationId xmlns:a16="http://schemas.microsoft.com/office/drawing/2014/main" id="{D2153A32-B982-FF2F-27AF-97D17EC54389}"/>
              </a:ext>
            </a:extLst>
          </p:cNvPr>
          <p:cNvCxnSpPr>
            <a:cxnSpLocks/>
            <a:stCxn id="159" idx="3"/>
            <a:endCxn id="33" idx="1"/>
          </p:cNvCxnSpPr>
          <p:nvPr/>
        </p:nvCxnSpPr>
        <p:spPr>
          <a:xfrm flipV="1">
            <a:off x="7534255" y="2564055"/>
            <a:ext cx="1304842" cy="827122"/>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25" name="Straight Arrow Connector 268">
            <a:extLst>
              <a:ext uri="{FF2B5EF4-FFF2-40B4-BE49-F238E27FC236}">
                <a16:creationId xmlns:a16="http://schemas.microsoft.com/office/drawing/2014/main" id="{E3524113-4196-22A9-7F9B-CABF3D1C38E3}"/>
              </a:ext>
            </a:extLst>
          </p:cNvPr>
          <p:cNvCxnSpPr>
            <a:cxnSpLocks/>
            <a:stCxn id="133" idx="3"/>
            <a:endCxn id="33" idx="1"/>
          </p:cNvCxnSpPr>
          <p:nvPr/>
        </p:nvCxnSpPr>
        <p:spPr>
          <a:xfrm flipV="1">
            <a:off x="7534255" y="2564055"/>
            <a:ext cx="1304842" cy="57314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36" name="Straight Arrow Connector 268">
            <a:extLst>
              <a:ext uri="{FF2B5EF4-FFF2-40B4-BE49-F238E27FC236}">
                <a16:creationId xmlns:a16="http://schemas.microsoft.com/office/drawing/2014/main" id="{838A31E2-B67B-9415-D678-8AF009269552}"/>
              </a:ext>
            </a:extLst>
          </p:cNvPr>
          <p:cNvCxnSpPr>
            <a:cxnSpLocks/>
            <a:stCxn id="106" idx="3"/>
            <a:endCxn id="33" idx="1"/>
          </p:cNvCxnSpPr>
          <p:nvPr/>
        </p:nvCxnSpPr>
        <p:spPr>
          <a:xfrm flipV="1">
            <a:off x="7387474" y="2564055"/>
            <a:ext cx="1451623" cy="31661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39" name="Straight Arrow Connector 268">
            <a:extLst>
              <a:ext uri="{FF2B5EF4-FFF2-40B4-BE49-F238E27FC236}">
                <a16:creationId xmlns:a16="http://schemas.microsoft.com/office/drawing/2014/main" id="{05458409-312C-A7BF-70D7-F7C87B6DF6DE}"/>
              </a:ext>
            </a:extLst>
          </p:cNvPr>
          <p:cNvCxnSpPr>
            <a:cxnSpLocks/>
            <a:stCxn id="101" idx="3"/>
            <a:endCxn id="33" idx="1"/>
          </p:cNvCxnSpPr>
          <p:nvPr/>
        </p:nvCxnSpPr>
        <p:spPr>
          <a:xfrm flipV="1">
            <a:off x="7387474" y="2564055"/>
            <a:ext cx="1451623" cy="9435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42" name="Straight Arrow Connector 268">
            <a:extLst>
              <a:ext uri="{FF2B5EF4-FFF2-40B4-BE49-F238E27FC236}">
                <a16:creationId xmlns:a16="http://schemas.microsoft.com/office/drawing/2014/main" id="{8D64370F-F127-3765-9AE5-DFDE4A8F0E27}"/>
              </a:ext>
            </a:extLst>
          </p:cNvPr>
          <p:cNvCxnSpPr>
            <a:cxnSpLocks/>
            <a:stCxn id="91" idx="3"/>
            <a:endCxn id="33" idx="1"/>
          </p:cNvCxnSpPr>
          <p:nvPr/>
        </p:nvCxnSpPr>
        <p:spPr>
          <a:xfrm>
            <a:off x="7379046" y="2436154"/>
            <a:ext cx="1460051" cy="12790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44" name="Straight Arrow Connector 268">
            <a:extLst>
              <a:ext uri="{FF2B5EF4-FFF2-40B4-BE49-F238E27FC236}">
                <a16:creationId xmlns:a16="http://schemas.microsoft.com/office/drawing/2014/main" id="{51A224DB-B992-B876-2586-D5B5120FC15E}"/>
              </a:ext>
            </a:extLst>
          </p:cNvPr>
          <p:cNvCxnSpPr>
            <a:cxnSpLocks/>
            <a:stCxn id="96" idx="3"/>
            <a:endCxn id="33" idx="1"/>
          </p:cNvCxnSpPr>
          <p:nvPr/>
        </p:nvCxnSpPr>
        <p:spPr>
          <a:xfrm>
            <a:off x="7354406" y="2213898"/>
            <a:ext cx="1484691" cy="350157"/>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46" name="Straight Arrow Connector 268">
            <a:extLst>
              <a:ext uri="{FF2B5EF4-FFF2-40B4-BE49-F238E27FC236}">
                <a16:creationId xmlns:a16="http://schemas.microsoft.com/office/drawing/2014/main" id="{721EA254-995C-DAF6-75CE-34365475A446}"/>
              </a:ext>
            </a:extLst>
          </p:cNvPr>
          <p:cNvCxnSpPr>
            <a:cxnSpLocks/>
            <a:stCxn id="86" idx="3"/>
            <a:endCxn id="33" idx="1"/>
          </p:cNvCxnSpPr>
          <p:nvPr/>
        </p:nvCxnSpPr>
        <p:spPr>
          <a:xfrm>
            <a:off x="7337995" y="1991642"/>
            <a:ext cx="1501102" cy="57241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48" name="Straight Arrow Connector 268">
            <a:extLst>
              <a:ext uri="{FF2B5EF4-FFF2-40B4-BE49-F238E27FC236}">
                <a16:creationId xmlns:a16="http://schemas.microsoft.com/office/drawing/2014/main" id="{9B5890E9-3B72-A615-05CD-4435882F41EE}"/>
              </a:ext>
            </a:extLst>
          </p:cNvPr>
          <p:cNvCxnSpPr>
            <a:cxnSpLocks/>
            <a:stCxn id="81" idx="3"/>
            <a:endCxn id="33" idx="1"/>
          </p:cNvCxnSpPr>
          <p:nvPr/>
        </p:nvCxnSpPr>
        <p:spPr>
          <a:xfrm>
            <a:off x="7337995" y="1769386"/>
            <a:ext cx="1501102" cy="794669"/>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50" name="Straight Arrow Connector 268">
            <a:extLst>
              <a:ext uri="{FF2B5EF4-FFF2-40B4-BE49-F238E27FC236}">
                <a16:creationId xmlns:a16="http://schemas.microsoft.com/office/drawing/2014/main" id="{116F1ADF-6449-5BB4-AB7C-41F3E9A7FD5D}"/>
              </a:ext>
            </a:extLst>
          </p:cNvPr>
          <p:cNvCxnSpPr>
            <a:cxnSpLocks/>
            <a:stCxn id="76" idx="3"/>
            <a:endCxn id="33" idx="1"/>
          </p:cNvCxnSpPr>
          <p:nvPr/>
        </p:nvCxnSpPr>
        <p:spPr>
          <a:xfrm>
            <a:off x="7337994" y="1547130"/>
            <a:ext cx="1501103" cy="101692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452" name="Straight Arrow Connector 268">
            <a:extLst>
              <a:ext uri="{FF2B5EF4-FFF2-40B4-BE49-F238E27FC236}">
                <a16:creationId xmlns:a16="http://schemas.microsoft.com/office/drawing/2014/main" id="{B6A5AFB1-7494-DD1E-359E-7E808F5E938C}"/>
              </a:ext>
            </a:extLst>
          </p:cNvPr>
          <p:cNvCxnSpPr>
            <a:cxnSpLocks/>
            <a:stCxn id="71" idx="3"/>
            <a:endCxn id="33" idx="1"/>
          </p:cNvCxnSpPr>
          <p:nvPr/>
        </p:nvCxnSpPr>
        <p:spPr>
          <a:xfrm>
            <a:off x="7337994" y="1324874"/>
            <a:ext cx="1501103" cy="123918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2023225437"/>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4FE59E2D-8E65-31A8-49F3-3416D7AE6061}"/>
            </a:ext>
          </a:extLst>
        </p:cNvPr>
        <p:cNvGrpSpPr/>
        <p:nvPr/>
      </p:nvGrpSpPr>
      <p:grpSpPr>
        <a:xfrm>
          <a:off x="0" y="0"/>
          <a:ext cx="0" cy="0"/>
          <a:chOff x="0" y="0"/>
          <a:chExt cx="0" cy="0"/>
        </a:xfrm>
      </p:grpSpPr>
      <p:sp>
        <p:nvSpPr>
          <p:cNvPr id="6" name="ZoneTexte 5">
            <a:extLst>
              <a:ext uri="{FF2B5EF4-FFF2-40B4-BE49-F238E27FC236}">
                <a16:creationId xmlns:a16="http://schemas.microsoft.com/office/drawing/2014/main" id="{49D8525C-C154-0F87-6CFB-B5046DA0211E}"/>
              </a:ext>
            </a:extLst>
          </p:cNvPr>
          <p:cNvSpPr txBox="1"/>
          <p:nvPr/>
        </p:nvSpPr>
        <p:spPr>
          <a:xfrm>
            <a:off x="6285056" y="1659800"/>
            <a:ext cx="1626339" cy="369332"/>
          </a:xfrm>
          <a:prstGeom prst="rect">
            <a:avLst/>
          </a:prstGeom>
          <a:noFill/>
        </p:spPr>
        <p:txBody>
          <a:bodyPr wrap="square">
            <a:spAutoFit/>
          </a:bodyPr>
          <a:lstStyle/>
          <a:p>
            <a:r>
              <a:rPr lang="fr-CA" dirty="0" err="1"/>
              <a:t>mod_rejets</a:t>
            </a:r>
            <a:endParaRPr lang="fr-CA" dirty="0"/>
          </a:p>
        </p:txBody>
      </p:sp>
      <p:grpSp>
        <p:nvGrpSpPr>
          <p:cNvPr id="24" name="Groupe 23">
            <a:extLst>
              <a:ext uri="{FF2B5EF4-FFF2-40B4-BE49-F238E27FC236}">
                <a16:creationId xmlns:a16="http://schemas.microsoft.com/office/drawing/2014/main" id="{313E6E5C-E9A7-F97E-4C8B-5A17B354F1D7}"/>
              </a:ext>
            </a:extLst>
          </p:cNvPr>
          <p:cNvGrpSpPr/>
          <p:nvPr/>
        </p:nvGrpSpPr>
        <p:grpSpPr>
          <a:xfrm>
            <a:off x="2527674" y="3191393"/>
            <a:ext cx="2426820" cy="812842"/>
            <a:chOff x="6052569" y="1088562"/>
            <a:chExt cx="2426820" cy="812842"/>
          </a:xfrm>
        </p:grpSpPr>
        <p:grpSp>
          <p:nvGrpSpPr>
            <p:cNvPr id="27" name="Groupe 26">
              <a:extLst>
                <a:ext uri="{FF2B5EF4-FFF2-40B4-BE49-F238E27FC236}">
                  <a16:creationId xmlns:a16="http://schemas.microsoft.com/office/drawing/2014/main" id="{5910EC4D-7A07-1375-504C-4B8F92D4197E}"/>
                </a:ext>
              </a:extLst>
            </p:cNvPr>
            <p:cNvGrpSpPr/>
            <p:nvPr/>
          </p:nvGrpSpPr>
          <p:grpSpPr>
            <a:xfrm>
              <a:off x="6077367" y="1090818"/>
              <a:ext cx="1142787" cy="211169"/>
              <a:chOff x="537659" y="2626239"/>
              <a:chExt cx="1142787" cy="211169"/>
            </a:xfrm>
          </p:grpSpPr>
          <p:pic>
            <p:nvPicPr>
              <p:cNvPr id="29" name="Graphique 28" descr="Base de données avec un remplissage uni">
                <a:extLst>
                  <a:ext uri="{FF2B5EF4-FFF2-40B4-BE49-F238E27FC236}">
                    <a16:creationId xmlns:a16="http://schemas.microsoft.com/office/drawing/2014/main" id="{7FD75768-4A67-22CF-512B-48174AB0363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537659" y="2662709"/>
                <a:ext cx="174699" cy="174699"/>
              </a:xfrm>
              <a:prstGeom prst="rect">
                <a:avLst/>
              </a:prstGeom>
            </p:spPr>
          </p:pic>
          <p:sp>
            <p:nvSpPr>
              <p:cNvPr id="30" name="TextBox 132">
                <a:extLst>
                  <a:ext uri="{FF2B5EF4-FFF2-40B4-BE49-F238E27FC236}">
                    <a16:creationId xmlns:a16="http://schemas.microsoft.com/office/drawing/2014/main" id="{29DAFCFD-C00D-78E0-CBA7-75916CEAB860}"/>
                  </a:ext>
                </a:extLst>
              </p:cNvPr>
              <p:cNvSpPr txBox="1"/>
              <p:nvPr/>
            </p:nvSpPr>
            <p:spPr>
              <a:xfrm>
                <a:off x="680575" y="2626239"/>
                <a:ext cx="999871" cy="200055"/>
              </a:xfrm>
              <a:prstGeom prst="rect">
                <a:avLst/>
              </a:prstGeom>
              <a:noFill/>
            </p:spPr>
            <p:txBody>
              <a:bodyPr wrap="square" rtlCol="0">
                <a:spAutoFit/>
              </a:bodyPr>
              <a:lstStyle/>
              <a:p>
                <a:r>
                  <a:rPr lang="fr-CA" sz="700" dirty="0"/>
                  <a:t>lac1_paramètres()</a:t>
                </a:r>
              </a:p>
            </p:txBody>
          </p:sp>
        </p:grpSp>
        <p:sp>
          <p:nvSpPr>
            <p:cNvPr id="28" name="Rectangle: Rounded Corners 292">
              <a:extLst>
                <a:ext uri="{FF2B5EF4-FFF2-40B4-BE49-F238E27FC236}">
                  <a16:creationId xmlns:a16="http://schemas.microsoft.com/office/drawing/2014/main" id="{0D444855-B598-6B91-1A2F-72DD2B32EF28}"/>
                </a:ext>
              </a:extLst>
            </p:cNvPr>
            <p:cNvSpPr/>
            <p:nvPr/>
          </p:nvSpPr>
          <p:spPr>
            <a:xfrm>
              <a:off x="6052569" y="1088562"/>
              <a:ext cx="2426820" cy="812842"/>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sp>
        <p:nvSpPr>
          <p:cNvPr id="341" name="ZoneTexte 340">
            <a:extLst>
              <a:ext uri="{FF2B5EF4-FFF2-40B4-BE49-F238E27FC236}">
                <a16:creationId xmlns:a16="http://schemas.microsoft.com/office/drawing/2014/main" id="{DF2FE8BE-4E5E-1FAA-C48E-44F4DF226E57}"/>
              </a:ext>
            </a:extLst>
          </p:cNvPr>
          <p:cNvSpPr txBox="1"/>
          <p:nvPr/>
        </p:nvSpPr>
        <p:spPr>
          <a:xfrm>
            <a:off x="2727171" y="3398463"/>
            <a:ext cx="2334900" cy="584775"/>
          </a:xfrm>
          <a:prstGeom prst="rect">
            <a:avLst/>
          </a:prstGeom>
          <a:noFill/>
        </p:spPr>
        <p:txBody>
          <a:bodyPr wrap="square">
            <a:spAutoFit/>
          </a:bodyPr>
          <a:lstStyle/>
          <a:p>
            <a:r>
              <a:rPr lang="fr-CA" sz="800" dirty="0"/>
              <a:t>charge_rejet_kg_annuel_amont_1() à 10()</a:t>
            </a:r>
          </a:p>
          <a:p>
            <a:endParaRPr lang="fr-CA" sz="800" dirty="0"/>
          </a:p>
          <a:p>
            <a:endParaRPr lang="fr-CA" sz="800" dirty="0"/>
          </a:p>
          <a:p>
            <a:r>
              <a:rPr lang="fr-CA" sz="800" dirty="0"/>
              <a:t>nom_charge_rejet_kg_annuel_amont_1() à 10()</a:t>
            </a:r>
          </a:p>
        </p:txBody>
      </p:sp>
      <p:cxnSp>
        <p:nvCxnSpPr>
          <p:cNvPr id="359" name="Straight Arrow Connector 268">
            <a:extLst>
              <a:ext uri="{FF2B5EF4-FFF2-40B4-BE49-F238E27FC236}">
                <a16:creationId xmlns:a16="http://schemas.microsoft.com/office/drawing/2014/main" id="{4E6A81DD-78A7-083B-6F46-461BA64A74A4}"/>
              </a:ext>
            </a:extLst>
          </p:cNvPr>
          <p:cNvCxnSpPr>
            <a:cxnSpLocks/>
          </p:cNvCxnSpPr>
          <p:nvPr/>
        </p:nvCxnSpPr>
        <p:spPr>
          <a:xfrm rot="16200000" flipH="1">
            <a:off x="2619014" y="3390056"/>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60" name="Straight Arrow Connector 268">
            <a:extLst>
              <a:ext uri="{FF2B5EF4-FFF2-40B4-BE49-F238E27FC236}">
                <a16:creationId xmlns:a16="http://schemas.microsoft.com/office/drawing/2014/main" id="{1CCD04DC-F9AC-53B9-5AA1-4D9B6C324564}"/>
              </a:ext>
            </a:extLst>
          </p:cNvPr>
          <p:cNvCxnSpPr>
            <a:cxnSpLocks/>
          </p:cNvCxnSpPr>
          <p:nvPr/>
        </p:nvCxnSpPr>
        <p:spPr>
          <a:xfrm rot="16200000" flipH="1">
            <a:off x="2465076" y="3543994"/>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361" name="Rectangle 360">
            <a:extLst>
              <a:ext uri="{FF2B5EF4-FFF2-40B4-BE49-F238E27FC236}">
                <a16:creationId xmlns:a16="http://schemas.microsoft.com/office/drawing/2014/main" id="{52278CC3-E769-3AA9-A5E9-7F0F720D0005}"/>
              </a:ext>
            </a:extLst>
          </p:cNvPr>
          <p:cNvSpPr/>
          <p:nvPr/>
        </p:nvSpPr>
        <p:spPr>
          <a:xfrm>
            <a:off x="5446991" y="2249020"/>
            <a:ext cx="2739863" cy="3069641"/>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grpSp>
        <p:nvGrpSpPr>
          <p:cNvPr id="375" name="Groupe 374">
            <a:extLst>
              <a:ext uri="{FF2B5EF4-FFF2-40B4-BE49-F238E27FC236}">
                <a16:creationId xmlns:a16="http://schemas.microsoft.com/office/drawing/2014/main" id="{3335E50C-8635-EED8-5112-82AC393DC909}"/>
              </a:ext>
            </a:extLst>
          </p:cNvPr>
          <p:cNvGrpSpPr/>
          <p:nvPr/>
        </p:nvGrpSpPr>
        <p:grpSpPr>
          <a:xfrm>
            <a:off x="9549649" y="3121992"/>
            <a:ext cx="1675940" cy="1004048"/>
            <a:chOff x="8839097" y="2324847"/>
            <a:chExt cx="1675940" cy="1004048"/>
          </a:xfrm>
        </p:grpSpPr>
        <p:grpSp>
          <p:nvGrpSpPr>
            <p:cNvPr id="509" name="Groupe 508">
              <a:extLst>
                <a:ext uri="{FF2B5EF4-FFF2-40B4-BE49-F238E27FC236}">
                  <a16:creationId xmlns:a16="http://schemas.microsoft.com/office/drawing/2014/main" id="{C86CFFE6-B607-18BB-CCCE-FE5AF6EC9A64}"/>
                </a:ext>
              </a:extLst>
            </p:cNvPr>
            <p:cNvGrpSpPr/>
            <p:nvPr/>
          </p:nvGrpSpPr>
          <p:grpSpPr>
            <a:xfrm>
              <a:off x="8839097" y="2324847"/>
              <a:ext cx="1675940" cy="1004048"/>
              <a:chOff x="8963693" y="2428583"/>
              <a:chExt cx="1675940" cy="1004048"/>
            </a:xfrm>
          </p:grpSpPr>
          <p:grpSp>
            <p:nvGrpSpPr>
              <p:cNvPr id="510" name="Groupe 509">
                <a:extLst>
                  <a:ext uri="{FF2B5EF4-FFF2-40B4-BE49-F238E27FC236}">
                    <a16:creationId xmlns:a16="http://schemas.microsoft.com/office/drawing/2014/main" id="{A62840E9-2A97-75F2-3DEA-F33A4F7140D7}"/>
                  </a:ext>
                </a:extLst>
              </p:cNvPr>
              <p:cNvGrpSpPr/>
              <p:nvPr/>
            </p:nvGrpSpPr>
            <p:grpSpPr>
              <a:xfrm>
                <a:off x="8963693" y="2428583"/>
                <a:ext cx="1571915" cy="1004048"/>
                <a:chOff x="9860316" y="4459928"/>
                <a:chExt cx="1571915" cy="1004048"/>
              </a:xfrm>
            </p:grpSpPr>
            <p:grpSp>
              <p:nvGrpSpPr>
                <p:cNvPr id="147" name="Groupe 146">
                  <a:extLst>
                    <a:ext uri="{FF2B5EF4-FFF2-40B4-BE49-F238E27FC236}">
                      <a16:creationId xmlns:a16="http://schemas.microsoft.com/office/drawing/2014/main" id="{081940D8-6897-CFD6-FE56-D9026FDC000F}"/>
                    </a:ext>
                  </a:extLst>
                </p:cNvPr>
                <p:cNvGrpSpPr/>
                <p:nvPr/>
              </p:nvGrpSpPr>
              <p:grpSpPr>
                <a:xfrm>
                  <a:off x="9860316" y="4459928"/>
                  <a:ext cx="1571915" cy="1004048"/>
                  <a:chOff x="416070" y="1955712"/>
                  <a:chExt cx="1571915" cy="1004048"/>
                </a:xfrm>
              </p:grpSpPr>
              <p:grpSp>
                <p:nvGrpSpPr>
                  <p:cNvPr id="202" name="Groupe 201">
                    <a:extLst>
                      <a:ext uri="{FF2B5EF4-FFF2-40B4-BE49-F238E27FC236}">
                        <a16:creationId xmlns:a16="http://schemas.microsoft.com/office/drawing/2014/main" id="{B0EDF8D2-BFA3-8E1E-6D84-37038A75E685}"/>
                      </a:ext>
                    </a:extLst>
                  </p:cNvPr>
                  <p:cNvGrpSpPr/>
                  <p:nvPr/>
                </p:nvGrpSpPr>
                <p:grpSpPr>
                  <a:xfrm>
                    <a:off x="416070" y="2029298"/>
                    <a:ext cx="1094790" cy="331243"/>
                    <a:chOff x="780703" y="5853141"/>
                    <a:chExt cx="1094790" cy="331243"/>
                  </a:xfrm>
                </p:grpSpPr>
                <p:pic>
                  <p:nvPicPr>
                    <p:cNvPr id="205" name="Graphique 204" descr="Presse-papiers vérifié avec un remplissage uni">
                      <a:extLst>
                        <a:ext uri="{FF2B5EF4-FFF2-40B4-BE49-F238E27FC236}">
                          <a16:creationId xmlns:a16="http://schemas.microsoft.com/office/drawing/2014/main" id="{B7511ED4-085F-164C-96FF-CCD8C7CE0DCB}"/>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0703" y="5853141"/>
                      <a:ext cx="331243" cy="331243"/>
                    </a:xfrm>
                    <a:prstGeom prst="rect">
                      <a:avLst/>
                    </a:prstGeom>
                  </p:spPr>
                </p:pic>
                <p:sp>
                  <p:nvSpPr>
                    <p:cNvPr id="207" name="TextBox 132">
                      <a:extLst>
                        <a:ext uri="{FF2B5EF4-FFF2-40B4-BE49-F238E27FC236}">
                          <a16:creationId xmlns:a16="http://schemas.microsoft.com/office/drawing/2014/main" id="{0BFB0DE7-B5AE-0074-2B59-A6C0C1AA45F2}"/>
                        </a:ext>
                      </a:extLst>
                    </p:cNvPr>
                    <p:cNvSpPr txBox="1"/>
                    <p:nvPr/>
                  </p:nvSpPr>
                  <p:spPr>
                    <a:xfrm>
                      <a:off x="981298" y="5940230"/>
                      <a:ext cx="894195" cy="169277"/>
                    </a:xfrm>
                    <a:prstGeom prst="rect">
                      <a:avLst/>
                    </a:prstGeom>
                    <a:noFill/>
                  </p:spPr>
                  <p:txBody>
                    <a:bodyPr wrap="square" rtlCol="0">
                      <a:spAutoFit/>
                    </a:bodyPr>
                    <a:lstStyle/>
                    <a:p>
                      <a:r>
                        <a:rPr lang="fr-CA" sz="500" dirty="0"/>
                        <a:t>lac1_rejets</a:t>
                      </a:r>
                    </a:p>
                  </p:txBody>
                </p:sp>
              </p:grpSp>
              <p:sp>
                <p:nvSpPr>
                  <p:cNvPr id="204" name="Rectangle: Rounded Corners 292">
                    <a:extLst>
                      <a:ext uri="{FF2B5EF4-FFF2-40B4-BE49-F238E27FC236}">
                        <a16:creationId xmlns:a16="http://schemas.microsoft.com/office/drawing/2014/main" id="{5767CE29-22D7-1DED-B2A4-F2C05A4E2FF1}"/>
                      </a:ext>
                    </a:extLst>
                  </p:cNvPr>
                  <p:cNvSpPr/>
                  <p:nvPr/>
                </p:nvSpPr>
                <p:spPr>
                  <a:xfrm>
                    <a:off x="416070" y="1955712"/>
                    <a:ext cx="1571915" cy="1004048"/>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148" name="Straight Arrow Connector 268">
                  <a:extLst>
                    <a:ext uri="{FF2B5EF4-FFF2-40B4-BE49-F238E27FC236}">
                      <a16:creationId xmlns:a16="http://schemas.microsoft.com/office/drawing/2014/main" id="{878DF017-D3EC-A6CD-893C-C32F83E50D4C}"/>
                    </a:ext>
                  </a:extLst>
                </p:cNvPr>
                <p:cNvCxnSpPr>
                  <a:cxnSpLocks/>
                  <a:stCxn id="205"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49" name="Straight Arrow Connector 268">
                  <a:extLst>
                    <a:ext uri="{FF2B5EF4-FFF2-40B4-BE49-F238E27FC236}">
                      <a16:creationId xmlns:a16="http://schemas.microsoft.com/office/drawing/2014/main" id="{8C308DBE-6949-4640-0DE3-BDAB41A2B47A}"/>
                    </a:ext>
                  </a:extLst>
                </p:cNvPr>
                <p:cNvCxnSpPr>
                  <a:cxnSpLocks/>
                  <a:stCxn id="205"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146" name="ZoneTexte 145">
                <a:extLst>
                  <a:ext uri="{FF2B5EF4-FFF2-40B4-BE49-F238E27FC236}">
                    <a16:creationId xmlns:a16="http://schemas.microsoft.com/office/drawing/2014/main" id="{D406FF0C-C45A-9514-4D01-1F73CF1173EA}"/>
                  </a:ext>
                </a:extLst>
              </p:cNvPr>
              <p:cNvSpPr txBox="1"/>
              <p:nvPr/>
            </p:nvSpPr>
            <p:spPr>
              <a:xfrm>
                <a:off x="9490401" y="2869063"/>
                <a:ext cx="1149232" cy="184666"/>
              </a:xfrm>
              <a:prstGeom prst="rect">
                <a:avLst/>
              </a:prstGeom>
              <a:noFill/>
            </p:spPr>
            <p:txBody>
              <a:bodyPr wrap="square" rtlCol="0">
                <a:spAutoFit/>
              </a:bodyPr>
              <a:lstStyle/>
              <a:p>
                <a:r>
                  <a:rPr lang="fr-CA" sz="600" dirty="0" err="1"/>
                  <a:t>concentrations_rejet_mgl</a:t>
                </a:r>
                <a:r>
                  <a:rPr lang="fr-CA" sz="600" dirty="0"/>
                  <a:t>()</a:t>
                </a:r>
              </a:p>
            </p:txBody>
          </p:sp>
          <p:grpSp>
            <p:nvGrpSpPr>
              <p:cNvPr id="140" name="Groupe 139">
                <a:extLst>
                  <a:ext uri="{FF2B5EF4-FFF2-40B4-BE49-F238E27FC236}">
                    <a16:creationId xmlns:a16="http://schemas.microsoft.com/office/drawing/2014/main" id="{5628FC57-4E81-2407-2C07-E836F5E073E2}"/>
                  </a:ext>
                </a:extLst>
              </p:cNvPr>
              <p:cNvGrpSpPr/>
              <p:nvPr/>
            </p:nvGrpSpPr>
            <p:grpSpPr>
              <a:xfrm>
                <a:off x="9332030" y="3154642"/>
                <a:ext cx="1280256" cy="234536"/>
                <a:chOff x="9213673" y="2065803"/>
                <a:chExt cx="1280256" cy="234536"/>
              </a:xfrm>
            </p:grpSpPr>
            <p:pic>
              <p:nvPicPr>
                <p:cNvPr id="143" name="Image 142">
                  <a:extLst>
                    <a:ext uri="{FF2B5EF4-FFF2-40B4-BE49-F238E27FC236}">
                      <a16:creationId xmlns:a16="http://schemas.microsoft.com/office/drawing/2014/main" id="{12EC1254-B7C9-3891-98A1-7F1656ED8AD2}"/>
                    </a:ext>
                  </a:extLst>
                </p:cNvPr>
                <p:cNvPicPr>
                  <a:picLocks noChangeAspect="1"/>
                </p:cNvPicPr>
                <p:nvPr/>
              </p:nvPicPr>
              <p:blipFill>
                <a:blip r:embed="rId7">
                  <a:extLst>
                    <a:ext uri="{BEBA8EAE-BF5A-486C-A8C5-ECC9F3942E4B}">
                      <a14:imgProps xmlns:a14="http://schemas.microsoft.com/office/drawing/2010/main">
                        <a14:imgLayer r:embed="rId8">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144" name="ZoneTexte 143">
                  <a:extLst>
                    <a:ext uri="{FF2B5EF4-FFF2-40B4-BE49-F238E27FC236}">
                      <a16:creationId xmlns:a16="http://schemas.microsoft.com/office/drawing/2014/main" id="{472B95D3-681D-C172-E353-723F78FED3D4}"/>
                    </a:ext>
                  </a:extLst>
                </p:cNvPr>
                <p:cNvSpPr txBox="1"/>
                <p:nvPr/>
              </p:nvSpPr>
              <p:spPr>
                <a:xfrm>
                  <a:off x="9344698" y="2101327"/>
                  <a:ext cx="1149231" cy="184666"/>
                </a:xfrm>
                <a:prstGeom prst="rect">
                  <a:avLst/>
                </a:prstGeom>
                <a:noFill/>
              </p:spPr>
              <p:txBody>
                <a:bodyPr wrap="square" rtlCol="0">
                  <a:spAutoFit/>
                </a:bodyPr>
                <a:lstStyle/>
                <a:p>
                  <a:r>
                    <a:rPr lang="fr-CA" sz="600" dirty="0" err="1"/>
                    <a:t>is_values_overwritten</a:t>
                  </a:r>
                  <a:r>
                    <a:rPr lang="fr-CA" sz="600" dirty="0"/>
                    <a:t>()</a:t>
                  </a:r>
                </a:p>
              </p:txBody>
            </p:sp>
          </p:grpSp>
        </p:grpSp>
        <p:pic>
          <p:nvPicPr>
            <p:cNvPr id="364" name="Graphique 363" descr="Presse-papiers vérifié avec un remplissage uni">
              <a:extLst>
                <a:ext uri="{FF2B5EF4-FFF2-40B4-BE49-F238E27FC236}">
                  <a16:creationId xmlns:a16="http://schemas.microsoft.com/office/drawing/2014/main" id="{079F0EC6-D06F-0F5F-4E9A-2DBAE85DE8F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29161" y="2765200"/>
              <a:ext cx="259479" cy="259479"/>
            </a:xfrm>
            <a:prstGeom prst="rect">
              <a:avLst/>
            </a:prstGeom>
          </p:spPr>
        </p:pic>
      </p:grpSp>
      <p:cxnSp>
        <p:nvCxnSpPr>
          <p:cNvPr id="366" name="Straight Arrow Connector 268">
            <a:extLst>
              <a:ext uri="{FF2B5EF4-FFF2-40B4-BE49-F238E27FC236}">
                <a16:creationId xmlns:a16="http://schemas.microsoft.com/office/drawing/2014/main" id="{4F0A3845-6F5B-25E3-BC5A-E5FDB0D8C36F}"/>
              </a:ext>
            </a:extLst>
          </p:cNvPr>
          <p:cNvCxnSpPr>
            <a:cxnSpLocks/>
            <a:stCxn id="28" idx="3"/>
            <a:endCxn id="361" idx="1"/>
          </p:cNvCxnSpPr>
          <p:nvPr/>
        </p:nvCxnSpPr>
        <p:spPr>
          <a:xfrm>
            <a:off x="4954494" y="3597814"/>
            <a:ext cx="492497" cy="186027"/>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372" name="Straight Arrow Connector 268">
            <a:extLst>
              <a:ext uri="{FF2B5EF4-FFF2-40B4-BE49-F238E27FC236}">
                <a16:creationId xmlns:a16="http://schemas.microsoft.com/office/drawing/2014/main" id="{59B5B0D0-4F58-1F66-28CC-EFCD1D73B6F8}"/>
              </a:ext>
            </a:extLst>
          </p:cNvPr>
          <p:cNvCxnSpPr>
            <a:cxnSpLocks/>
            <a:stCxn id="361" idx="3"/>
            <a:endCxn id="204" idx="1"/>
          </p:cNvCxnSpPr>
          <p:nvPr/>
        </p:nvCxnSpPr>
        <p:spPr>
          <a:xfrm flipV="1">
            <a:off x="8186854" y="3624016"/>
            <a:ext cx="1362795" cy="15982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Tree>
    <p:extLst>
      <p:ext uri="{BB962C8B-B14F-4D97-AF65-F5344CB8AC3E}">
        <p14:creationId xmlns:p14="http://schemas.microsoft.com/office/powerpoint/2010/main" val="91941189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A372D-786E-FCF4-BAEB-CBFCCAE3169D}"/>
            </a:ext>
          </a:extLst>
        </p:cNvPr>
        <p:cNvGrpSpPr/>
        <p:nvPr/>
      </p:nvGrpSpPr>
      <p:grpSpPr>
        <a:xfrm>
          <a:off x="0" y="0"/>
          <a:ext cx="0" cy="0"/>
          <a:chOff x="0" y="0"/>
          <a:chExt cx="0" cy="0"/>
        </a:xfrm>
      </p:grpSpPr>
      <p:cxnSp>
        <p:nvCxnSpPr>
          <p:cNvPr id="51" name="Straight Arrow Connector 268">
            <a:extLst>
              <a:ext uri="{FF2B5EF4-FFF2-40B4-BE49-F238E27FC236}">
                <a16:creationId xmlns:a16="http://schemas.microsoft.com/office/drawing/2014/main" id="{BA0D4AD5-242E-08DD-23B9-2AEC5A4512DA}"/>
              </a:ext>
            </a:extLst>
          </p:cNvPr>
          <p:cNvCxnSpPr>
            <a:cxnSpLocks/>
            <a:stCxn id="219" idx="3"/>
            <a:endCxn id="29" idx="1"/>
          </p:cNvCxnSpPr>
          <p:nvPr/>
        </p:nvCxnSpPr>
        <p:spPr>
          <a:xfrm flipV="1">
            <a:off x="3253120" y="839493"/>
            <a:ext cx="837988" cy="214543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54" name="Straight Arrow Connector 268">
            <a:extLst>
              <a:ext uri="{FF2B5EF4-FFF2-40B4-BE49-F238E27FC236}">
                <a16:creationId xmlns:a16="http://schemas.microsoft.com/office/drawing/2014/main" id="{25FF14A3-694C-A46A-DB31-852678A304C7}"/>
              </a:ext>
            </a:extLst>
          </p:cNvPr>
          <p:cNvCxnSpPr>
            <a:cxnSpLocks/>
            <a:stCxn id="198" idx="3"/>
            <a:endCxn id="29" idx="1"/>
          </p:cNvCxnSpPr>
          <p:nvPr/>
        </p:nvCxnSpPr>
        <p:spPr>
          <a:xfrm flipV="1">
            <a:off x="1866259" y="839493"/>
            <a:ext cx="2224849" cy="13898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74" name="Straight Arrow Connector 268">
            <a:extLst>
              <a:ext uri="{FF2B5EF4-FFF2-40B4-BE49-F238E27FC236}">
                <a16:creationId xmlns:a16="http://schemas.microsoft.com/office/drawing/2014/main" id="{6284D1DE-1893-4421-6E11-C7946F9D07E4}"/>
              </a:ext>
            </a:extLst>
          </p:cNvPr>
          <p:cNvCxnSpPr>
            <a:cxnSpLocks/>
            <a:stCxn id="165" idx="0"/>
            <a:endCxn id="29" idx="1"/>
          </p:cNvCxnSpPr>
          <p:nvPr/>
        </p:nvCxnSpPr>
        <p:spPr>
          <a:xfrm rot="16200000" flipV="1">
            <a:off x="6000287" y="-1069686"/>
            <a:ext cx="1990382" cy="5808740"/>
          </a:xfrm>
          <a:prstGeom prst="curvedConnector4">
            <a:avLst>
              <a:gd name="adj1" fmla="val 34459"/>
              <a:gd name="adj2" fmla="val 103935"/>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1" name="Straight Arrow Connector 268">
            <a:extLst>
              <a:ext uri="{FF2B5EF4-FFF2-40B4-BE49-F238E27FC236}">
                <a16:creationId xmlns:a16="http://schemas.microsoft.com/office/drawing/2014/main" id="{C75DCAD3-CBEA-2ACE-40E5-B2B3AD72F291}"/>
              </a:ext>
            </a:extLst>
          </p:cNvPr>
          <p:cNvCxnSpPr>
            <a:cxnSpLocks/>
            <a:stCxn id="29" idx="3"/>
            <a:endCxn id="246" idx="1"/>
          </p:cNvCxnSpPr>
          <p:nvPr/>
        </p:nvCxnSpPr>
        <p:spPr>
          <a:xfrm>
            <a:off x="6830971" y="839493"/>
            <a:ext cx="3095102" cy="525388"/>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95" name="Straight Arrow Connector 268">
            <a:extLst>
              <a:ext uri="{FF2B5EF4-FFF2-40B4-BE49-F238E27FC236}">
                <a16:creationId xmlns:a16="http://schemas.microsoft.com/office/drawing/2014/main" id="{DE630371-2116-C4EB-9668-58F30FDCD057}"/>
              </a:ext>
            </a:extLst>
          </p:cNvPr>
          <p:cNvCxnSpPr>
            <a:cxnSpLocks/>
            <a:stCxn id="219" idx="3"/>
            <a:endCxn id="94" idx="1"/>
          </p:cNvCxnSpPr>
          <p:nvPr/>
        </p:nvCxnSpPr>
        <p:spPr>
          <a:xfrm>
            <a:off x="3253120" y="2984928"/>
            <a:ext cx="2718966" cy="2695158"/>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98" name="Straight Arrow Connector 268">
            <a:extLst>
              <a:ext uri="{FF2B5EF4-FFF2-40B4-BE49-F238E27FC236}">
                <a16:creationId xmlns:a16="http://schemas.microsoft.com/office/drawing/2014/main" id="{9C0A76AB-A1DF-D4B4-D989-3BB15A66096D}"/>
              </a:ext>
            </a:extLst>
          </p:cNvPr>
          <p:cNvCxnSpPr>
            <a:cxnSpLocks/>
            <a:stCxn id="182" idx="3"/>
            <a:endCxn id="94" idx="1"/>
          </p:cNvCxnSpPr>
          <p:nvPr/>
        </p:nvCxnSpPr>
        <p:spPr>
          <a:xfrm>
            <a:off x="2015648" y="5437685"/>
            <a:ext cx="3956438" cy="24240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15" name="Straight Arrow Connector 268">
            <a:extLst>
              <a:ext uri="{FF2B5EF4-FFF2-40B4-BE49-F238E27FC236}">
                <a16:creationId xmlns:a16="http://schemas.microsoft.com/office/drawing/2014/main" id="{836EBF29-D0E9-F8B1-03E9-2EF121322F43}"/>
              </a:ext>
            </a:extLst>
          </p:cNvPr>
          <p:cNvCxnSpPr>
            <a:cxnSpLocks/>
            <a:stCxn id="94" idx="0"/>
            <a:endCxn id="165" idx="2"/>
          </p:cNvCxnSpPr>
          <p:nvPr/>
        </p:nvCxnSpPr>
        <p:spPr>
          <a:xfrm rot="5400000" flipH="1" flipV="1">
            <a:off x="7813243" y="2974837"/>
            <a:ext cx="1615381" cy="255783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28" name="Groupe 127">
            <a:extLst>
              <a:ext uri="{FF2B5EF4-FFF2-40B4-BE49-F238E27FC236}">
                <a16:creationId xmlns:a16="http://schemas.microsoft.com/office/drawing/2014/main" id="{66373D35-FD23-6BCE-9BC5-850FBD6C4DAF}"/>
              </a:ext>
            </a:extLst>
          </p:cNvPr>
          <p:cNvGrpSpPr/>
          <p:nvPr/>
        </p:nvGrpSpPr>
        <p:grpSpPr>
          <a:xfrm>
            <a:off x="6535376" y="3561433"/>
            <a:ext cx="1613282" cy="234536"/>
            <a:chOff x="3832924" y="4001373"/>
            <a:chExt cx="1613282" cy="234536"/>
          </a:xfrm>
        </p:grpSpPr>
        <p:pic>
          <p:nvPicPr>
            <p:cNvPr id="125" name="Image 124">
              <a:extLst>
                <a:ext uri="{FF2B5EF4-FFF2-40B4-BE49-F238E27FC236}">
                  <a16:creationId xmlns:a16="http://schemas.microsoft.com/office/drawing/2014/main" id="{4A02B7DD-BA2B-48F7-8FC9-B4CFC4D25BAF}"/>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3922332" y="4001373"/>
              <a:ext cx="174699" cy="234536"/>
            </a:xfrm>
            <a:prstGeom prst="rect">
              <a:avLst/>
            </a:prstGeom>
          </p:spPr>
        </p:pic>
        <p:sp>
          <p:nvSpPr>
            <p:cNvPr id="126" name="ZoneTexte 125">
              <a:extLst>
                <a:ext uri="{FF2B5EF4-FFF2-40B4-BE49-F238E27FC236}">
                  <a16:creationId xmlns:a16="http://schemas.microsoft.com/office/drawing/2014/main" id="{F30C31A7-868E-0FE8-7CA6-B88E62CADF20}"/>
                </a:ext>
              </a:extLst>
            </p:cNvPr>
            <p:cNvSpPr txBox="1"/>
            <p:nvPr/>
          </p:nvSpPr>
          <p:spPr>
            <a:xfrm>
              <a:off x="4053357" y="4036897"/>
              <a:ext cx="1392849" cy="184666"/>
            </a:xfrm>
            <a:prstGeom prst="rect">
              <a:avLst/>
            </a:prstGeom>
            <a:noFill/>
          </p:spPr>
          <p:txBody>
            <a:bodyPr wrap="square" rtlCol="0">
              <a:spAutoFit/>
            </a:bodyPr>
            <a:lstStyle/>
            <a:p>
              <a:r>
                <a:rPr lang="fr-CA" sz="600" dirty="0"/>
                <a:t>lac1_volume_rejet_m3_annuel()</a:t>
              </a:r>
            </a:p>
          </p:txBody>
        </p:sp>
        <p:sp>
          <p:nvSpPr>
            <p:cNvPr id="127" name="Rectangle: Rounded Corners 292">
              <a:extLst>
                <a:ext uri="{FF2B5EF4-FFF2-40B4-BE49-F238E27FC236}">
                  <a16:creationId xmlns:a16="http://schemas.microsoft.com/office/drawing/2014/main" id="{6CCFBE30-1AED-6BC4-7FD9-CD6A24926DD1}"/>
                </a:ext>
              </a:extLst>
            </p:cNvPr>
            <p:cNvSpPr/>
            <p:nvPr/>
          </p:nvSpPr>
          <p:spPr>
            <a:xfrm>
              <a:off x="3832924" y="4014093"/>
              <a:ext cx="1472606" cy="219322"/>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cxnSp>
        <p:nvCxnSpPr>
          <p:cNvPr id="134" name="Straight Arrow Connector 268">
            <a:extLst>
              <a:ext uri="{FF2B5EF4-FFF2-40B4-BE49-F238E27FC236}">
                <a16:creationId xmlns:a16="http://schemas.microsoft.com/office/drawing/2014/main" id="{BA8F36C6-0FA4-871C-3F86-6DA0F8581AEF}"/>
              </a:ext>
            </a:extLst>
          </p:cNvPr>
          <p:cNvCxnSpPr>
            <a:cxnSpLocks/>
            <a:stCxn id="219" idx="3"/>
            <a:endCxn id="138" idx="1"/>
          </p:cNvCxnSpPr>
          <p:nvPr/>
        </p:nvCxnSpPr>
        <p:spPr>
          <a:xfrm flipV="1">
            <a:off x="3253120" y="2689952"/>
            <a:ext cx="2207919" cy="294976"/>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39" name="Groupe 138">
            <a:extLst>
              <a:ext uri="{FF2B5EF4-FFF2-40B4-BE49-F238E27FC236}">
                <a16:creationId xmlns:a16="http://schemas.microsoft.com/office/drawing/2014/main" id="{500974A0-702F-CCF3-42A8-FA0ED8518F63}"/>
              </a:ext>
            </a:extLst>
          </p:cNvPr>
          <p:cNvGrpSpPr/>
          <p:nvPr/>
        </p:nvGrpSpPr>
        <p:grpSpPr>
          <a:xfrm>
            <a:off x="5461039" y="2485185"/>
            <a:ext cx="2370001" cy="409533"/>
            <a:chOff x="5006648" y="3612463"/>
            <a:chExt cx="2370001" cy="409533"/>
          </a:xfrm>
        </p:grpSpPr>
        <p:sp>
          <p:nvSpPr>
            <p:cNvPr id="138" name="Rectangle 137">
              <a:extLst>
                <a:ext uri="{FF2B5EF4-FFF2-40B4-BE49-F238E27FC236}">
                  <a16:creationId xmlns:a16="http://schemas.microsoft.com/office/drawing/2014/main" id="{86D96FCF-2BF0-7E31-2CD5-99E85C3E516E}"/>
                </a:ext>
              </a:extLst>
            </p:cNvPr>
            <p:cNvSpPr/>
            <p:nvPr/>
          </p:nvSpPr>
          <p:spPr>
            <a:xfrm>
              <a:off x="5006648" y="3612463"/>
              <a:ext cx="2370001" cy="409533"/>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119" name="ZoneTexte 118">
              <a:extLst>
                <a:ext uri="{FF2B5EF4-FFF2-40B4-BE49-F238E27FC236}">
                  <a16:creationId xmlns:a16="http://schemas.microsoft.com/office/drawing/2014/main" id="{74851B17-3693-AB0C-9B14-EE39C7D60A76}"/>
                </a:ext>
              </a:extLst>
            </p:cNvPr>
            <p:cNvSpPr txBox="1"/>
            <p:nvPr/>
          </p:nvSpPr>
          <p:spPr>
            <a:xfrm>
              <a:off x="5052910" y="3678729"/>
              <a:ext cx="2277475" cy="276999"/>
            </a:xfrm>
            <a:prstGeom prst="rect">
              <a:avLst/>
            </a:prstGeom>
            <a:noFill/>
          </p:spPr>
          <p:txBody>
            <a:bodyPr wrap="square">
              <a:spAutoFit/>
            </a:bodyPr>
            <a:lstStyle/>
            <a:p>
              <a:r>
                <a:rPr lang="fr-CA" sz="1200" dirty="0"/>
                <a:t>mod_volume_rejet_m3_annuel</a:t>
              </a:r>
            </a:p>
          </p:txBody>
        </p:sp>
      </p:grpSp>
      <p:cxnSp>
        <p:nvCxnSpPr>
          <p:cNvPr id="141" name="Straight Arrow Connector 268">
            <a:extLst>
              <a:ext uri="{FF2B5EF4-FFF2-40B4-BE49-F238E27FC236}">
                <a16:creationId xmlns:a16="http://schemas.microsoft.com/office/drawing/2014/main" id="{00C4B786-7F13-94D8-97DE-D25184A1C55C}"/>
              </a:ext>
            </a:extLst>
          </p:cNvPr>
          <p:cNvCxnSpPr>
            <a:cxnSpLocks/>
            <a:stCxn id="138" idx="3"/>
            <a:endCxn id="127" idx="1"/>
          </p:cNvCxnSpPr>
          <p:nvPr/>
        </p:nvCxnSpPr>
        <p:spPr>
          <a:xfrm flipH="1">
            <a:off x="6535376" y="2689952"/>
            <a:ext cx="1295664" cy="993862"/>
          </a:xfrm>
          <a:prstGeom prst="curvedConnector5">
            <a:avLst>
              <a:gd name="adj1" fmla="val -17643"/>
              <a:gd name="adj2" fmla="val 54785"/>
              <a:gd name="adj3" fmla="val 117643"/>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44" name="Straight Arrow Connector 268">
            <a:extLst>
              <a:ext uri="{FF2B5EF4-FFF2-40B4-BE49-F238E27FC236}">
                <a16:creationId xmlns:a16="http://schemas.microsoft.com/office/drawing/2014/main" id="{938F1F27-74FB-ED3C-B78D-99630200D1D3}"/>
              </a:ext>
            </a:extLst>
          </p:cNvPr>
          <p:cNvCxnSpPr>
            <a:cxnSpLocks/>
            <a:stCxn id="127" idx="3"/>
            <a:endCxn id="94" idx="1"/>
          </p:cNvCxnSpPr>
          <p:nvPr/>
        </p:nvCxnSpPr>
        <p:spPr>
          <a:xfrm flipH="1">
            <a:off x="5972086" y="3683814"/>
            <a:ext cx="2035896" cy="1996272"/>
          </a:xfrm>
          <a:prstGeom prst="curvedConnector5">
            <a:avLst>
              <a:gd name="adj1" fmla="val -11228"/>
              <a:gd name="adj2" fmla="val 37252"/>
              <a:gd name="adj3" fmla="val 111228"/>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51" name="Groupe 150">
            <a:extLst>
              <a:ext uri="{FF2B5EF4-FFF2-40B4-BE49-F238E27FC236}">
                <a16:creationId xmlns:a16="http://schemas.microsoft.com/office/drawing/2014/main" id="{CA8420F4-6E9C-2799-725B-5A08CC5F45FF}"/>
              </a:ext>
            </a:extLst>
          </p:cNvPr>
          <p:cNvGrpSpPr/>
          <p:nvPr/>
        </p:nvGrpSpPr>
        <p:grpSpPr>
          <a:xfrm>
            <a:off x="5972086" y="5061442"/>
            <a:ext cx="2739863" cy="1237288"/>
            <a:chOff x="4091109" y="5178930"/>
            <a:chExt cx="2739863" cy="1237288"/>
          </a:xfrm>
        </p:grpSpPr>
        <p:sp>
          <p:nvSpPr>
            <p:cNvPr id="94" name="Rectangle 93">
              <a:extLst>
                <a:ext uri="{FF2B5EF4-FFF2-40B4-BE49-F238E27FC236}">
                  <a16:creationId xmlns:a16="http://schemas.microsoft.com/office/drawing/2014/main" id="{46A2EB4B-1BF8-9C2F-43BF-F2491B8CDEFA}"/>
                </a:ext>
              </a:extLst>
            </p:cNvPr>
            <p:cNvSpPr/>
            <p:nvPr/>
          </p:nvSpPr>
          <p:spPr>
            <a:xfrm>
              <a:off x="4091109" y="5178930"/>
              <a:ext cx="2739863" cy="1237288"/>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93" name="ZoneTexte 92">
              <a:extLst>
                <a:ext uri="{FF2B5EF4-FFF2-40B4-BE49-F238E27FC236}">
                  <a16:creationId xmlns:a16="http://schemas.microsoft.com/office/drawing/2014/main" id="{85315705-9C47-83E2-6EB8-E910FBC5038E}"/>
                </a:ext>
              </a:extLst>
            </p:cNvPr>
            <p:cNvSpPr txBox="1"/>
            <p:nvPr/>
          </p:nvSpPr>
          <p:spPr>
            <a:xfrm>
              <a:off x="4187800" y="5213493"/>
              <a:ext cx="2200354" cy="369332"/>
            </a:xfrm>
            <a:prstGeom prst="rect">
              <a:avLst/>
            </a:prstGeom>
            <a:noFill/>
          </p:spPr>
          <p:txBody>
            <a:bodyPr wrap="square">
              <a:spAutoFit/>
            </a:bodyPr>
            <a:lstStyle/>
            <a:p>
              <a:r>
                <a:rPr lang="fr-CA" dirty="0" err="1"/>
                <a:t>mod_charge_rejet</a:t>
              </a:r>
              <a:endParaRPr lang="fr-CA" dirty="0"/>
            </a:p>
          </p:txBody>
        </p:sp>
      </p:grpSp>
      <p:grpSp>
        <p:nvGrpSpPr>
          <p:cNvPr id="152" name="Groupe 151">
            <a:extLst>
              <a:ext uri="{FF2B5EF4-FFF2-40B4-BE49-F238E27FC236}">
                <a16:creationId xmlns:a16="http://schemas.microsoft.com/office/drawing/2014/main" id="{47E05971-FC56-07D0-2FB2-35C598694603}"/>
              </a:ext>
            </a:extLst>
          </p:cNvPr>
          <p:cNvGrpSpPr/>
          <p:nvPr/>
        </p:nvGrpSpPr>
        <p:grpSpPr>
          <a:xfrm>
            <a:off x="4091108" y="220849"/>
            <a:ext cx="2739863" cy="1237288"/>
            <a:chOff x="5131091" y="792162"/>
            <a:chExt cx="2739863" cy="1237288"/>
          </a:xfrm>
        </p:grpSpPr>
        <p:sp>
          <p:nvSpPr>
            <p:cNvPr id="29" name="Rectangle 28">
              <a:extLst>
                <a:ext uri="{FF2B5EF4-FFF2-40B4-BE49-F238E27FC236}">
                  <a16:creationId xmlns:a16="http://schemas.microsoft.com/office/drawing/2014/main" id="{7236F9B4-B088-B48A-A2A3-2B8C8EFEE692}"/>
                </a:ext>
              </a:extLst>
            </p:cNvPr>
            <p:cNvSpPr/>
            <p:nvPr/>
          </p:nvSpPr>
          <p:spPr>
            <a:xfrm>
              <a:off x="5131091" y="792162"/>
              <a:ext cx="2739863" cy="1237288"/>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sp>
          <p:nvSpPr>
            <p:cNvPr id="8" name="ZoneTexte 7">
              <a:extLst>
                <a:ext uri="{FF2B5EF4-FFF2-40B4-BE49-F238E27FC236}">
                  <a16:creationId xmlns:a16="http://schemas.microsoft.com/office/drawing/2014/main" id="{47910662-69AC-8C87-CA42-4A9C28A9AB24}"/>
                </a:ext>
              </a:extLst>
            </p:cNvPr>
            <p:cNvSpPr txBox="1"/>
            <p:nvPr/>
          </p:nvSpPr>
          <p:spPr>
            <a:xfrm>
              <a:off x="5231461" y="984804"/>
              <a:ext cx="1959676" cy="369332"/>
            </a:xfrm>
            <a:prstGeom prst="rect">
              <a:avLst/>
            </a:prstGeom>
            <a:noFill/>
          </p:spPr>
          <p:txBody>
            <a:bodyPr wrap="square">
              <a:spAutoFit/>
            </a:bodyPr>
            <a:lstStyle/>
            <a:p>
              <a:r>
                <a:rPr lang="fr-CA" dirty="0" err="1"/>
                <a:t>mod_calculs</a:t>
              </a:r>
              <a:endParaRPr lang="fr-CA" dirty="0"/>
            </a:p>
          </p:txBody>
        </p:sp>
      </p:grpSp>
      <p:grpSp>
        <p:nvGrpSpPr>
          <p:cNvPr id="153" name="Groupe 152">
            <a:extLst>
              <a:ext uri="{FF2B5EF4-FFF2-40B4-BE49-F238E27FC236}">
                <a16:creationId xmlns:a16="http://schemas.microsoft.com/office/drawing/2014/main" id="{96183436-CCAA-886D-04BE-9E6062A13FF7}"/>
              </a:ext>
            </a:extLst>
          </p:cNvPr>
          <p:cNvGrpSpPr/>
          <p:nvPr/>
        </p:nvGrpSpPr>
        <p:grpSpPr>
          <a:xfrm>
            <a:off x="9061878" y="2829875"/>
            <a:ext cx="1675940" cy="616186"/>
            <a:chOff x="7431801" y="4178844"/>
            <a:chExt cx="1675940" cy="616186"/>
          </a:xfrm>
        </p:grpSpPr>
        <p:grpSp>
          <p:nvGrpSpPr>
            <p:cNvPr id="154" name="Groupe 153">
              <a:extLst>
                <a:ext uri="{FF2B5EF4-FFF2-40B4-BE49-F238E27FC236}">
                  <a16:creationId xmlns:a16="http://schemas.microsoft.com/office/drawing/2014/main" id="{7FA4A8BF-1794-26B1-0BC4-C8EE519EE43E}"/>
                </a:ext>
              </a:extLst>
            </p:cNvPr>
            <p:cNvGrpSpPr/>
            <p:nvPr/>
          </p:nvGrpSpPr>
          <p:grpSpPr>
            <a:xfrm>
              <a:off x="7431801" y="4178844"/>
              <a:ext cx="1675940" cy="616186"/>
              <a:chOff x="8963693" y="2502169"/>
              <a:chExt cx="1675940" cy="616186"/>
            </a:xfrm>
          </p:grpSpPr>
          <p:grpSp>
            <p:nvGrpSpPr>
              <p:cNvPr id="156" name="Groupe 155">
                <a:extLst>
                  <a:ext uri="{FF2B5EF4-FFF2-40B4-BE49-F238E27FC236}">
                    <a16:creationId xmlns:a16="http://schemas.microsoft.com/office/drawing/2014/main" id="{F34B7668-A0FE-DECF-CC32-50ECFBBC0A61}"/>
                  </a:ext>
                </a:extLst>
              </p:cNvPr>
              <p:cNvGrpSpPr/>
              <p:nvPr/>
            </p:nvGrpSpPr>
            <p:grpSpPr>
              <a:xfrm>
                <a:off x="8963693" y="2502169"/>
                <a:ext cx="1675940" cy="616186"/>
                <a:chOff x="9860316" y="4533514"/>
                <a:chExt cx="1675940" cy="616186"/>
              </a:xfrm>
            </p:grpSpPr>
            <p:grpSp>
              <p:nvGrpSpPr>
                <p:cNvPr id="161" name="Groupe 160">
                  <a:extLst>
                    <a:ext uri="{FF2B5EF4-FFF2-40B4-BE49-F238E27FC236}">
                      <a16:creationId xmlns:a16="http://schemas.microsoft.com/office/drawing/2014/main" id="{905F02E6-1B02-3E16-2CBE-AEF0566FFC89}"/>
                    </a:ext>
                  </a:extLst>
                </p:cNvPr>
                <p:cNvGrpSpPr/>
                <p:nvPr/>
              </p:nvGrpSpPr>
              <p:grpSpPr>
                <a:xfrm>
                  <a:off x="9860316" y="4533514"/>
                  <a:ext cx="1675940" cy="616186"/>
                  <a:chOff x="416070" y="2029298"/>
                  <a:chExt cx="1675940" cy="616186"/>
                </a:xfrm>
              </p:grpSpPr>
              <p:grpSp>
                <p:nvGrpSpPr>
                  <p:cNvPr id="164" name="Groupe 163">
                    <a:extLst>
                      <a:ext uri="{FF2B5EF4-FFF2-40B4-BE49-F238E27FC236}">
                        <a16:creationId xmlns:a16="http://schemas.microsoft.com/office/drawing/2014/main" id="{FF13E918-F287-6B6E-005F-3A453A9C2098}"/>
                      </a:ext>
                    </a:extLst>
                  </p:cNvPr>
                  <p:cNvGrpSpPr/>
                  <p:nvPr/>
                </p:nvGrpSpPr>
                <p:grpSpPr>
                  <a:xfrm>
                    <a:off x="416070" y="2029298"/>
                    <a:ext cx="1094790" cy="331243"/>
                    <a:chOff x="780703" y="5853141"/>
                    <a:chExt cx="1094790" cy="331243"/>
                  </a:xfrm>
                </p:grpSpPr>
                <p:pic>
                  <p:nvPicPr>
                    <p:cNvPr id="166" name="Graphique 165" descr="Presse-papiers vérifié avec un remplissage uni">
                      <a:extLst>
                        <a:ext uri="{FF2B5EF4-FFF2-40B4-BE49-F238E27FC236}">
                          <a16:creationId xmlns:a16="http://schemas.microsoft.com/office/drawing/2014/main" id="{2630F774-4F27-7092-6351-4B0F16E65FA9}"/>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0703" y="5853141"/>
                      <a:ext cx="331243" cy="331243"/>
                    </a:xfrm>
                    <a:prstGeom prst="rect">
                      <a:avLst/>
                    </a:prstGeom>
                  </p:spPr>
                </p:pic>
                <p:sp>
                  <p:nvSpPr>
                    <p:cNvPr id="167" name="TextBox 132">
                      <a:extLst>
                        <a:ext uri="{FF2B5EF4-FFF2-40B4-BE49-F238E27FC236}">
                          <a16:creationId xmlns:a16="http://schemas.microsoft.com/office/drawing/2014/main" id="{30E672F9-F886-50E1-4C0F-F072C69C08BD}"/>
                        </a:ext>
                      </a:extLst>
                    </p:cNvPr>
                    <p:cNvSpPr txBox="1"/>
                    <p:nvPr/>
                  </p:nvSpPr>
                  <p:spPr>
                    <a:xfrm>
                      <a:off x="981298" y="5940230"/>
                      <a:ext cx="894195" cy="184666"/>
                    </a:xfrm>
                    <a:prstGeom prst="rect">
                      <a:avLst/>
                    </a:prstGeom>
                    <a:noFill/>
                  </p:spPr>
                  <p:txBody>
                    <a:bodyPr wrap="square" rtlCol="0">
                      <a:spAutoFit/>
                    </a:bodyPr>
                    <a:lstStyle/>
                    <a:p>
                      <a:r>
                        <a:rPr lang="fr-CA" sz="600" dirty="0"/>
                        <a:t>lac1_charge_rejet</a:t>
                      </a:r>
                    </a:p>
                  </p:txBody>
                </p:sp>
              </p:grpSp>
              <p:sp>
                <p:nvSpPr>
                  <p:cNvPr id="165" name="Rectangle: Rounded Corners 292">
                    <a:extLst>
                      <a:ext uri="{FF2B5EF4-FFF2-40B4-BE49-F238E27FC236}">
                        <a16:creationId xmlns:a16="http://schemas.microsoft.com/office/drawing/2014/main" id="{811E6BD3-81A7-54C3-F89B-8DCFD29B5EA8}"/>
                      </a:ext>
                    </a:extLst>
                  </p:cNvPr>
                  <p:cNvSpPr/>
                  <p:nvPr/>
                </p:nvSpPr>
                <p:spPr>
                  <a:xfrm>
                    <a:off x="416070" y="2029298"/>
                    <a:ext cx="1675940" cy="616186"/>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162" name="Straight Arrow Connector 268">
                  <a:extLst>
                    <a:ext uri="{FF2B5EF4-FFF2-40B4-BE49-F238E27FC236}">
                      <a16:creationId xmlns:a16="http://schemas.microsoft.com/office/drawing/2014/main" id="{487F6966-A65E-8371-D2B7-22F4AE0E80A2}"/>
                    </a:ext>
                  </a:extLst>
                </p:cNvPr>
                <p:cNvCxnSpPr>
                  <a:cxnSpLocks/>
                  <a:stCxn id="166"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157" name="ZoneTexte 156">
                <a:extLst>
                  <a:ext uri="{FF2B5EF4-FFF2-40B4-BE49-F238E27FC236}">
                    <a16:creationId xmlns:a16="http://schemas.microsoft.com/office/drawing/2014/main" id="{40528FFC-80CA-9DDB-58DF-888C460995BD}"/>
                  </a:ext>
                </a:extLst>
              </p:cNvPr>
              <p:cNvSpPr txBox="1"/>
              <p:nvPr/>
            </p:nvSpPr>
            <p:spPr>
              <a:xfrm>
                <a:off x="9490401" y="2869063"/>
                <a:ext cx="1149232" cy="200055"/>
              </a:xfrm>
              <a:prstGeom prst="rect">
                <a:avLst/>
              </a:prstGeom>
              <a:noFill/>
            </p:spPr>
            <p:txBody>
              <a:bodyPr wrap="square" rtlCol="0">
                <a:spAutoFit/>
              </a:bodyPr>
              <a:lstStyle/>
              <a:p>
                <a:r>
                  <a:rPr lang="fr-CA" sz="700" dirty="0" err="1"/>
                  <a:t>charge_rejet_kg_annuel</a:t>
                </a:r>
                <a:r>
                  <a:rPr lang="fr-CA" sz="700" dirty="0"/>
                  <a:t>()</a:t>
                </a:r>
              </a:p>
            </p:txBody>
          </p:sp>
        </p:grpSp>
        <p:pic>
          <p:nvPicPr>
            <p:cNvPr id="155" name="Graphique 154" descr="Presse-papiers vérifié avec un remplissage uni">
              <a:extLst>
                <a:ext uri="{FF2B5EF4-FFF2-40B4-BE49-F238E27FC236}">
                  <a16:creationId xmlns:a16="http://schemas.microsoft.com/office/drawing/2014/main" id="{8F2DA589-8708-44FF-23C2-3C11B866D07F}"/>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701752" y="4463787"/>
              <a:ext cx="331243" cy="331243"/>
            </a:xfrm>
            <a:prstGeom prst="rect">
              <a:avLst/>
            </a:prstGeom>
          </p:spPr>
        </p:pic>
      </p:grpSp>
      <p:grpSp>
        <p:nvGrpSpPr>
          <p:cNvPr id="170" name="Groupe 169">
            <a:extLst>
              <a:ext uri="{FF2B5EF4-FFF2-40B4-BE49-F238E27FC236}">
                <a16:creationId xmlns:a16="http://schemas.microsoft.com/office/drawing/2014/main" id="{CA731505-B109-BAD6-56C8-7A06DE69E4EF}"/>
              </a:ext>
            </a:extLst>
          </p:cNvPr>
          <p:cNvGrpSpPr/>
          <p:nvPr/>
        </p:nvGrpSpPr>
        <p:grpSpPr>
          <a:xfrm>
            <a:off x="443733" y="4935661"/>
            <a:ext cx="1675940" cy="1004048"/>
            <a:chOff x="8839097" y="2324847"/>
            <a:chExt cx="1675940" cy="1004048"/>
          </a:xfrm>
        </p:grpSpPr>
        <p:grpSp>
          <p:nvGrpSpPr>
            <p:cNvPr id="171" name="Groupe 170">
              <a:extLst>
                <a:ext uri="{FF2B5EF4-FFF2-40B4-BE49-F238E27FC236}">
                  <a16:creationId xmlns:a16="http://schemas.microsoft.com/office/drawing/2014/main" id="{765D6CF4-4C83-DDB2-E9F0-F9954E7C4863}"/>
                </a:ext>
              </a:extLst>
            </p:cNvPr>
            <p:cNvGrpSpPr/>
            <p:nvPr/>
          </p:nvGrpSpPr>
          <p:grpSpPr>
            <a:xfrm>
              <a:off x="8839097" y="2324847"/>
              <a:ext cx="1675940" cy="1004048"/>
              <a:chOff x="8963693" y="2428583"/>
              <a:chExt cx="1675940" cy="1004048"/>
            </a:xfrm>
          </p:grpSpPr>
          <p:grpSp>
            <p:nvGrpSpPr>
              <p:cNvPr id="173" name="Groupe 172">
                <a:extLst>
                  <a:ext uri="{FF2B5EF4-FFF2-40B4-BE49-F238E27FC236}">
                    <a16:creationId xmlns:a16="http://schemas.microsoft.com/office/drawing/2014/main" id="{CA380EB3-D9ED-BBEF-E152-4F4CF0157DD3}"/>
                  </a:ext>
                </a:extLst>
              </p:cNvPr>
              <p:cNvGrpSpPr/>
              <p:nvPr/>
            </p:nvGrpSpPr>
            <p:grpSpPr>
              <a:xfrm>
                <a:off x="8963693" y="2428583"/>
                <a:ext cx="1571915" cy="1004048"/>
                <a:chOff x="9860316" y="4459928"/>
                <a:chExt cx="1571915" cy="1004048"/>
              </a:xfrm>
            </p:grpSpPr>
            <p:grpSp>
              <p:nvGrpSpPr>
                <p:cNvPr id="178" name="Groupe 177">
                  <a:extLst>
                    <a:ext uri="{FF2B5EF4-FFF2-40B4-BE49-F238E27FC236}">
                      <a16:creationId xmlns:a16="http://schemas.microsoft.com/office/drawing/2014/main" id="{D2577D49-64D6-F424-BE54-877CCF1763B1}"/>
                    </a:ext>
                  </a:extLst>
                </p:cNvPr>
                <p:cNvGrpSpPr/>
                <p:nvPr/>
              </p:nvGrpSpPr>
              <p:grpSpPr>
                <a:xfrm>
                  <a:off x="9860316" y="4459928"/>
                  <a:ext cx="1571915" cy="1004048"/>
                  <a:chOff x="416070" y="1955712"/>
                  <a:chExt cx="1571915" cy="1004048"/>
                </a:xfrm>
              </p:grpSpPr>
              <p:grpSp>
                <p:nvGrpSpPr>
                  <p:cNvPr id="181" name="Groupe 180">
                    <a:extLst>
                      <a:ext uri="{FF2B5EF4-FFF2-40B4-BE49-F238E27FC236}">
                        <a16:creationId xmlns:a16="http://schemas.microsoft.com/office/drawing/2014/main" id="{8481B3CE-3D15-7888-B645-39AED9541EF8}"/>
                      </a:ext>
                    </a:extLst>
                  </p:cNvPr>
                  <p:cNvGrpSpPr/>
                  <p:nvPr/>
                </p:nvGrpSpPr>
                <p:grpSpPr>
                  <a:xfrm>
                    <a:off x="416070" y="2029298"/>
                    <a:ext cx="1094790" cy="331243"/>
                    <a:chOff x="780703" y="5853141"/>
                    <a:chExt cx="1094790" cy="331243"/>
                  </a:xfrm>
                </p:grpSpPr>
                <p:pic>
                  <p:nvPicPr>
                    <p:cNvPr id="183" name="Graphique 182" descr="Presse-papiers vérifié avec un remplissage uni">
                      <a:extLst>
                        <a:ext uri="{FF2B5EF4-FFF2-40B4-BE49-F238E27FC236}">
                          <a16:creationId xmlns:a16="http://schemas.microsoft.com/office/drawing/2014/main" id="{820E874D-1E81-76F6-95D6-BECA89CAFD0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0703" y="5853141"/>
                      <a:ext cx="331243" cy="331243"/>
                    </a:xfrm>
                    <a:prstGeom prst="rect">
                      <a:avLst/>
                    </a:prstGeom>
                  </p:spPr>
                </p:pic>
                <p:sp>
                  <p:nvSpPr>
                    <p:cNvPr id="184" name="TextBox 132">
                      <a:extLst>
                        <a:ext uri="{FF2B5EF4-FFF2-40B4-BE49-F238E27FC236}">
                          <a16:creationId xmlns:a16="http://schemas.microsoft.com/office/drawing/2014/main" id="{27205254-480B-7A91-1CCF-5E6129BC9C54}"/>
                        </a:ext>
                      </a:extLst>
                    </p:cNvPr>
                    <p:cNvSpPr txBox="1"/>
                    <p:nvPr/>
                  </p:nvSpPr>
                  <p:spPr>
                    <a:xfrm>
                      <a:off x="981298" y="5940230"/>
                      <a:ext cx="894195" cy="169277"/>
                    </a:xfrm>
                    <a:prstGeom prst="rect">
                      <a:avLst/>
                    </a:prstGeom>
                    <a:noFill/>
                  </p:spPr>
                  <p:txBody>
                    <a:bodyPr wrap="square" rtlCol="0">
                      <a:spAutoFit/>
                    </a:bodyPr>
                    <a:lstStyle/>
                    <a:p>
                      <a:r>
                        <a:rPr lang="fr-CA" sz="500" dirty="0"/>
                        <a:t>lac1_rejets</a:t>
                      </a:r>
                    </a:p>
                  </p:txBody>
                </p:sp>
              </p:grpSp>
              <p:sp>
                <p:nvSpPr>
                  <p:cNvPr id="182" name="Rectangle: Rounded Corners 292">
                    <a:extLst>
                      <a:ext uri="{FF2B5EF4-FFF2-40B4-BE49-F238E27FC236}">
                        <a16:creationId xmlns:a16="http://schemas.microsoft.com/office/drawing/2014/main" id="{FB9740A2-C149-A04C-8DAF-2227F0CA39AE}"/>
                      </a:ext>
                    </a:extLst>
                  </p:cNvPr>
                  <p:cNvSpPr/>
                  <p:nvPr/>
                </p:nvSpPr>
                <p:spPr>
                  <a:xfrm>
                    <a:off x="416070" y="1955712"/>
                    <a:ext cx="1571915" cy="1004048"/>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179" name="Straight Arrow Connector 268">
                  <a:extLst>
                    <a:ext uri="{FF2B5EF4-FFF2-40B4-BE49-F238E27FC236}">
                      <a16:creationId xmlns:a16="http://schemas.microsoft.com/office/drawing/2014/main" id="{812A278F-8D53-B041-8C05-F7F9D4A21A4F}"/>
                    </a:ext>
                  </a:extLst>
                </p:cNvPr>
                <p:cNvCxnSpPr>
                  <a:cxnSpLocks/>
                  <a:stCxn id="183"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80" name="Straight Arrow Connector 268">
                  <a:extLst>
                    <a:ext uri="{FF2B5EF4-FFF2-40B4-BE49-F238E27FC236}">
                      <a16:creationId xmlns:a16="http://schemas.microsoft.com/office/drawing/2014/main" id="{2873FCB3-DC02-845B-774B-DF4F751CE9ED}"/>
                    </a:ext>
                  </a:extLst>
                </p:cNvPr>
                <p:cNvCxnSpPr>
                  <a:cxnSpLocks/>
                  <a:stCxn id="183"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174" name="ZoneTexte 173">
                <a:extLst>
                  <a:ext uri="{FF2B5EF4-FFF2-40B4-BE49-F238E27FC236}">
                    <a16:creationId xmlns:a16="http://schemas.microsoft.com/office/drawing/2014/main" id="{6D699BB3-3127-21FE-0E77-4E08A5F4479A}"/>
                  </a:ext>
                </a:extLst>
              </p:cNvPr>
              <p:cNvSpPr txBox="1"/>
              <p:nvPr/>
            </p:nvSpPr>
            <p:spPr>
              <a:xfrm>
                <a:off x="9490401" y="2869063"/>
                <a:ext cx="1149232" cy="184666"/>
              </a:xfrm>
              <a:prstGeom prst="rect">
                <a:avLst/>
              </a:prstGeom>
              <a:noFill/>
            </p:spPr>
            <p:txBody>
              <a:bodyPr wrap="square" rtlCol="0">
                <a:spAutoFit/>
              </a:bodyPr>
              <a:lstStyle/>
              <a:p>
                <a:r>
                  <a:rPr lang="fr-CA" sz="600" dirty="0" err="1"/>
                  <a:t>concentrations_rejet_mgl</a:t>
                </a:r>
                <a:r>
                  <a:rPr lang="fr-CA" sz="600" dirty="0"/>
                  <a:t>()</a:t>
                </a:r>
              </a:p>
            </p:txBody>
          </p:sp>
          <p:grpSp>
            <p:nvGrpSpPr>
              <p:cNvPr id="175" name="Groupe 174">
                <a:extLst>
                  <a:ext uri="{FF2B5EF4-FFF2-40B4-BE49-F238E27FC236}">
                    <a16:creationId xmlns:a16="http://schemas.microsoft.com/office/drawing/2014/main" id="{CF800366-B193-BC6B-4573-F449947DF738}"/>
                  </a:ext>
                </a:extLst>
              </p:cNvPr>
              <p:cNvGrpSpPr/>
              <p:nvPr/>
            </p:nvGrpSpPr>
            <p:grpSpPr>
              <a:xfrm>
                <a:off x="9332030" y="3154642"/>
                <a:ext cx="1280256" cy="234536"/>
                <a:chOff x="9213673" y="2065803"/>
                <a:chExt cx="1280256" cy="234536"/>
              </a:xfrm>
            </p:grpSpPr>
            <p:pic>
              <p:nvPicPr>
                <p:cNvPr id="176" name="Image 175">
                  <a:extLst>
                    <a:ext uri="{FF2B5EF4-FFF2-40B4-BE49-F238E27FC236}">
                      <a16:creationId xmlns:a16="http://schemas.microsoft.com/office/drawing/2014/main" id="{192AD021-61FB-467B-A577-F75391077C06}"/>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177" name="ZoneTexte 176">
                  <a:extLst>
                    <a:ext uri="{FF2B5EF4-FFF2-40B4-BE49-F238E27FC236}">
                      <a16:creationId xmlns:a16="http://schemas.microsoft.com/office/drawing/2014/main" id="{2DEC9FB7-F37E-AD07-0886-39A1ECEDDBB2}"/>
                    </a:ext>
                  </a:extLst>
                </p:cNvPr>
                <p:cNvSpPr txBox="1"/>
                <p:nvPr/>
              </p:nvSpPr>
              <p:spPr>
                <a:xfrm>
                  <a:off x="9344698" y="2101327"/>
                  <a:ext cx="1149231" cy="184666"/>
                </a:xfrm>
                <a:prstGeom prst="rect">
                  <a:avLst/>
                </a:prstGeom>
                <a:noFill/>
              </p:spPr>
              <p:txBody>
                <a:bodyPr wrap="square" rtlCol="0">
                  <a:spAutoFit/>
                </a:bodyPr>
                <a:lstStyle/>
                <a:p>
                  <a:r>
                    <a:rPr lang="fr-CA" sz="600" dirty="0" err="1"/>
                    <a:t>is_values_overwritten</a:t>
                  </a:r>
                  <a:r>
                    <a:rPr lang="fr-CA" sz="600" dirty="0"/>
                    <a:t>()</a:t>
                  </a:r>
                </a:p>
              </p:txBody>
            </p:sp>
          </p:grpSp>
        </p:grpSp>
        <p:pic>
          <p:nvPicPr>
            <p:cNvPr id="172" name="Graphique 171" descr="Presse-papiers vérifié avec un remplissage uni">
              <a:extLst>
                <a:ext uri="{FF2B5EF4-FFF2-40B4-BE49-F238E27FC236}">
                  <a16:creationId xmlns:a16="http://schemas.microsoft.com/office/drawing/2014/main" id="{1B9A0EEA-114E-F25F-EDD0-46077FB96D38}"/>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29161" y="2765200"/>
              <a:ext cx="259479" cy="259479"/>
            </a:xfrm>
            <a:prstGeom prst="rect">
              <a:avLst/>
            </a:prstGeom>
          </p:spPr>
        </p:pic>
      </p:grpSp>
      <p:grpSp>
        <p:nvGrpSpPr>
          <p:cNvPr id="187" name="Groupe 186">
            <a:extLst>
              <a:ext uri="{FF2B5EF4-FFF2-40B4-BE49-F238E27FC236}">
                <a16:creationId xmlns:a16="http://schemas.microsoft.com/office/drawing/2014/main" id="{07A35D2E-E93A-623F-F7A6-2DF5BC63F32C}"/>
              </a:ext>
            </a:extLst>
          </p:cNvPr>
          <p:cNvGrpSpPr/>
          <p:nvPr/>
        </p:nvGrpSpPr>
        <p:grpSpPr>
          <a:xfrm>
            <a:off x="703775" y="486017"/>
            <a:ext cx="1335475" cy="965277"/>
            <a:chOff x="9712966" y="3147784"/>
            <a:chExt cx="1335475" cy="965277"/>
          </a:xfrm>
        </p:grpSpPr>
        <p:grpSp>
          <p:nvGrpSpPr>
            <p:cNvPr id="188" name="Groupe 187">
              <a:extLst>
                <a:ext uri="{FF2B5EF4-FFF2-40B4-BE49-F238E27FC236}">
                  <a16:creationId xmlns:a16="http://schemas.microsoft.com/office/drawing/2014/main" id="{DF570B81-1CC2-CD13-9010-8E59FC1DAF4C}"/>
                </a:ext>
              </a:extLst>
            </p:cNvPr>
            <p:cNvGrpSpPr/>
            <p:nvPr/>
          </p:nvGrpSpPr>
          <p:grpSpPr>
            <a:xfrm>
              <a:off x="9712966" y="3147784"/>
              <a:ext cx="1162484" cy="965277"/>
              <a:chOff x="268720" y="643568"/>
              <a:chExt cx="1162484" cy="965277"/>
            </a:xfrm>
          </p:grpSpPr>
          <p:grpSp>
            <p:nvGrpSpPr>
              <p:cNvPr id="197" name="Groupe 196">
                <a:extLst>
                  <a:ext uri="{FF2B5EF4-FFF2-40B4-BE49-F238E27FC236}">
                    <a16:creationId xmlns:a16="http://schemas.microsoft.com/office/drawing/2014/main" id="{9B96A395-EF9D-DB92-BEBC-C09CCA57E725}"/>
                  </a:ext>
                </a:extLst>
              </p:cNvPr>
              <p:cNvGrpSpPr/>
              <p:nvPr/>
            </p:nvGrpSpPr>
            <p:grpSpPr>
              <a:xfrm>
                <a:off x="340114" y="643568"/>
                <a:ext cx="938414" cy="331243"/>
                <a:chOff x="704747" y="4467411"/>
                <a:chExt cx="938414" cy="331243"/>
              </a:xfrm>
            </p:grpSpPr>
            <p:pic>
              <p:nvPicPr>
                <p:cNvPr id="199" name="Graphique 198" descr="Presse-papiers vérifié avec un remplissage uni">
                  <a:extLst>
                    <a:ext uri="{FF2B5EF4-FFF2-40B4-BE49-F238E27FC236}">
                      <a16:creationId xmlns:a16="http://schemas.microsoft.com/office/drawing/2014/main" id="{75B5C5D4-5A9B-26DC-F290-7CC6E91FCE2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04747" y="4467411"/>
                  <a:ext cx="331243" cy="331243"/>
                </a:xfrm>
                <a:prstGeom prst="rect">
                  <a:avLst/>
                </a:prstGeom>
              </p:spPr>
            </p:pic>
            <p:sp>
              <p:nvSpPr>
                <p:cNvPr id="200" name="TextBox 132">
                  <a:extLst>
                    <a:ext uri="{FF2B5EF4-FFF2-40B4-BE49-F238E27FC236}">
                      <a16:creationId xmlns:a16="http://schemas.microsoft.com/office/drawing/2014/main" id="{86316163-F5FC-0B4C-1EC6-D0A7E08ED3BE}"/>
                    </a:ext>
                  </a:extLst>
                </p:cNvPr>
                <p:cNvSpPr txBox="1"/>
                <p:nvPr/>
              </p:nvSpPr>
              <p:spPr>
                <a:xfrm>
                  <a:off x="905342" y="4554500"/>
                  <a:ext cx="737819" cy="169277"/>
                </a:xfrm>
                <a:prstGeom prst="rect">
                  <a:avLst/>
                </a:prstGeom>
                <a:noFill/>
              </p:spPr>
              <p:txBody>
                <a:bodyPr wrap="square" rtlCol="0">
                  <a:spAutoFit/>
                </a:bodyPr>
                <a:lstStyle/>
                <a:p>
                  <a:r>
                    <a:rPr lang="fr-CA" sz="500" dirty="0"/>
                    <a:t>lac1_coefficients</a:t>
                  </a:r>
                </a:p>
              </p:txBody>
            </p:sp>
          </p:grpSp>
          <p:sp>
            <p:nvSpPr>
              <p:cNvPr id="198" name="Rectangle: Rounded Corners 292">
                <a:extLst>
                  <a:ext uri="{FF2B5EF4-FFF2-40B4-BE49-F238E27FC236}">
                    <a16:creationId xmlns:a16="http://schemas.microsoft.com/office/drawing/2014/main" id="{E5A6252E-5A62-8741-7089-3A3EFE46B2B6}"/>
                  </a:ext>
                </a:extLst>
              </p:cNvPr>
              <p:cNvSpPr/>
              <p:nvPr/>
            </p:nvSpPr>
            <p:spPr>
              <a:xfrm>
                <a:off x="268720" y="663202"/>
                <a:ext cx="1162484" cy="94564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grpSp>
          <p:nvGrpSpPr>
            <p:cNvPr id="189" name="Groupe 188">
              <a:extLst>
                <a:ext uri="{FF2B5EF4-FFF2-40B4-BE49-F238E27FC236}">
                  <a16:creationId xmlns:a16="http://schemas.microsoft.com/office/drawing/2014/main" id="{AB1627A7-B2BA-DB7D-2EE2-DC76CD10B9EB}"/>
                </a:ext>
              </a:extLst>
            </p:cNvPr>
            <p:cNvGrpSpPr/>
            <p:nvPr/>
          </p:nvGrpSpPr>
          <p:grpSpPr>
            <a:xfrm>
              <a:off x="10110027" y="3466153"/>
              <a:ext cx="938414" cy="331243"/>
              <a:chOff x="10056789" y="3475163"/>
              <a:chExt cx="938414" cy="331243"/>
            </a:xfrm>
          </p:grpSpPr>
          <p:pic>
            <p:nvPicPr>
              <p:cNvPr id="195" name="Graphique 194" descr="Presse-papiers vérifié avec un remplissage uni">
                <a:extLst>
                  <a:ext uri="{FF2B5EF4-FFF2-40B4-BE49-F238E27FC236}">
                    <a16:creationId xmlns:a16="http://schemas.microsoft.com/office/drawing/2014/main" id="{119EE917-D3D7-EF89-CDA0-1B6926D2405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56789" y="3475163"/>
                <a:ext cx="331243" cy="331243"/>
              </a:xfrm>
              <a:prstGeom prst="rect">
                <a:avLst/>
              </a:prstGeom>
            </p:spPr>
          </p:pic>
          <p:sp>
            <p:nvSpPr>
              <p:cNvPr id="196" name="TextBox 132">
                <a:extLst>
                  <a:ext uri="{FF2B5EF4-FFF2-40B4-BE49-F238E27FC236}">
                    <a16:creationId xmlns:a16="http://schemas.microsoft.com/office/drawing/2014/main" id="{6313B8DF-1426-D4A0-8497-383989AF9FA8}"/>
                  </a:ext>
                </a:extLst>
              </p:cNvPr>
              <p:cNvSpPr txBox="1"/>
              <p:nvPr/>
            </p:nvSpPr>
            <p:spPr>
              <a:xfrm>
                <a:off x="10257384" y="3562252"/>
                <a:ext cx="737819" cy="169277"/>
              </a:xfrm>
              <a:prstGeom prst="rect">
                <a:avLst/>
              </a:prstGeom>
              <a:noFill/>
            </p:spPr>
            <p:txBody>
              <a:bodyPr wrap="square" rtlCol="0">
                <a:spAutoFit/>
              </a:bodyPr>
              <a:lstStyle/>
              <a:p>
                <a:r>
                  <a:rPr lang="fr-CA" sz="500" dirty="0" err="1"/>
                  <a:t>coefs_actuel</a:t>
                </a:r>
                <a:r>
                  <a:rPr lang="fr-CA" sz="500" dirty="0"/>
                  <a:t>()</a:t>
                </a:r>
              </a:p>
            </p:txBody>
          </p:sp>
        </p:grpSp>
        <p:grpSp>
          <p:nvGrpSpPr>
            <p:cNvPr id="190" name="Groupe 189">
              <a:extLst>
                <a:ext uri="{FF2B5EF4-FFF2-40B4-BE49-F238E27FC236}">
                  <a16:creationId xmlns:a16="http://schemas.microsoft.com/office/drawing/2014/main" id="{ED91921C-DA1D-1CCA-47F6-5F4A8E3611AE}"/>
                </a:ext>
              </a:extLst>
            </p:cNvPr>
            <p:cNvGrpSpPr/>
            <p:nvPr/>
          </p:nvGrpSpPr>
          <p:grpSpPr>
            <a:xfrm>
              <a:off x="10110027" y="3774029"/>
              <a:ext cx="938414" cy="331243"/>
              <a:chOff x="10056789" y="3475163"/>
              <a:chExt cx="938414" cy="331243"/>
            </a:xfrm>
          </p:grpSpPr>
          <p:pic>
            <p:nvPicPr>
              <p:cNvPr id="193" name="Graphique 192" descr="Presse-papiers vérifié avec un remplissage uni">
                <a:extLst>
                  <a:ext uri="{FF2B5EF4-FFF2-40B4-BE49-F238E27FC236}">
                    <a16:creationId xmlns:a16="http://schemas.microsoft.com/office/drawing/2014/main" id="{BA85E858-3266-FFE5-6AE1-D0D47EF63963}"/>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10056789" y="3475163"/>
                <a:ext cx="331243" cy="331243"/>
              </a:xfrm>
              <a:prstGeom prst="rect">
                <a:avLst/>
              </a:prstGeom>
            </p:spPr>
          </p:pic>
          <p:sp>
            <p:nvSpPr>
              <p:cNvPr id="194" name="TextBox 132">
                <a:extLst>
                  <a:ext uri="{FF2B5EF4-FFF2-40B4-BE49-F238E27FC236}">
                    <a16:creationId xmlns:a16="http://schemas.microsoft.com/office/drawing/2014/main" id="{5A4F7B9E-B91B-7C99-AB3C-197B8ED4B310}"/>
                  </a:ext>
                </a:extLst>
              </p:cNvPr>
              <p:cNvSpPr txBox="1"/>
              <p:nvPr/>
            </p:nvSpPr>
            <p:spPr>
              <a:xfrm>
                <a:off x="10257384" y="3562252"/>
                <a:ext cx="737819" cy="169277"/>
              </a:xfrm>
              <a:prstGeom prst="rect">
                <a:avLst/>
              </a:prstGeom>
              <a:noFill/>
            </p:spPr>
            <p:txBody>
              <a:bodyPr wrap="square" rtlCol="0">
                <a:spAutoFit/>
              </a:bodyPr>
              <a:lstStyle/>
              <a:p>
                <a:r>
                  <a:rPr lang="fr-CA" sz="500" dirty="0" err="1"/>
                  <a:t>coefs_naturel</a:t>
                </a:r>
                <a:r>
                  <a:rPr lang="fr-CA" sz="500" dirty="0"/>
                  <a:t>()</a:t>
                </a:r>
              </a:p>
            </p:txBody>
          </p:sp>
        </p:grpSp>
        <p:cxnSp>
          <p:nvCxnSpPr>
            <p:cNvPr id="191" name="Straight Arrow Connector 268">
              <a:extLst>
                <a:ext uri="{FF2B5EF4-FFF2-40B4-BE49-F238E27FC236}">
                  <a16:creationId xmlns:a16="http://schemas.microsoft.com/office/drawing/2014/main" id="{000FD4C8-18AD-D273-2546-6A10D282E646}"/>
                </a:ext>
              </a:extLst>
            </p:cNvPr>
            <p:cNvCxnSpPr>
              <a:cxnSpLocks/>
              <a:stCxn id="199" idx="2"/>
              <a:endCxn id="195" idx="1"/>
            </p:cNvCxnSpPr>
            <p:nvPr/>
          </p:nvCxnSpPr>
          <p:spPr>
            <a:xfrm rot="16200000" flipH="1">
              <a:off x="9953630" y="347537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92" name="Straight Arrow Connector 268">
              <a:extLst>
                <a:ext uri="{FF2B5EF4-FFF2-40B4-BE49-F238E27FC236}">
                  <a16:creationId xmlns:a16="http://schemas.microsoft.com/office/drawing/2014/main" id="{BBAFD8AC-6E30-60CA-D26F-19F5AA55AF17}"/>
                </a:ext>
              </a:extLst>
            </p:cNvPr>
            <p:cNvCxnSpPr>
              <a:cxnSpLocks/>
              <a:stCxn id="199" idx="2"/>
              <a:endCxn id="193" idx="1"/>
            </p:cNvCxnSpPr>
            <p:nvPr/>
          </p:nvCxnSpPr>
          <p:spPr>
            <a:xfrm rot="16200000" flipH="1">
              <a:off x="9799692" y="362931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grpSp>
        <p:nvGrpSpPr>
          <p:cNvPr id="202" name="Groupe 201">
            <a:extLst>
              <a:ext uri="{FF2B5EF4-FFF2-40B4-BE49-F238E27FC236}">
                <a16:creationId xmlns:a16="http://schemas.microsoft.com/office/drawing/2014/main" id="{B5D69E21-B3AE-6871-001A-5A5BDCD11B59}"/>
              </a:ext>
            </a:extLst>
          </p:cNvPr>
          <p:cNvGrpSpPr/>
          <p:nvPr/>
        </p:nvGrpSpPr>
        <p:grpSpPr>
          <a:xfrm>
            <a:off x="328969" y="1761516"/>
            <a:ext cx="2924151" cy="2484438"/>
            <a:chOff x="6870648" y="4011339"/>
            <a:chExt cx="2924151" cy="2484438"/>
          </a:xfrm>
        </p:grpSpPr>
        <p:grpSp>
          <p:nvGrpSpPr>
            <p:cNvPr id="204" name="Groupe 203">
              <a:extLst>
                <a:ext uri="{FF2B5EF4-FFF2-40B4-BE49-F238E27FC236}">
                  <a16:creationId xmlns:a16="http://schemas.microsoft.com/office/drawing/2014/main" id="{9A6CC0B0-E079-90B1-8A72-9CD33829AE4D}"/>
                </a:ext>
              </a:extLst>
            </p:cNvPr>
            <p:cNvGrpSpPr/>
            <p:nvPr/>
          </p:nvGrpSpPr>
          <p:grpSpPr>
            <a:xfrm>
              <a:off x="6870648" y="4011339"/>
              <a:ext cx="2924151" cy="2446824"/>
              <a:chOff x="8962540" y="2434179"/>
              <a:chExt cx="2924151" cy="2446824"/>
            </a:xfrm>
          </p:grpSpPr>
          <p:grpSp>
            <p:nvGrpSpPr>
              <p:cNvPr id="207" name="Groupe 206">
                <a:extLst>
                  <a:ext uri="{FF2B5EF4-FFF2-40B4-BE49-F238E27FC236}">
                    <a16:creationId xmlns:a16="http://schemas.microsoft.com/office/drawing/2014/main" id="{A467EF74-590B-B5DE-0065-9FCFED69CF5C}"/>
                  </a:ext>
                </a:extLst>
              </p:cNvPr>
              <p:cNvGrpSpPr/>
              <p:nvPr/>
            </p:nvGrpSpPr>
            <p:grpSpPr>
              <a:xfrm>
                <a:off x="8962540" y="2434179"/>
                <a:ext cx="2924151" cy="2446824"/>
                <a:chOff x="9859163" y="4465524"/>
                <a:chExt cx="2924151" cy="2446824"/>
              </a:xfrm>
            </p:grpSpPr>
            <p:grpSp>
              <p:nvGrpSpPr>
                <p:cNvPr id="216" name="Groupe 215">
                  <a:extLst>
                    <a:ext uri="{FF2B5EF4-FFF2-40B4-BE49-F238E27FC236}">
                      <a16:creationId xmlns:a16="http://schemas.microsoft.com/office/drawing/2014/main" id="{64F4DE04-9F6E-9E6F-F9E9-EF2C294A6F08}"/>
                    </a:ext>
                  </a:extLst>
                </p:cNvPr>
                <p:cNvGrpSpPr/>
                <p:nvPr/>
              </p:nvGrpSpPr>
              <p:grpSpPr>
                <a:xfrm>
                  <a:off x="9859163" y="4465524"/>
                  <a:ext cx="2924151" cy="2446824"/>
                  <a:chOff x="414917" y="1961308"/>
                  <a:chExt cx="2924151" cy="2446824"/>
                </a:xfrm>
              </p:grpSpPr>
              <p:sp>
                <p:nvSpPr>
                  <p:cNvPr id="219" name="Rectangle: Rounded Corners 292">
                    <a:extLst>
                      <a:ext uri="{FF2B5EF4-FFF2-40B4-BE49-F238E27FC236}">
                        <a16:creationId xmlns:a16="http://schemas.microsoft.com/office/drawing/2014/main" id="{63D65524-610D-EBE7-88EC-148AD6C3D06E}"/>
                      </a:ext>
                    </a:extLst>
                  </p:cNvPr>
                  <p:cNvSpPr/>
                  <p:nvPr/>
                </p:nvSpPr>
                <p:spPr>
                  <a:xfrm>
                    <a:off x="414917" y="1961308"/>
                    <a:ext cx="2924151" cy="2446824"/>
                  </a:xfrm>
                  <a:prstGeom prst="roundRect">
                    <a:avLst>
                      <a:gd name="adj" fmla="val 5099"/>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220" name="Groupe 219">
                    <a:extLst>
                      <a:ext uri="{FF2B5EF4-FFF2-40B4-BE49-F238E27FC236}">
                        <a16:creationId xmlns:a16="http://schemas.microsoft.com/office/drawing/2014/main" id="{B73FBFF1-ED4C-7062-764D-302AE830BBDB}"/>
                      </a:ext>
                    </a:extLst>
                  </p:cNvPr>
                  <p:cNvGrpSpPr/>
                  <p:nvPr/>
                </p:nvGrpSpPr>
                <p:grpSpPr>
                  <a:xfrm>
                    <a:off x="416070" y="2029298"/>
                    <a:ext cx="1094790" cy="331243"/>
                    <a:chOff x="780703" y="5853141"/>
                    <a:chExt cx="1094790" cy="331243"/>
                  </a:xfrm>
                </p:grpSpPr>
                <p:pic>
                  <p:nvPicPr>
                    <p:cNvPr id="221" name="Graphique 220" descr="Presse-papiers vérifié avec un remplissage uni">
                      <a:extLst>
                        <a:ext uri="{FF2B5EF4-FFF2-40B4-BE49-F238E27FC236}">
                          <a16:creationId xmlns:a16="http://schemas.microsoft.com/office/drawing/2014/main" id="{3AF58A07-33DA-BE1C-2729-380AA0E7E98C}"/>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0703" y="5853141"/>
                      <a:ext cx="331243" cy="331243"/>
                    </a:xfrm>
                    <a:prstGeom prst="rect">
                      <a:avLst/>
                    </a:prstGeom>
                  </p:spPr>
                </p:pic>
                <p:sp>
                  <p:nvSpPr>
                    <p:cNvPr id="222" name="TextBox 132">
                      <a:extLst>
                        <a:ext uri="{FF2B5EF4-FFF2-40B4-BE49-F238E27FC236}">
                          <a16:creationId xmlns:a16="http://schemas.microsoft.com/office/drawing/2014/main" id="{CE5CFC92-4DB7-0768-A30D-D75E97B063B2}"/>
                        </a:ext>
                      </a:extLst>
                    </p:cNvPr>
                    <p:cNvSpPr txBox="1"/>
                    <p:nvPr/>
                  </p:nvSpPr>
                  <p:spPr>
                    <a:xfrm>
                      <a:off x="981298" y="5940230"/>
                      <a:ext cx="894195" cy="169277"/>
                    </a:xfrm>
                    <a:prstGeom prst="rect">
                      <a:avLst/>
                    </a:prstGeom>
                    <a:noFill/>
                  </p:spPr>
                  <p:txBody>
                    <a:bodyPr wrap="square" rtlCol="0">
                      <a:spAutoFit/>
                    </a:bodyPr>
                    <a:lstStyle/>
                    <a:p>
                      <a:r>
                        <a:rPr lang="fr-CA" sz="500" dirty="0"/>
                        <a:t>lac1_paramètres()</a:t>
                      </a:r>
                    </a:p>
                  </p:txBody>
                </p:sp>
              </p:grpSp>
            </p:grpSp>
            <p:cxnSp>
              <p:nvCxnSpPr>
                <p:cNvPr id="217" name="Straight Arrow Connector 268">
                  <a:extLst>
                    <a:ext uri="{FF2B5EF4-FFF2-40B4-BE49-F238E27FC236}">
                      <a16:creationId xmlns:a16="http://schemas.microsoft.com/office/drawing/2014/main" id="{61799A68-C35E-1930-2904-F2785B0BC9BF}"/>
                    </a:ext>
                  </a:extLst>
                </p:cNvPr>
                <p:cNvCxnSpPr>
                  <a:cxnSpLocks/>
                  <a:stCxn id="221"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18" name="Straight Arrow Connector 268">
                  <a:extLst>
                    <a:ext uri="{FF2B5EF4-FFF2-40B4-BE49-F238E27FC236}">
                      <a16:creationId xmlns:a16="http://schemas.microsoft.com/office/drawing/2014/main" id="{D2B05F7B-F905-FCC0-718C-A0339BB9F587}"/>
                    </a:ext>
                  </a:extLst>
                </p:cNvPr>
                <p:cNvCxnSpPr>
                  <a:cxnSpLocks/>
                  <a:stCxn id="221"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grpSp>
            <p:nvGrpSpPr>
              <p:cNvPr id="208" name="Groupe 207">
                <a:extLst>
                  <a:ext uri="{FF2B5EF4-FFF2-40B4-BE49-F238E27FC236}">
                    <a16:creationId xmlns:a16="http://schemas.microsoft.com/office/drawing/2014/main" id="{3DC97A99-C8CF-A14C-7BCD-0C192DA36372}"/>
                  </a:ext>
                </a:extLst>
              </p:cNvPr>
              <p:cNvGrpSpPr/>
              <p:nvPr/>
            </p:nvGrpSpPr>
            <p:grpSpPr>
              <a:xfrm>
                <a:off x="9289360" y="2833411"/>
                <a:ext cx="665310" cy="234536"/>
                <a:chOff x="9213673" y="2065803"/>
                <a:chExt cx="665310" cy="234536"/>
              </a:xfrm>
            </p:grpSpPr>
            <p:pic>
              <p:nvPicPr>
                <p:cNvPr id="214" name="Image 213">
                  <a:extLst>
                    <a:ext uri="{FF2B5EF4-FFF2-40B4-BE49-F238E27FC236}">
                      <a16:creationId xmlns:a16="http://schemas.microsoft.com/office/drawing/2014/main" id="{B0C3C34F-CE33-4B05-1E78-D6B31A739E02}"/>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215" name="ZoneTexte 214">
                  <a:extLst>
                    <a:ext uri="{FF2B5EF4-FFF2-40B4-BE49-F238E27FC236}">
                      <a16:creationId xmlns:a16="http://schemas.microsoft.com/office/drawing/2014/main" id="{12956822-D87C-671C-7CCC-55A94A3EFC0F}"/>
                    </a:ext>
                  </a:extLst>
                </p:cNvPr>
                <p:cNvSpPr txBox="1"/>
                <p:nvPr/>
              </p:nvSpPr>
              <p:spPr>
                <a:xfrm>
                  <a:off x="9344699" y="2101327"/>
                  <a:ext cx="534284" cy="184666"/>
                </a:xfrm>
                <a:prstGeom prst="rect">
                  <a:avLst/>
                </a:prstGeom>
                <a:noFill/>
              </p:spPr>
              <p:txBody>
                <a:bodyPr wrap="square" rtlCol="0">
                  <a:spAutoFit/>
                </a:bodyPr>
                <a:lstStyle/>
                <a:p>
                  <a:r>
                    <a:rPr lang="fr-CA" sz="600" dirty="0" err="1"/>
                    <a:t>nom_lac</a:t>
                  </a:r>
                  <a:r>
                    <a:rPr lang="fr-CA" sz="600" dirty="0"/>
                    <a:t>()</a:t>
                  </a:r>
                </a:p>
              </p:txBody>
            </p:sp>
          </p:grpSp>
          <p:grpSp>
            <p:nvGrpSpPr>
              <p:cNvPr id="209" name="Groupe 208">
                <a:extLst>
                  <a:ext uri="{FF2B5EF4-FFF2-40B4-BE49-F238E27FC236}">
                    <a16:creationId xmlns:a16="http://schemas.microsoft.com/office/drawing/2014/main" id="{CCF7CC5A-1A78-D06D-0797-E543EB698D30}"/>
                  </a:ext>
                </a:extLst>
              </p:cNvPr>
              <p:cNvGrpSpPr/>
              <p:nvPr/>
            </p:nvGrpSpPr>
            <p:grpSpPr>
              <a:xfrm>
                <a:off x="9332030" y="3154642"/>
                <a:ext cx="665310" cy="234536"/>
                <a:chOff x="9213673" y="2065803"/>
                <a:chExt cx="665310" cy="234536"/>
              </a:xfrm>
            </p:grpSpPr>
            <p:pic>
              <p:nvPicPr>
                <p:cNvPr id="212" name="Image 211">
                  <a:extLst>
                    <a:ext uri="{FF2B5EF4-FFF2-40B4-BE49-F238E27FC236}">
                      <a16:creationId xmlns:a16="http://schemas.microsoft.com/office/drawing/2014/main" id="{A6707F06-DCD7-EA17-6C95-B7C1D20ECFBD}"/>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213" name="ZoneTexte 212">
                  <a:extLst>
                    <a:ext uri="{FF2B5EF4-FFF2-40B4-BE49-F238E27FC236}">
                      <a16:creationId xmlns:a16="http://schemas.microsoft.com/office/drawing/2014/main" id="{BA42FA0A-777F-93F6-BCE1-AB163003E05C}"/>
                    </a:ext>
                  </a:extLst>
                </p:cNvPr>
                <p:cNvSpPr txBox="1"/>
                <p:nvPr/>
              </p:nvSpPr>
              <p:spPr>
                <a:xfrm>
                  <a:off x="9344699" y="2101327"/>
                  <a:ext cx="534284" cy="184666"/>
                </a:xfrm>
                <a:prstGeom prst="rect">
                  <a:avLst/>
                </a:prstGeom>
                <a:noFill/>
              </p:spPr>
              <p:txBody>
                <a:bodyPr wrap="square" rtlCol="0">
                  <a:spAutoFit/>
                </a:bodyPr>
                <a:lstStyle/>
                <a:p>
                  <a:r>
                    <a:rPr lang="fr-CA" sz="600" dirty="0" err="1"/>
                    <a:t>no_lce</a:t>
                  </a:r>
                  <a:r>
                    <a:rPr lang="fr-CA" sz="600" dirty="0"/>
                    <a:t>()</a:t>
                  </a:r>
                </a:p>
              </p:txBody>
            </p:sp>
          </p:grpSp>
          <p:cxnSp>
            <p:nvCxnSpPr>
              <p:cNvPr id="210" name="Straight Arrow Connector 268">
                <a:extLst>
                  <a:ext uri="{FF2B5EF4-FFF2-40B4-BE49-F238E27FC236}">
                    <a16:creationId xmlns:a16="http://schemas.microsoft.com/office/drawing/2014/main" id="{4A7F3A1D-51AB-E8B6-FC57-FE1E812640B6}"/>
                  </a:ext>
                </a:extLst>
              </p:cNvPr>
              <p:cNvCxnSpPr>
                <a:cxnSpLocks/>
              </p:cNvCxnSpPr>
              <p:nvPr/>
            </p:nvCxnSpPr>
            <p:spPr>
              <a:xfrm rot="16200000" flipH="1">
                <a:off x="8980315" y="3348513"/>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211" name="ZoneTexte 210">
                <a:extLst>
                  <a:ext uri="{FF2B5EF4-FFF2-40B4-BE49-F238E27FC236}">
                    <a16:creationId xmlns:a16="http://schemas.microsoft.com/office/drawing/2014/main" id="{BA7440F3-63C7-EC5D-4F97-BD784B9CC440}"/>
                  </a:ext>
                </a:extLst>
              </p:cNvPr>
              <p:cNvSpPr txBox="1"/>
              <p:nvPr/>
            </p:nvSpPr>
            <p:spPr>
              <a:xfrm>
                <a:off x="9308120" y="3565258"/>
                <a:ext cx="534284" cy="184666"/>
              </a:xfrm>
              <a:prstGeom prst="rect">
                <a:avLst/>
              </a:prstGeom>
              <a:noFill/>
            </p:spPr>
            <p:txBody>
              <a:bodyPr wrap="square" rtlCol="0">
                <a:spAutoFit/>
              </a:bodyPr>
              <a:lstStyle/>
              <a:p>
                <a:r>
                  <a:rPr lang="fr-CA" sz="600" dirty="0"/>
                  <a:t>Etc…</a:t>
                </a:r>
              </a:p>
            </p:txBody>
          </p:sp>
        </p:grpSp>
        <p:sp>
          <p:nvSpPr>
            <p:cNvPr id="205" name="Accolade ouvrante 204">
              <a:extLst>
                <a:ext uri="{FF2B5EF4-FFF2-40B4-BE49-F238E27FC236}">
                  <a16:creationId xmlns:a16="http://schemas.microsoft.com/office/drawing/2014/main" id="{60DA8533-75D3-93C2-E679-9A8C76CE0989}"/>
                </a:ext>
              </a:extLst>
            </p:cNvPr>
            <p:cNvSpPr/>
            <p:nvPr/>
          </p:nvSpPr>
          <p:spPr>
            <a:xfrm>
              <a:off x="7811655" y="4048953"/>
              <a:ext cx="301213" cy="2303208"/>
            </a:xfrm>
            <a:prstGeom prst="leftBrace">
              <a:avLst>
                <a:gd name="adj1" fmla="val 40628"/>
                <a:gd name="adj2" fmla="val 50000"/>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a:p>
          </p:txBody>
        </p:sp>
        <p:sp>
          <p:nvSpPr>
            <p:cNvPr id="206" name="ZoneTexte 205">
              <a:extLst>
                <a:ext uri="{FF2B5EF4-FFF2-40B4-BE49-F238E27FC236}">
                  <a16:creationId xmlns:a16="http://schemas.microsoft.com/office/drawing/2014/main" id="{B3FEC8F2-447D-8B44-9582-D0C2BC182A0A}"/>
                </a:ext>
              </a:extLst>
            </p:cNvPr>
            <p:cNvSpPr txBox="1"/>
            <p:nvPr/>
          </p:nvSpPr>
          <p:spPr>
            <a:xfrm>
              <a:off x="7966591" y="4048953"/>
              <a:ext cx="1712848" cy="2446824"/>
            </a:xfrm>
            <a:prstGeom prst="rect">
              <a:avLst/>
            </a:prstGeom>
            <a:noFill/>
          </p:spPr>
          <p:txBody>
            <a:bodyPr wrap="square" rtlCol="0">
              <a:spAutoFit/>
            </a:bodyPr>
            <a:lstStyle/>
            <a:p>
              <a:r>
                <a:rPr lang="fr-CA" sz="600" dirty="0" err="1"/>
                <a:t>profondeur_moy_m</a:t>
              </a:r>
              <a:r>
                <a:rPr lang="fr-CA" sz="600" dirty="0"/>
                <a:t> ()</a:t>
              </a:r>
            </a:p>
            <a:p>
              <a:r>
                <a:rPr lang="fr-CA" sz="600" dirty="0"/>
                <a:t>superficie_lac_km2 ()</a:t>
              </a:r>
            </a:p>
            <a:p>
              <a:r>
                <a:rPr lang="fr-CA" sz="600" dirty="0"/>
                <a:t>aire_bv_km2 ()</a:t>
              </a:r>
            </a:p>
            <a:p>
              <a:r>
                <a:rPr lang="fr-CA" sz="600" dirty="0"/>
                <a:t>aire_sousbv_km2 ()</a:t>
              </a:r>
            </a:p>
            <a:p>
              <a:r>
                <a:rPr lang="fr-CA" sz="600" dirty="0"/>
                <a:t>debit_rejet_m3_jour ()</a:t>
              </a:r>
            </a:p>
            <a:p>
              <a:r>
                <a:rPr lang="fr-CA" sz="600" dirty="0" err="1"/>
                <a:t>jours_operation_rejet</a:t>
              </a:r>
              <a:r>
                <a:rPr lang="fr-CA" sz="600" dirty="0"/>
                <a:t> ()</a:t>
              </a:r>
            </a:p>
            <a:p>
              <a:r>
                <a:rPr lang="fr-CA" sz="600" dirty="0" err="1"/>
                <a:t>pt_mes</a:t>
              </a:r>
              <a:r>
                <a:rPr lang="fr-CA" sz="600" dirty="0"/>
                <a:t> ()</a:t>
              </a:r>
            </a:p>
            <a:p>
              <a:r>
                <a:rPr lang="fr-CA" sz="600" dirty="0" err="1"/>
                <a:t>ruissellement_moy_m</a:t>
              </a:r>
              <a:r>
                <a:rPr lang="fr-CA" sz="500" dirty="0"/>
                <a:t> ()</a:t>
              </a:r>
              <a:endParaRPr lang="fr-CA" sz="300" dirty="0"/>
            </a:p>
            <a:p>
              <a:r>
                <a:rPr lang="fr-CA" sz="600" dirty="0" err="1"/>
                <a:t>charge_installations_septiques_autonomes</a:t>
              </a:r>
              <a:r>
                <a:rPr lang="fr-CA" sz="500" dirty="0"/>
                <a:t> ()</a:t>
              </a:r>
              <a:endParaRPr lang="fr-CA" sz="200" dirty="0"/>
            </a:p>
            <a:p>
              <a:r>
                <a:rPr lang="fr-CA" sz="600" dirty="0" err="1"/>
                <a:t>percent_aqua</a:t>
              </a:r>
              <a:r>
                <a:rPr lang="fr-CA" sz="600" dirty="0"/>
                <a:t> ()</a:t>
              </a:r>
            </a:p>
            <a:p>
              <a:r>
                <a:rPr lang="fr-CA" sz="600" dirty="0" err="1"/>
                <a:t>percent_mh</a:t>
              </a:r>
              <a:r>
                <a:rPr lang="fr-CA" sz="600" dirty="0"/>
                <a:t> ()</a:t>
              </a:r>
            </a:p>
            <a:p>
              <a:r>
                <a:rPr lang="fr-CA" sz="600" dirty="0" err="1"/>
                <a:t>percent_foret</a:t>
              </a:r>
              <a:r>
                <a:rPr lang="fr-CA" sz="600" dirty="0"/>
                <a:t> ()</a:t>
              </a:r>
            </a:p>
            <a:p>
              <a:r>
                <a:rPr lang="fr-CA" sz="600" dirty="0" err="1"/>
                <a:t>percent_solnu</a:t>
              </a:r>
              <a:r>
                <a:rPr lang="fr-CA" sz="600" dirty="0"/>
                <a:t> ()</a:t>
              </a:r>
            </a:p>
            <a:p>
              <a:r>
                <a:rPr lang="fr-CA" sz="600" dirty="0" err="1"/>
                <a:t>percent_agri</a:t>
              </a:r>
              <a:r>
                <a:rPr lang="fr-CA" sz="600" dirty="0"/>
                <a:t> ()</a:t>
              </a:r>
            </a:p>
            <a:p>
              <a:r>
                <a:rPr lang="fr-CA" sz="600" dirty="0" err="1"/>
                <a:t>percent_coupe</a:t>
              </a:r>
              <a:r>
                <a:rPr lang="fr-CA" sz="600" dirty="0"/>
                <a:t> ()</a:t>
              </a:r>
            </a:p>
            <a:p>
              <a:r>
                <a:rPr lang="fr-CA" sz="600" dirty="0" err="1"/>
                <a:t>percent_anthro</a:t>
              </a:r>
              <a:r>
                <a:rPr lang="fr-CA" sz="600" dirty="0"/>
                <a:t> ()</a:t>
              </a:r>
            </a:p>
            <a:p>
              <a:r>
                <a:rPr lang="fr-CA" sz="600" dirty="0" err="1"/>
                <a:t>percent_nd</a:t>
              </a:r>
              <a:r>
                <a:rPr lang="fr-CA" sz="600" dirty="0"/>
                <a:t> ()</a:t>
              </a:r>
            </a:p>
            <a:p>
              <a:r>
                <a:rPr lang="fr-CA" sz="600" dirty="0"/>
                <a:t>charge_lac_amont_1 () à 10 ()</a:t>
              </a:r>
            </a:p>
            <a:p>
              <a:r>
                <a:rPr lang="fr-CA" sz="600" dirty="0"/>
                <a:t>charge_lac_amont_nat_1 () à 10 ()</a:t>
              </a:r>
            </a:p>
            <a:p>
              <a:r>
                <a:rPr lang="fr-CA" sz="600" dirty="0"/>
                <a:t>charge_ponctuelle_1 () à 10 ()</a:t>
              </a:r>
            </a:p>
            <a:p>
              <a:r>
                <a:rPr lang="fr-CA" sz="600" dirty="0"/>
                <a:t>nom_lac_amont_1 () à 10 ()</a:t>
              </a:r>
            </a:p>
            <a:p>
              <a:r>
                <a:rPr lang="fr-CA" sz="600" dirty="0"/>
                <a:t>nom_charge_ponctuelle_1 () à 10 ()</a:t>
              </a:r>
            </a:p>
            <a:p>
              <a:r>
                <a:rPr lang="fr-CA" sz="600" dirty="0"/>
                <a:t>charge_rejet_kg_annuel_amont_1</a:t>
              </a:r>
              <a:r>
                <a:rPr lang="fr-CA" sz="500" dirty="0"/>
                <a:t> () à 10 ()</a:t>
              </a:r>
              <a:endParaRPr lang="fr-CA" sz="300" dirty="0"/>
            </a:p>
            <a:p>
              <a:r>
                <a:rPr lang="fr-CA" sz="600" dirty="0"/>
                <a:t>nom_charge_rejet_kg_annuel_amont_1</a:t>
              </a:r>
              <a:r>
                <a:rPr lang="fr-CA" sz="500" dirty="0"/>
                <a:t> () à 10 ()</a:t>
              </a:r>
              <a:endParaRPr lang="fr-CA" sz="300" dirty="0"/>
            </a:p>
            <a:p>
              <a:endParaRPr lang="fr-CA" sz="900" dirty="0"/>
            </a:p>
          </p:txBody>
        </p:sp>
      </p:grpSp>
      <p:grpSp>
        <p:nvGrpSpPr>
          <p:cNvPr id="227" name="Groupe 226">
            <a:extLst>
              <a:ext uri="{FF2B5EF4-FFF2-40B4-BE49-F238E27FC236}">
                <a16:creationId xmlns:a16="http://schemas.microsoft.com/office/drawing/2014/main" id="{456C8E79-5C0A-05E1-D46D-F39E737F3225}"/>
              </a:ext>
            </a:extLst>
          </p:cNvPr>
          <p:cNvGrpSpPr/>
          <p:nvPr/>
        </p:nvGrpSpPr>
        <p:grpSpPr>
          <a:xfrm>
            <a:off x="9916911" y="395857"/>
            <a:ext cx="1944967" cy="1932862"/>
            <a:chOff x="3249604" y="4293049"/>
            <a:chExt cx="1944967" cy="1932862"/>
          </a:xfrm>
        </p:grpSpPr>
        <p:grpSp>
          <p:nvGrpSpPr>
            <p:cNvPr id="228" name="Groupe 227">
              <a:extLst>
                <a:ext uri="{FF2B5EF4-FFF2-40B4-BE49-F238E27FC236}">
                  <a16:creationId xmlns:a16="http://schemas.microsoft.com/office/drawing/2014/main" id="{FE7F0B05-769F-391E-E700-CB29721797BF}"/>
                </a:ext>
              </a:extLst>
            </p:cNvPr>
            <p:cNvGrpSpPr/>
            <p:nvPr/>
          </p:nvGrpSpPr>
          <p:grpSpPr>
            <a:xfrm>
              <a:off x="3249604" y="4293049"/>
              <a:ext cx="1944967" cy="1932862"/>
              <a:chOff x="8817108" y="2398433"/>
              <a:chExt cx="1944967" cy="1932862"/>
            </a:xfrm>
          </p:grpSpPr>
          <p:grpSp>
            <p:nvGrpSpPr>
              <p:cNvPr id="232" name="Groupe 231">
                <a:extLst>
                  <a:ext uri="{FF2B5EF4-FFF2-40B4-BE49-F238E27FC236}">
                    <a16:creationId xmlns:a16="http://schemas.microsoft.com/office/drawing/2014/main" id="{B3452E8E-9A89-945E-8C67-E20C850DE0A6}"/>
                  </a:ext>
                </a:extLst>
              </p:cNvPr>
              <p:cNvGrpSpPr/>
              <p:nvPr/>
            </p:nvGrpSpPr>
            <p:grpSpPr>
              <a:xfrm>
                <a:off x="8826270" y="2398433"/>
                <a:ext cx="1857983" cy="1932862"/>
                <a:chOff x="8950866" y="2502169"/>
                <a:chExt cx="1857983" cy="1932862"/>
              </a:xfrm>
            </p:grpSpPr>
            <p:grpSp>
              <p:nvGrpSpPr>
                <p:cNvPr id="237" name="Groupe 236">
                  <a:extLst>
                    <a:ext uri="{FF2B5EF4-FFF2-40B4-BE49-F238E27FC236}">
                      <a16:creationId xmlns:a16="http://schemas.microsoft.com/office/drawing/2014/main" id="{A82C7247-8DD0-6C1A-60CA-72AC8CD286E4}"/>
                    </a:ext>
                  </a:extLst>
                </p:cNvPr>
                <p:cNvGrpSpPr/>
                <p:nvPr/>
              </p:nvGrpSpPr>
              <p:grpSpPr>
                <a:xfrm>
                  <a:off x="8950866" y="2502169"/>
                  <a:ext cx="1857983" cy="1932862"/>
                  <a:chOff x="9847489" y="4533514"/>
                  <a:chExt cx="1857983" cy="1932862"/>
                </a:xfrm>
              </p:grpSpPr>
              <p:grpSp>
                <p:nvGrpSpPr>
                  <p:cNvPr id="242" name="Groupe 241">
                    <a:extLst>
                      <a:ext uri="{FF2B5EF4-FFF2-40B4-BE49-F238E27FC236}">
                        <a16:creationId xmlns:a16="http://schemas.microsoft.com/office/drawing/2014/main" id="{FDBDB008-8BB8-D853-41B2-05AFB6645E6D}"/>
                      </a:ext>
                    </a:extLst>
                  </p:cNvPr>
                  <p:cNvGrpSpPr/>
                  <p:nvPr/>
                </p:nvGrpSpPr>
                <p:grpSpPr>
                  <a:xfrm>
                    <a:off x="9847489" y="4533514"/>
                    <a:ext cx="1857983" cy="1932862"/>
                    <a:chOff x="403243" y="2029298"/>
                    <a:chExt cx="1857983" cy="1932862"/>
                  </a:xfrm>
                </p:grpSpPr>
                <p:grpSp>
                  <p:nvGrpSpPr>
                    <p:cNvPr id="245" name="Groupe 244">
                      <a:extLst>
                        <a:ext uri="{FF2B5EF4-FFF2-40B4-BE49-F238E27FC236}">
                          <a16:creationId xmlns:a16="http://schemas.microsoft.com/office/drawing/2014/main" id="{62687D6B-06F4-E16D-7E28-CC62B5A794EA}"/>
                        </a:ext>
                      </a:extLst>
                    </p:cNvPr>
                    <p:cNvGrpSpPr/>
                    <p:nvPr/>
                  </p:nvGrpSpPr>
                  <p:grpSpPr>
                    <a:xfrm>
                      <a:off x="416070" y="2029298"/>
                      <a:ext cx="1094790" cy="331243"/>
                      <a:chOff x="780703" y="5853141"/>
                      <a:chExt cx="1094790" cy="331243"/>
                    </a:xfrm>
                  </p:grpSpPr>
                  <p:pic>
                    <p:nvPicPr>
                      <p:cNvPr id="247" name="Graphique 246" descr="Presse-papiers vérifié avec un remplissage uni">
                        <a:extLst>
                          <a:ext uri="{FF2B5EF4-FFF2-40B4-BE49-F238E27FC236}">
                            <a16:creationId xmlns:a16="http://schemas.microsoft.com/office/drawing/2014/main" id="{E7EAC6C7-0CF4-114D-B029-2BF365263930}"/>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80703" y="5853141"/>
                        <a:ext cx="331243" cy="331243"/>
                      </a:xfrm>
                      <a:prstGeom prst="rect">
                        <a:avLst/>
                      </a:prstGeom>
                    </p:spPr>
                  </p:pic>
                  <p:sp>
                    <p:nvSpPr>
                      <p:cNvPr id="248" name="TextBox 132">
                        <a:extLst>
                          <a:ext uri="{FF2B5EF4-FFF2-40B4-BE49-F238E27FC236}">
                            <a16:creationId xmlns:a16="http://schemas.microsoft.com/office/drawing/2014/main" id="{BE42B718-CF3F-9960-F3F8-B8B59C2ABAB2}"/>
                          </a:ext>
                        </a:extLst>
                      </p:cNvPr>
                      <p:cNvSpPr txBox="1"/>
                      <p:nvPr/>
                    </p:nvSpPr>
                    <p:spPr>
                      <a:xfrm>
                        <a:off x="981298" y="5940230"/>
                        <a:ext cx="894195" cy="230832"/>
                      </a:xfrm>
                      <a:prstGeom prst="rect">
                        <a:avLst/>
                      </a:prstGeom>
                      <a:noFill/>
                    </p:spPr>
                    <p:txBody>
                      <a:bodyPr wrap="square" rtlCol="0">
                        <a:spAutoFit/>
                      </a:bodyPr>
                      <a:lstStyle/>
                      <a:p>
                        <a:r>
                          <a:rPr lang="fr-CA" sz="900" dirty="0"/>
                          <a:t>lac1_calculs()</a:t>
                        </a:r>
                      </a:p>
                    </p:txBody>
                  </p:sp>
                </p:grpSp>
                <p:sp>
                  <p:nvSpPr>
                    <p:cNvPr id="246" name="Rectangle: Rounded Corners 292">
                      <a:extLst>
                        <a:ext uri="{FF2B5EF4-FFF2-40B4-BE49-F238E27FC236}">
                          <a16:creationId xmlns:a16="http://schemas.microsoft.com/office/drawing/2014/main" id="{108C84E8-DDE1-E6E4-D612-3D2D96E492A3}"/>
                        </a:ext>
                      </a:extLst>
                    </p:cNvPr>
                    <p:cNvSpPr/>
                    <p:nvPr/>
                  </p:nvSpPr>
                  <p:spPr>
                    <a:xfrm>
                      <a:off x="403243" y="2034484"/>
                      <a:ext cx="1857983" cy="1927676"/>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243" name="Straight Arrow Connector 268">
                    <a:extLst>
                      <a:ext uri="{FF2B5EF4-FFF2-40B4-BE49-F238E27FC236}">
                        <a16:creationId xmlns:a16="http://schemas.microsoft.com/office/drawing/2014/main" id="{53EAE345-4C13-ABCF-7390-0393767045A9}"/>
                      </a:ext>
                    </a:extLst>
                  </p:cNvPr>
                  <p:cNvCxnSpPr>
                    <a:cxnSpLocks/>
                    <a:stCxn id="247"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244" name="Straight Arrow Connector 268">
                    <a:extLst>
                      <a:ext uri="{FF2B5EF4-FFF2-40B4-BE49-F238E27FC236}">
                        <a16:creationId xmlns:a16="http://schemas.microsoft.com/office/drawing/2014/main" id="{002BBA46-BAFF-FC11-8AE4-631862E15B05}"/>
                      </a:ext>
                    </a:extLst>
                  </p:cNvPr>
                  <p:cNvCxnSpPr>
                    <a:cxnSpLocks/>
                    <a:stCxn id="247"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238" name="ZoneTexte 237">
                  <a:extLst>
                    <a:ext uri="{FF2B5EF4-FFF2-40B4-BE49-F238E27FC236}">
                      <a16:creationId xmlns:a16="http://schemas.microsoft.com/office/drawing/2014/main" id="{31C90140-023D-B584-554F-1F699044197B}"/>
                    </a:ext>
                  </a:extLst>
                </p:cNvPr>
                <p:cNvSpPr txBox="1"/>
                <p:nvPr/>
              </p:nvSpPr>
              <p:spPr>
                <a:xfrm>
                  <a:off x="9490401" y="2869063"/>
                  <a:ext cx="1149232" cy="184666"/>
                </a:xfrm>
                <a:prstGeom prst="rect">
                  <a:avLst/>
                </a:prstGeom>
                <a:noFill/>
              </p:spPr>
              <p:txBody>
                <a:bodyPr wrap="square" rtlCol="0">
                  <a:spAutoFit/>
                </a:bodyPr>
                <a:lstStyle/>
                <a:p>
                  <a:r>
                    <a:rPr lang="fr-CA" sz="600" dirty="0"/>
                    <a:t>volume_m3()</a:t>
                  </a:r>
                </a:p>
              </p:txBody>
            </p:sp>
            <p:grpSp>
              <p:nvGrpSpPr>
                <p:cNvPr id="239" name="Groupe 238">
                  <a:extLst>
                    <a:ext uri="{FF2B5EF4-FFF2-40B4-BE49-F238E27FC236}">
                      <a16:creationId xmlns:a16="http://schemas.microsoft.com/office/drawing/2014/main" id="{BBA55D7B-74ED-B3E9-7716-539ECF4F35ED}"/>
                    </a:ext>
                  </a:extLst>
                </p:cNvPr>
                <p:cNvGrpSpPr/>
                <p:nvPr/>
              </p:nvGrpSpPr>
              <p:grpSpPr>
                <a:xfrm>
                  <a:off x="9332030" y="3154642"/>
                  <a:ext cx="1280256" cy="234536"/>
                  <a:chOff x="9213673" y="2065803"/>
                  <a:chExt cx="1280256" cy="234536"/>
                </a:xfrm>
              </p:grpSpPr>
              <p:pic>
                <p:nvPicPr>
                  <p:cNvPr id="240" name="Image 239">
                    <a:extLst>
                      <a:ext uri="{FF2B5EF4-FFF2-40B4-BE49-F238E27FC236}">
                        <a16:creationId xmlns:a16="http://schemas.microsoft.com/office/drawing/2014/main" id="{7EBFEC6E-CAEF-5E9D-464D-A7F17E4FA7CB}"/>
                      </a:ext>
                    </a:extLst>
                  </p:cNvPr>
                  <p:cNvPicPr>
                    <a:picLocks noChangeAspect="1"/>
                  </p:cNvPicPr>
                  <p:nvPr/>
                </p:nvPicPr>
                <p:blipFill>
                  <a:blip r:embed="rId3">
                    <a:extLst>
                      <a:ext uri="{BEBA8EAE-BF5A-486C-A8C5-ECC9F3942E4B}">
                        <a14:imgProps xmlns:a14="http://schemas.microsoft.com/office/drawing/2010/main">
                          <a14:imgLayer r:embed="rId4">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241" name="ZoneTexte 240">
                    <a:extLst>
                      <a:ext uri="{FF2B5EF4-FFF2-40B4-BE49-F238E27FC236}">
                        <a16:creationId xmlns:a16="http://schemas.microsoft.com/office/drawing/2014/main" id="{7CA02D37-7FE2-28FD-6E73-B1113D4E59EF}"/>
                      </a:ext>
                    </a:extLst>
                  </p:cNvPr>
                  <p:cNvSpPr txBox="1"/>
                  <p:nvPr/>
                </p:nvSpPr>
                <p:spPr>
                  <a:xfrm>
                    <a:off x="9344698" y="2101327"/>
                    <a:ext cx="1149231" cy="184666"/>
                  </a:xfrm>
                  <a:prstGeom prst="rect">
                    <a:avLst/>
                  </a:prstGeom>
                  <a:noFill/>
                </p:spPr>
                <p:txBody>
                  <a:bodyPr wrap="square" rtlCol="0">
                    <a:spAutoFit/>
                  </a:bodyPr>
                  <a:lstStyle/>
                  <a:p>
                    <a:r>
                      <a:rPr lang="fr-CA" sz="600" dirty="0" err="1"/>
                      <a:t>q_moy_annuel</a:t>
                    </a:r>
                    <a:r>
                      <a:rPr lang="fr-CA" sz="600" dirty="0"/>
                      <a:t>()</a:t>
                    </a:r>
                  </a:p>
                </p:txBody>
              </p:sp>
            </p:grpSp>
          </p:grpSp>
          <p:pic>
            <p:nvPicPr>
              <p:cNvPr id="233" name="Graphique 232" descr="Presse-papiers vérifié avec un remplissage uni">
                <a:extLst>
                  <a:ext uri="{FF2B5EF4-FFF2-40B4-BE49-F238E27FC236}">
                    <a16:creationId xmlns:a16="http://schemas.microsoft.com/office/drawing/2014/main" id="{D0F21455-8D0F-2D0F-C92B-95469F6F33A2}"/>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9129161" y="2765200"/>
                <a:ext cx="259479" cy="259479"/>
              </a:xfrm>
              <a:prstGeom prst="rect">
                <a:avLst/>
              </a:prstGeom>
            </p:spPr>
          </p:pic>
          <p:cxnSp>
            <p:nvCxnSpPr>
              <p:cNvPr id="234" name="Straight Arrow Connector 268">
                <a:extLst>
                  <a:ext uri="{FF2B5EF4-FFF2-40B4-BE49-F238E27FC236}">
                    <a16:creationId xmlns:a16="http://schemas.microsoft.com/office/drawing/2014/main" id="{93400BF4-E22F-B246-EE55-1C7750CD6FDF}"/>
                  </a:ext>
                </a:extLst>
              </p:cNvPr>
              <p:cNvCxnSpPr>
                <a:cxnSpLocks/>
              </p:cNvCxnSpPr>
              <p:nvPr/>
            </p:nvCxnSpPr>
            <p:spPr>
              <a:xfrm rot="16200000" flipH="1">
                <a:off x="8855719" y="3244777"/>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235" name="ZoneTexte 234">
                <a:extLst>
                  <a:ext uri="{FF2B5EF4-FFF2-40B4-BE49-F238E27FC236}">
                    <a16:creationId xmlns:a16="http://schemas.microsoft.com/office/drawing/2014/main" id="{BC3FD532-76D6-6679-FEB4-0F3CC7479B35}"/>
                  </a:ext>
                </a:extLst>
              </p:cNvPr>
              <p:cNvSpPr txBox="1"/>
              <p:nvPr/>
            </p:nvSpPr>
            <p:spPr>
              <a:xfrm>
                <a:off x="8817108" y="3642044"/>
                <a:ext cx="534284" cy="184666"/>
              </a:xfrm>
              <a:prstGeom prst="rect">
                <a:avLst/>
              </a:prstGeom>
              <a:noFill/>
            </p:spPr>
            <p:txBody>
              <a:bodyPr wrap="square" rtlCol="0">
                <a:spAutoFit/>
              </a:bodyPr>
              <a:lstStyle/>
              <a:p>
                <a:r>
                  <a:rPr lang="fr-CA" sz="600" dirty="0"/>
                  <a:t>Etc…</a:t>
                </a:r>
              </a:p>
            </p:txBody>
          </p:sp>
          <p:sp>
            <p:nvSpPr>
              <p:cNvPr id="236" name="ZoneTexte 235">
                <a:extLst>
                  <a:ext uri="{FF2B5EF4-FFF2-40B4-BE49-F238E27FC236}">
                    <a16:creationId xmlns:a16="http://schemas.microsoft.com/office/drawing/2014/main" id="{2F035FE5-7567-168C-EFDF-46817D31204F}"/>
                  </a:ext>
                </a:extLst>
              </p:cNvPr>
              <p:cNvSpPr txBox="1"/>
              <p:nvPr/>
            </p:nvSpPr>
            <p:spPr>
              <a:xfrm>
                <a:off x="9990857" y="3287024"/>
                <a:ext cx="771218" cy="1015663"/>
              </a:xfrm>
              <a:prstGeom prst="rect">
                <a:avLst/>
              </a:prstGeom>
              <a:noFill/>
            </p:spPr>
            <p:txBody>
              <a:bodyPr wrap="square" rtlCol="0">
                <a:spAutoFit/>
              </a:bodyPr>
              <a:lstStyle/>
              <a:p>
                <a:r>
                  <a:rPr lang="fr-CA" sz="600" dirty="0" err="1"/>
                  <a:t>charge_aqua</a:t>
                </a:r>
                <a:r>
                  <a:rPr lang="fr-CA" sz="600" dirty="0"/>
                  <a:t> ()</a:t>
                </a:r>
              </a:p>
              <a:p>
                <a:r>
                  <a:rPr lang="fr-CA" sz="600" dirty="0" err="1"/>
                  <a:t>charge_mh</a:t>
                </a:r>
                <a:r>
                  <a:rPr lang="fr-CA" sz="600" dirty="0"/>
                  <a:t> ()</a:t>
                </a:r>
              </a:p>
              <a:p>
                <a:r>
                  <a:rPr lang="fr-CA" sz="600" dirty="0" err="1"/>
                  <a:t>charge_foret</a:t>
                </a:r>
                <a:r>
                  <a:rPr lang="fr-CA" sz="600" dirty="0"/>
                  <a:t> ()</a:t>
                </a:r>
              </a:p>
              <a:p>
                <a:r>
                  <a:rPr lang="fr-CA" sz="600" dirty="0" err="1"/>
                  <a:t>charge_solnu</a:t>
                </a:r>
                <a:r>
                  <a:rPr lang="fr-CA" sz="600" dirty="0"/>
                  <a:t> ()</a:t>
                </a:r>
              </a:p>
              <a:p>
                <a:r>
                  <a:rPr lang="fr-CA" sz="600" dirty="0" err="1"/>
                  <a:t>charge_agri</a:t>
                </a:r>
                <a:r>
                  <a:rPr lang="fr-CA" sz="600" dirty="0"/>
                  <a:t> ()</a:t>
                </a:r>
              </a:p>
              <a:p>
                <a:r>
                  <a:rPr lang="fr-CA" sz="600" dirty="0" err="1"/>
                  <a:t>charge_coupe</a:t>
                </a:r>
                <a:r>
                  <a:rPr lang="fr-CA" sz="600" dirty="0"/>
                  <a:t> ()</a:t>
                </a:r>
              </a:p>
              <a:p>
                <a:r>
                  <a:rPr lang="fr-CA" sz="600" dirty="0" err="1"/>
                  <a:t>charge_anthro</a:t>
                </a:r>
                <a:r>
                  <a:rPr lang="fr-CA" sz="600" dirty="0"/>
                  <a:t> ()</a:t>
                </a:r>
              </a:p>
              <a:p>
                <a:r>
                  <a:rPr lang="fr-CA" sz="600" dirty="0" err="1"/>
                  <a:t>charge_nd</a:t>
                </a:r>
                <a:r>
                  <a:rPr lang="fr-CA" sz="600" dirty="0"/>
                  <a:t> ()</a:t>
                </a:r>
              </a:p>
              <a:p>
                <a:r>
                  <a:rPr lang="fr-CA" sz="600" dirty="0" err="1"/>
                  <a:t>charge_ent</a:t>
                </a:r>
                <a:r>
                  <a:rPr lang="fr-CA" sz="600" dirty="0"/>
                  <a:t> ()</a:t>
                </a:r>
              </a:p>
              <a:p>
                <a:r>
                  <a:rPr lang="fr-CA" sz="600" dirty="0" err="1"/>
                  <a:t>charge_ent_nat</a:t>
                </a:r>
                <a:r>
                  <a:rPr lang="fr-CA" sz="600" dirty="0"/>
                  <a:t> ()</a:t>
                </a:r>
              </a:p>
            </p:txBody>
          </p:sp>
        </p:grpSp>
        <p:sp>
          <p:nvSpPr>
            <p:cNvPr id="229" name="ZoneTexte 228">
              <a:extLst>
                <a:ext uri="{FF2B5EF4-FFF2-40B4-BE49-F238E27FC236}">
                  <a16:creationId xmlns:a16="http://schemas.microsoft.com/office/drawing/2014/main" id="{2FB61387-584B-0DCE-2B45-7FAD4C9E7D09}"/>
                </a:ext>
              </a:extLst>
            </p:cNvPr>
            <p:cNvSpPr txBox="1"/>
            <p:nvPr/>
          </p:nvSpPr>
          <p:spPr>
            <a:xfrm>
              <a:off x="3651933" y="5156553"/>
              <a:ext cx="904947" cy="1015663"/>
            </a:xfrm>
            <a:prstGeom prst="rect">
              <a:avLst/>
            </a:prstGeom>
            <a:noFill/>
          </p:spPr>
          <p:txBody>
            <a:bodyPr wrap="square" rtlCol="0">
              <a:spAutoFit/>
            </a:bodyPr>
            <a:lstStyle/>
            <a:p>
              <a:r>
                <a:rPr lang="fr-CA" sz="600" dirty="0" err="1"/>
                <a:t>pt_mod</a:t>
              </a:r>
              <a:r>
                <a:rPr lang="fr-CA" sz="600" dirty="0"/>
                <a:t> ()</a:t>
              </a:r>
            </a:p>
            <a:p>
              <a:r>
                <a:rPr lang="fr-CA" sz="600" dirty="0" err="1"/>
                <a:t>pt_mod_nat</a:t>
              </a:r>
              <a:r>
                <a:rPr lang="fr-CA" sz="600" dirty="0"/>
                <a:t> ()</a:t>
              </a:r>
            </a:p>
            <a:p>
              <a:r>
                <a:rPr lang="fr-CA" sz="600" dirty="0" err="1"/>
                <a:t>charge_sort</a:t>
              </a:r>
              <a:r>
                <a:rPr lang="fr-CA" sz="600" dirty="0"/>
                <a:t> ()</a:t>
              </a:r>
            </a:p>
            <a:p>
              <a:r>
                <a:rPr lang="fr-CA" sz="600" dirty="0" err="1"/>
                <a:t>charge_sort_nat</a:t>
              </a:r>
              <a:r>
                <a:rPr lang="fr-CA" sz="600" dirty="0"/>
                <a:t> ()</a:t>
              </a:r>
            </a:p>
            <a:p>
              <a:r>
                <a:rPr lang="fr-CA" sz="600" dirty="0" err="1"/>
                <a:t>charge_sort_mes</a:t>
              </a:r>
              <a:r>
                <a:rPr lang="fr-CA" sz="600" dirty="0"/>
                <a:t> ()</a:t>
              </a:r>
            </a:p>
            <a:p>
              <a:r>
                <a:rPr lang="fr-CA" sz="600" dirty="0" err="1"/>
                <a:t>pt_mod_rejet</a:t>
              </a:r>
              <a:r>
                <a:rPr lang="fr-CA" sz="600" dirty="0"/>
                <a:t> ()</a:t>
              </a:r>
            </a:p>
            <a:p>
              <a:r>
                <a:rPr lang="fr-CA" sz="600" dirty="0" err="1"/>
                <a:t>charge_sort_rejet</a:t>
              </a:r>
              <a:r>
                <a:rPr lang="fr-CA" sz="600" dirty="0"/>
                <a:t> ()</a:t>
              </a:r>
            </a:p>
            <a:p>
              <a:r>
                <a:rPr lang="fr-CA" sz="600" dirty="0" err="1"/>
                <a:t>aug_rel_charge_ent</a:t>
              </a:r>
              <a:r>
                <a:rPr lang="fr-CA" sz="600" dirty="0"/>
                <a:t> ()</a:t>
              </a:r>
            </a:p>
            <a:p>
              <a:r>
                <a:rPr lang="fr-CA" sz="600" dirty="0" err="1"/>
                <a:t>aug_rel_pt</a:t>
              </a:r>
              <a:r>
                <a:rPr lang="fr-CA" sz="600" dirty="0"/>
                <a:t> ()</a:t>
              </a:r>
            </a:p>
            <a:p>
              <a:r>
                <a:rPr lang="fr-CA" sz="600" dirty="0" err="1"/>
                <a:t>charge_nat_tot</a:t>
              </a:r>
              <a:r>
                <a:rPr lang="fr-CA" sz="600" dirty="0"/>
                <a:t> ()</a:t>
              </a:r>
            </a:p>
          </p:txBody>
        </p:sp>
        <p:sp>
          <p:nvSpPr>
            <p:cNvPr id="230" name="Accolade ouvrante 229">
              <a:extLst>
                <a:ext uri="{FF2B5EF4-FFF2-40B4-BE49-F238E27FC236}">
                  <a16:creationId xmlns:a16="http://schemas.microsoft.com/office/drawing/2014/main" id="{791AF2C1-1F10-5E37-54AE-4099B300BCAD}"/>
                </a:ext>
              </a:extLst>
            </p:cNvPr>
            <p:cNvSpPr/>
            <p:nvPr/>
          </p:nvSpPr>
          <p:spPr>
            <a:xfrm>
              <a:off x="3495757" y="5168368"/>
              <a:ext cx="301213" cy="977888"/>
            </a:xfrm>
            <a:prstGeom prst="leftBrace">
              <a:avLst>
                <a:gd name="adj1" fmla="val 40628"/>
                <a:gd name="adj2" fmla="val 50000"/>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a:p>
          </p:txBody>
        </p:sp>
        <p:sp>
          <p:nvSpPr>
            <p:cNvPr id="231" name="ZoneTexte 230">
              <a:extLst>
                <a:ext uri="{FF2B5EF4-FFF2-40B4-BE49-F238E27FC236}">
                  <a16:creationId xmlns:a16="http://schemas.microsoft.com/office/drawing/2014/main" id="{A580870F-38A1-6A9E-F326-CB8970E63B2E}"/>
                </a:ext>
              </a:extLst>
            </p:cNvPr>
            <p:cNvSpPr txBox="1"/>
            <p:nvPr/>
          </p:nvSpPr>
          <p:spPr>
            <a:xfrm>
              <a:off x="4433758" y="4358668"/>
              <a:ext cx="712245" cy="430887"/>
            </a:xfrm>
            <a:prstGeom prst="rect">
              <a:avLst/>
            </a:prstGeom>
            <a:noFill/>
          </p:spPr>
          <p:txBody>
            <a:bodyPr wrap="square" rtlCol="0">
              <a:spAutoFit/>
            </a:bodyPr>
            <a:lstStyle/>
            <a:p>
              <a:r>
                <a:rPr lang="fr-CA" sz="1100" i="1" dirty="0"/>
                <a:t>Liste de réactifs</a:t>
              </a:r>
            </a:p>
          </p:txBody>
        </p:sp>
      </p:grpSp>
    </p:spTree>
    <p:extLst>
      <p:ext uri="{BB962C8B-B14F-4D97-AF65-F5344CB8AC3E}">
        <p14:creationId xmlns:p14="http://schemas.microsoft.com/office/powerpoint/2010/main" val="163491318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1A057F-B776-9216-8690-940348C5A993}"/>
            </a:ext>
          </a:extLst>
        </p:cNvPr>
        <p:cNvGrpSpPr/>
        <p:nvPr/>
      </p:nvGrpSpPr>
      <p:grpSpPr>
        <a:xfrm>
          <a:off x="0" y="0"/>
          <a:ext cx="0" cy="0"/>
          <a:chOff x="0" y="0"/>
          <a:chExt cx="0" cy="0"/>
        </a:xfrm>
      </p:grpSpPr>
      <p:sp>
        <p:nvSpPr>
          <p:cNvPr id="12" name="ZoneTexte 11">
            <a:extLst>
              <a:ext uri="{FF2B5EF4-FFF2-40B4-BE49-F238E27FC236}">
                <a16:creationId xmlns:a16="http://schemas.microsoft.com/office/drawing/2014/main" id="{7F5D96AD-C669-2D30-A8B4-26A61D110F38}"/>
              </a:ext>
            </a:extLst>
          </p:cNvPr>
          <p:cNvSpPr txBox="1"/>
          <p:nvPr/>
        </p:nvSpPr>
        <p:spPr>
          <a:xfrm>
            <a:off x="4012559" y="747033"/>
            <a:ext cx="1881174" cy="369332"/>
          </a:xfrm>
          <a:prstGeom prst="rect">
            <a:avLst/>
          </a:prstGeom>
          <a:noFill/>
        </p:spPr>
        <p:txBody>
          <a:bodyPr wrap="square">
            <a:spAutoFit/>
          </a:bodyPr>
          <a:lstStyle/>
          <a:p>
            <a:r>
              <a:rPr lang="fr-CA" dirty="0" err="1"/>
              <a:t>mod_resultats</a:t>
            </a:r>
            <a:endParaRPr lang="fr-CA" dirty="0"/>
          </a:p>
        </p:txBody>
      </p:sp>
      <p:grpSp>
        <p:nvGrpSpPr>
          <p:cNvPr id="44" name="Groupe 43">
            <a:extLst>
              <a:ext uri="{FF2B5EF4-FFF2-40B4-BE49-F238E27FC236}">
                <a16:creationId xmlns:a16="http://schemas.microsoft.com/office/drawing/2014/main" id="{D096E1C1-E0FE-CBF3-F4CB-1B57F75FB470}"/>
              </a:ext>
            </a:extLst>
          </p:cNvPr>
          <p:cNvGrpSpPr/>
          <p:nvPr/>
        </p:nvGrpSpPr>
        <p:grpSpPr>
          <a:xfrm>
            <a:off x="303103" y="2793300"/>
            <a:ext cx="1675940" cy="616186"/>
            <a:chOff x="7431801" y="4178844"/>
            <a:chExt cx="1675940" cy="616186"/>
          </a:xfrm>
        </p:grpSpPr>
        <p:grpSp>
          <p:nvGrpSpPr>
            <p:cNvPr id="45" name="Groupe 44">
              <a:extLst>
                <a:ext uri="{FF2B5EF4-FFF2-40B4-BE49-F238E27FC236}">
                  <a16:creationId xmlns:a16="http://schemas.microsoft.com/office/drawing/2014/main" id="{02683F77-74E9-C65C-9D6D-DABD0FBB739A}"/>
                </a:ext>
              </a:extLst>
            </p:cNvPr>
            <p:cNvGrpSpPr/>
            <p:nvPr/>
          </p:nvGrpSpPr>
          <p:grpSpPr>
            <a:xfrm>
              <a:off x="7431801" y="4178844"/>
              <a:ext cx="1675940" cy="616186"/>
              <a:chOff x="8963693" y="2502169"/>
              <a:chExt cx="1675940" cy="616186"/>
            </a:xfrm>
          </p:grpSpPr>
          <p:grpSp>
            <p:nvGrpSpPr>
              <p:cNvPr id="47" name="Groupe 46">
                <a:extLst>
                  <a:ext uri="{FF2B5EF4-FFF2-40B4-BE49-F238E27FC236}">
                    <a16:creationId xmlns:a16="http://schemas.microsoft.com/office/drawing/2014/main" id="{F6832055-F93A-C028-E7D2-AEF8E4A71CA1}"/>
                  </a:ext>
                </a:extLst>
              </p:cNvPr>
              <p:cNvGrpSpPr/>
              <p:nvPr/>
            </p:nvGrpSpPr>
            <p:grpSpPr>
              <a:xfrm>
                <a:off x="8963693" y="2502169"/>
                <a:ext cx="1675940" cy="616186"/>
                <a:chOff x="9860316" y="4533514"/>
                <a:chExt cx="1675940" cy="616186"/>
              </a:xfrm>
            </p:grpSpPr>
            <p:grpSp>
              <p:nvGrpSpPr>
                <p:cNvPr id="49" name="Groupe 48">
                  <a:extLst>
                    <a:ext uri="{FF2B5EF4-FFF2-40B4-BE49-F238E27FC236}">
                      <a16:creationId xmlns:a16="http://schemas.microsoft.com/office/drawing/2014/main" id="{01A7C0BA-3084-3B9B-9B4B-134E5528B97F}"/>
                    </a:ext>
                  </a:extLst>
                </p:cNvPr>
                <p:cNvGrpSpPr/>
                <p:nvPr/>
              </p:nvGrpSpPr>
              <p:grpSpPr>
                <a:xfrm>
                  <a:off x="9860316" y="4533514"/>
                  <a:ext cx="1675940" cy="616186"/>
                  <a:chOff x="416070" y="2029298"/>
                  <a:chExt cx="1675940" cy="616186"/>
                </a:xfrm>
              </p:grpSpPr>
              <p:grpSp>
                <p:nvGrpSpPr>
                  <p:cNvPr id="51" name="Groupe 50">
                    <a:extLst>
                      <a:ext uri="{FF2B5EF4-FFF2-40B4-BE49-F238E27FC236}">
                        <a16:creationId xmlns:a16="http://schemas.microsoft.com/office/drawing/2014/main" id="{E15C1B02-DB29-FC61-587F-3F0D2C2FBC09}"/>
                      </a:ext>
                    </a:extLst>
                  </p:cNvPr>
                  <p:cNvGrpSpPr/>
                  <p:nvPr/>
                </p:nvGrpSpPr>
                <p:grpSpPr>
                  <a:xfrm>
                    <a:off x="416070" y="2029298"/>
                    <a:ext cx="1094790" cy="331243"/>
                    <a:chOff x="780703" y="5853141"/>
                    <a:chExt cx="1094790" cy="331243"/>
                  </a:xfrm>
                </p:grpSpPr>
                <p:pic>
                  <p:nvPicPr>
                    <p:cNvPr id="53" name="Graphique 52" descr="Presse-papiers vérifié avec un remplissage uni">
                      <a:extLst>
                        <a:ext uri="{FF2B5EF4-FFF2-40B4-BE49-F238E27FC236}">
                          <a16:creationId xmlns:a16="http://schemas.microsoft.com/office/drawing/2014/main" id="{15F1F008-1A57-AF7D-4161-7CDD795E391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0703" y="5853141"/>
                      <a:ext cx="331243" cy="331243"/>
                    </a:xfrm>
                    <a:prstGeom prst="rect">
                      <a:avLst/>
                    </a:prstGeom>
                  </p:spPr>
                </p:pic>
                <p:sp>
                  <p:nvSpPr>
                    <p:cNvPr id="54" name="TextBox 132">
                      <a:extLst>
                        <a:ext uri="{FF2B5EF4-FFF2-40B4-BE49-F238E27FC236}">
                          <a16:creationId xmlns:a16="http://schemas.microsoft.com/office/drawing/2014/main" id="{5D5EE633-F3B8-BE51-5F49-9B6DE4155FFB}"/>
                        </a:ext>
                      </a:extLst>
                    </p:cNvPr>
                    <p:cNvSpPr txBox="1"/>
                    <p:nvPr/>
                  </p:nvSpPr>
                  <p:spPr>
                    <a:xfrm>
                      <a:off x="981298" y="5940230"/>
                      <a:ext cx="894195" cy="184666"/>
                    </a:xfrm>
                    <a:prstGeom prst="rect">
                      <a:avLst/>
                    </a:prstGeom>
                    <a:noFill/>
                  </p:spPr>
                  <p:txBody>
                    <a:bodyPr wrap="square" rtlCol="0">
                      <a:spAutoFit/>
                    </a:bodyPr>
                    <a:lstStyle/>
                    <a:p>
                      <a:r>
                        <a:rPr lang="fr-CA" sz="600" dirty="0"/>
                        <a:t>lac1_charge_rejet</a:t>
                      </a:r>
                    </a:p>
                  </p:txBody>
                </p:sp>
              </p:grpSp>
              <p:sp>
                <p:nvSpPr>
                  <p:cNvPr id="52" name="Rectangle: Rounded Corners 292">
                    <a:extLst>
                      <a:ext uri="{FF2B5EF4-FFF2-40B4-BE49-F238E27FC236}">
                        <a16:creationId xmlns:a16="http://schemas.microsoft.com/office/drawing/2014/main" id="{5F2033AC-3ACB-4CC5-F11E-22F7603EECC7}"/>
                      </a:ext>
                    </a:extLst>
                  </p:cNvPr>
                  <p:cNvSpPr/>
                  <p:nvPr/>
                </p:nvSpPr>
                <p:spPr>
                  <a:xfrm>
                    <a:off x="416070" y="2029298"/>
                    <a:ext cx="1675940" cy="616186"/>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50" name="Straight Arrow Connector 268">
                  <a:extLst>
                    <a:ext uri="{FF2B5EF4-FFF2-40B4-BE49-F238E27FC236}">
                      <a16:creationId xmlns:a16="http://schemas.microsoft.com/office/drawing/2014/main" id="{06E98D85-1EC8-AEFA-1D25-6D8ED0C340C0}"/>
                    </a:ext>
                  </a:extLst>
                </p:cNvPr>
                <p:cNvCxnSpPr>
                  <a:cxnSpLocks/>
                  <a:stCxn id="53"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48" name="ZoneTexte 47">
                <a:extLst>
                  <a:ext uri="{FF2B5EF4-FFF2-40B4-BE49-F238E27FC236}">
                    <a16:creationId xmlns:a16="http://schemas.microsoft.com/office/drawing/2014/main" id="{C13E6059-48BB-4739-4627-3C43D982452B}"/>
                  </a:ext>
                </a:extLst>
              </p:cNvPr>
              <p:cNvSpPr txBox="1"/>
              <p:nvPr/>
            </p:nvSpPr>
            <p:spPr>
              <a:xfrm>
                <a:off x="9490401" y="2869063"/>
                <a:ext cx="1149232" cy="200055"/>
              </a:xfrm>
              <a:prstGeom prst="rect">
                <a:avLst/>
              </a:prstGeom>
              <a:noFill/>
            </p:spPr>
            <p:txBody>
              <a:bodyPr wrap="square" rtlCol="0">
                <a:spAutoFit/>
              </a:bodyPr>
              <a:lstStyle/>
              <a:p>
                <a:r>
                  <a:rPr lang="fr-CA" sz="700" dirty="0" err="1"/>
                  <a:t>charge_rejet_kg_annuel</a:t>
                </a:r>
                <a:r>
                  <a:rPr lang="fr-CA" sz="700" dirty="0"/>
                  <a:t>()</a:t>
                </a:r>
              </a:p>
            </p:txBody>
          </p:sp>
        </p:grpSp>
        <p:pic>
          <p:nvPicPr>
            <p:cNvPr id="46" name="Graphique 45" descr="Presse-papiers vérifié avec un remplissage uni">
              <a:extLst>
                <a:ext uri="{FF2B5EF4-FFF2-40B4-BE49-F238E27FC236}">
                  <a16:creationId xmlns:a16="http://schemas.microsoft.com/office/drawing/2014/main" id="{457A953C-02E7-48A2-F3AA-C7E3F33FDB33}"/>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01752" y="4463787"/>
              <a:ext cx="331243" cy="331243"/>
            </a:xfrm>
            <a:prstGeom prst="rect">
              <a:avLst/>
            </a:prstGeom>
          </p:spPr>
        </p:pic>
      </p:grpSp>
      <p:cxnSp>
        <p:nvCxnSpPr>
          <p:cNvPr id="55" name="Straight Arrow Connector 268">
            <a:extLst>
              <a:ext uri="{FF2B5EF4-FFF2-40B4-BE49-F238E27FC236}">
                <a16:creationId xmlns:a16="http://schemas.microsoft.com/office/drawing/2014/main" id="{D8EB2B94-8260-C9FB-AA68-C8B3CE2C4C98}"/>
              </a:ext>
            </a:extLst>
          </p:cNvPr>
          <p:cNvCxnSpPr>
            <a:cxnSpLocks/>
            <a:stCxn id="96" idx="3"/>
            <a:endCxn id="140" idx="1"/>
          </p:cNvCxnSpPr>
          <p:nvPr/>
        </p:nvCxnSpPr>
        <p:spPr>
          <a:xfrm>
            <a:off x="3280962" y="1319380"/>
            <a:ext cx="5539394" cy="1652331"/>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63" name="Groupe 62">
            <a:extLst>
              <a:ext uri="{FF2B5EF4-FFF2-40B4-BE49-F238E27FC236}">
                <a16:creationId xmlns:a16="http://schemas.microsoft.com/office/drawing/2014/main" id="{8238CE8A-6A4F-C72E-F1AE-B3CCBBEFDF74}"/>
              </a:ext>
            </a:extLst>
          </p:cNvPr>
          <p:cNvGrpSpPr/>
          <p:nvPr/>
        </p:nvGrpSpPr>
        <p:grpSpPr>
          <a:xfrm>
            <a:off x="2187363" y="3240930"/>
            <a:ext cx="1675940" cy="1004048"/>
            <a:chOff x="7431801" y="4105258"/>
            <a:chExt cx="1675940" cy="1004048"/>
          </a:xfrm>
        </p:grpSpPr>
        <p:grpSp>
          <p:nvGrpSpPr>
            <p:cNvPr id="64" name="Groupe 63">
              <a:extLst>
                <a:ext uri="{FF2B5EF4-FFF2-40B4-BE49-F238E27FC236}">
                  <a16:creationId xmlns:a16="http://schemas.microsoft.com/office/drawing/2014/main" id="{4CC1C26B-450F-D398-3CC6-4C6901E2F5F6}"/>
                </a:ext>
              </a:extLst>
            </p:cNvPr>
            <p:cNvGrpSpPr/>
            <p:nvPr/>
          </p:nvGrpSpPr>
          <p:grpSpPr>
            <a:xfrm>
              <a:off x="7431801" y="4105258"/>
              <a:ext cx="1675940" cy="1004048"/>
              <a:chOff x="8963693" y="2428583"/>
              <a:chExt cx="1675940" cy="1004048"/>
            </a:xfrm>
          </p:grpSpPr>
          <p:grpSp>
            <p:nvGrpSpPr>
              <p:cNvPr id="66" name="Groupe 65">
                <a:extLst>
                  <a:ext uri="{FF2B5EF4-FFF2-40B4-BE49-F238E27FC236}">
                    <a16:creationId xmlns:a16="http://schemas.microsoft.com/office/drawing/2014/main" id="{44D1D952-25EE-CCB8-7AF2-B5E7C2F39DA1}"/>
                  </a:ext>
                </a:extLst>
              </p:cNvPr>
              <p:cNvGrpSpPr/>
              <p:nvPr/>
            </p:nvGrpSpPr>
            <p:grpSpPr>
              <a:xfrm>
                <a:off x="8963693" y="2428583"/>
                <a:ext cx="1571915" cy="1004048"/>
                <a:chOff x="9860316" y="4459928"/>
                <a:chExt cx="1571915" cy="1004048"/>
              </a:xfrm>
            </p:grpSpPr>
            <p:grpSp>
              <p:nvGrpSpPr>
                <p:cNvPr id="71" name="Groupe 70">
                  <a:extLst>
                    <a:ext uri="{FF2B5EF4-FFF2-40B4-BE49-F238E27FC236}">
                      <a16:creationId xmlns:a16="http://schemas.microsoft.com/office/drawing/2014/main" id="{40C6EDB0-C082-F037-ED25-2B68F055064B}"/>
                    </a:ext>
                  </a:extLst>
                </p:cNvPr>
                <p:cNvGrpSpPr/>
                <p:nvPr/>
              </p:nvGrpSpPr>
              <p:grpSpPr>
                <a:xfrm>
                  <a:off x="9860316" y="4459928"/>
                  <a:ext cx="1571915" cy="1004048"/>
                  <a:chOff x="416070" y="1955712"/>
                  <a:chExt cx="1571915" cy="1004048"/>
                </a:xfrm>
              </p:grpSpPr>
              <p:grpSp>
                <p:nvGrpSpPr>
                  <p:cNvPr id="74" name="Groupe 73">
                    <a:extLst>
                      <a:ext uri="{FF2B5EF4-FFF2-40B4-BE49-F238E27FC236}">
                        <a16:creationId xmlns:a16="http://schemas.microsoft.com/office/drawing/2014/main" id="{B0D0EDD0-23EE-DA61-509D-D3D1CF7C3FCC}"/>
                      </a:ext>
                    </a:extLst>
                  </p:cNvPr>
                  <p:cNvGrpSpPr/>
                  <p:nvPr/>
                </p:nvGrpSpPr>
                <p:grpSpPr>
                  <a:xfrm>
                    <a:off x="416070" y="2029298"/>
                    <a:ext cx="1094790" cy="331243"/>
                    <a:chOff x="780703" y="5853141"/>
                    <a:chExt cx="1094790" cy="331243"/>
                  </a:xfrm>
                </p:grpSpPr>
                <p:pic>
                  <p:nvPicPr>
                    <p:cNvPr id="76" name="Graphique 75" descr="Presse-papiers vérifié avec un remplissage uni">
                      <a:extLst>
                        <a:ext uri="{FF2B5EF4-FFF2-40B4-BE49-F238E27FC236}">
                          <a16:creationId xmlns:a16="http://schemas.microsoft.com/office/drawing/2014/main" id="{1ECA19CF-1DCE-C9E1-0395-E5641132F2E4}"/>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0703" y="5853141"/>
                      <a:ext cx="331243" cy="331243"/>
                    </a:xfrm>
                    <a:prstGeom prst="rect">
                      <a:avLst/>
                    </a:prstGeom>
                  </p:spPr>
                </p:pic>
                <p:sp>
                  <p:nvSpPr>
                    <p:cNvPr id="77" name="TextBox 132">
                      <a:extLst>
                        <a:ext uri="{FF2B5EF4-FFF2-40B4-BE49-F238E27FC236}">
                          <a16:creationId xmlns:a16="http://schemas.microsoft.com/office/drawing/2014/main" id="{80F1D098-23DB-3372-F9CC-B551C4106AE1}"/>
                        </a:ext>
                      </a:extLst>
                    </p:cNvPr>
                    <p:cNvSpPr txBox="1"/>
                    <p:nvPr/>
                  </p:nvSpPr>
                  <p:spPr>
                    <a:xfrm>
                      <a:off x="981298" y="5940230"/>
                      <a:ext cx="894195" cy="169277"/>
                    </a:xfrm>
                    <a:prstGeom prst="rect">
                      <a:avLst/>
                    </a:prstGeom>
                    <a:noFill/>
                  </p:spPr>
                  <p:txBody>
                    <a:bodyPr wrap="square" rtlCol="0">
                      <a:spAutoFit/>
                    </a:bodyPr>
                    <a:lstStyle/>
                    <a:p>
                      <a:r>
                        <a:rPr lang="fr-CA" sz="500" dirty="0"/>
                        <a:t>lac1_rejets</a:t>
                      </a:r>
                    </a:p>
                  </p:txBody>
                </p:sp>
              </p:grpSp>
              <p:sp>
                <p:nvSpPr>
                  <p:cNvPr id="75" name="Rectangle: Rounded Corners 292">
                    <a:extLst>
                      <a:ext uri="{FF2B5EF4-FFF2-40B4-BE49-F238E27FC236}">
                        <a16:creationId xmlns:a16="http://schemas.microsoft.com/office/drawing/2014/main" id="{F1DE692C-9085-2C39-89D6-3D77F8AB1454}"/>
                      </a:ext>
                    </a:extLst>
                  </p:cNvPr>
                  <p:cNvSpPr/>
                  <p:nvPr/>
                </p:nvSpPr>
                <p:spPr>
                  <a:xfrm>
                    <a:off x="416070" y="1955712"/>
                    <a:ext cx="1571915" cy="1004048"/>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72" name="Straight Arrow Connector 268">
                  <a:extLst>
                    <a:ext uri="{FF2B5EF4-FFF2-40B4-BE49-F238E27FC236}">
                      <a16:creationId xmlns:a16="http://schemas.microsoft.com/office/drawing/2014/main" id="{C48D1CD7-35B9-EB54-8F54-CAB14C6D7988}"/>
                    </a:ext>
                  </a:extLst>
                </p:cNvPr>
                <p:cNvCxnSpPr>
                  <a:cxnSpLocks/>
                  <a:stCxn id="76"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73" name="Straight Arrow Connector 268">
                  <a:extLst>
                    <a:ext uri="{FF2B5EF4-FFF2-40B4-BE49-F238E27FC236}">
                      <a16:creationId xmlns:a16="http://schemas.microsoft.com/office/drawing/2014/main" id="{649B98A5-8657-9DBA-CE62-27588B907957}"/>
                    </a:ext>
                  </a:extLst>
                </p:cNvPr>
                <p:cNvCxnSpPr>
                  <a:cxnSpLocks/>
                  <a:stCxn id="76"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67" name="ZoneTexte 66">
                <a:extLst>
                  <a:ext uri="{FF2B5EF4-FFF2-40B4-BE49-F238E27FC236}">
                    <a16:creationId xmlns:a16="http://schemas.microsoft.com/office/drawing/2014/main" id="{DEA41C36-F6EF-BCFB-2685-CDD577586B75}"/>
                  </a:ext>
                </a:extLst>
              </p:cNvPr>
              <p:cNvSpPr txBox="1"/>
              <p:nvPr/>
            </p:nvSpPr>
            <p:spPr>
              <a:xfrm>
                <a:off x="9490401" y="2869063"/>
                <a:ext cx="1149232" cy="184666"/>
              </a:xfrm>
              <a:prstGeom prst="rect">
                <a:avLst/>
              </a:prstGeom>
              <a:noFill/>
            </p:spPr>
            <p:txBody>
              <a:bodyPr wrap="square" rtlCol="0">
                <a:spAutoFit/>
              </a:bodyPr>
              <a:lstStyle/>
              <a:p>
                <a:r>
                  <a:rPr lang="fr-CA" sz="600" dirty="0" err="1"/>
                  <a:t>concentrations_rejet_mgl</a:t>
                </a:r>
                <a:r>
                  <a:rPr lang="fr-CA" sz="600" dirty="0"/>
                  <a:t>()</a:t>
                </a:r>
              </a:p>
            </p:txBody>
          </p:sp>
          <p:grpSp>
            <p:nvGrpSpPr>
              <p:cNvPr id="68" name="Groupe 67">
                <a:extLst>
                  <a:ext uri="{FF2B5EF4-FFF2-40B4-BE49-F238E27FC236}">
                    <a16:creationId xmlns:a16="http://schemas.microsoft.com/office/drawing/2014/main" id="{85482D7F-FC6F-C755-D52A-539FF26A7B3C}"/>
                  </a:ext>
                </a:extLst>
              </p:cNvPr>
              <p:cNvGrpSpPr/>
              <p:nvPr/>
            </p:nvGrpSpPr>
            <p:grpSpPr>
              <a:xfrm>
                <a:off x="9332030" y="3154642"/>
                <a:ext cx="1280256" cy="234536"/>
                <a:chOff x="9213673" y="2065803"/>
                <a:chExt cx="1280256" cy="234536"/>
              </a:xfrm>
            </p:grpSpPr>
            <p:pic>
              <p:nvPicPr>
                <p:cNvPr id="69" name="Image 68">
                  <a:extLst>
                    <a:ext uri="{FF2B5EF4-FFF2-40B4-BE49-F238E27FC236}">
                      <a16:creationId xmlns:a16="http://schemas.microsoft.com/office/drawing/2014/main" id="{620B7737-05F4-CA43-9BDF-259A959F12C9}"/>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70" name="ZoneTexte 69">
                  <a:extLst>
                    <a:ext uri="{FF2B5EF4-FFF2-40B4-BE49-F238E27FC236}">
                      <a16:creationId xmlns:a16="http://schemas.microsoft.com/office/drawing/2014/main" id="{94A1E33C-45CF-8CA9-FCF5-D167DCB15E03}"/>
                    </a:ext>
                  </a:extLst>
                </p:cNvPr>
                <p:cNvSpPr txBox="1"/>
                <p:nvPr/>
              </p:nvSpPr>
              <p:spPr>
                <a:xfrm>
                  <a:off x="9344698" y="2101327"/>
                  <a:ext cx="1149231" cy="184666"/>
                </a:xfrm>
                <a:prstGeom prst="rect">
                  <a:avLst/>
                </a:prstGeom>
                <a:noFill/>
              </p:spPr>
              <p:txBody>
                <a:bodyPr wrap="square" rtlCol="0">
                  <a:spAutoFit/>
                </a:bodyPr>
                <a:lstStyle/>
                <a:p>
                  <a:r>
                    <a:rPr lang="fr-CA" sz="600" dirty="0" err="1"/>
                    <a:t>is_values_overwritten</a:t>
                  </a:r>
                  <a:r>
                    <a:rPr lang="fr-CA" sz="600" dirty="0"/>
                    <a:t>()</a:t>
                  </a:r>
                </a:p>
              </p:txBody>
            </p:sp>
          </p:grpSp>
        </p:grpSp>
        <p:pic>
          <p:nvPicPr>
            <p:cNvPr id="65" name="Graphique 64" descr="Presse-papiers vérifié avec un remplissage uni">
              <a:extLst>
                <a:ext uri="{FF2B5EF4-FFF2-40B4-BE49-F238E27FC236}">
                  <a16:creationId xmlns:a16="http://schemas.microsoft.com/office/drawing/2014/main" id="{38BFDBC9-83BE-7766-14FD-1C431D06DF01}"/>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701752" y="4463787"/>
              <a:ext cx="331243" cy="331243"/>
            </a:xfrm>
            <a:prstGeom prst="rect">
              <a:avLst/>
            </a:prstGeom>
          </p:spPr>
        </p:pic>
      </p:grpSp>
      <p:grpSp>
        <p:nvGrpSpPr>
          <p:cNvPr id="79" name="Groupe 78">
            <a:extLst>
              <a:ext uri="{FF2B5EF4-FFF2-40B4-BE49-F238E27FC236}">
                <a16:creationId xmlns:a16="http://schemas.microsoft.com/office/drawing/2014/main" id="{DC70A250-F685-F707-8470-8B291AA5F295}"/>
              </a:ext>
            </a:extLst>
          </p:cNvPr>
          <p:cNvGrpSpPr/>
          <p:nvPr/>
        </p:nvGrpSpPr>
        <p:grpSpPr>
          <a:xfrm>
            <a:off x="356811" y="95968"/>
            <a:ext cx="2924151" cy="2484438"/>
            <a:chOff x="6870648" y="4011339"/>
            <a:chExt cx="2924151" cy="2484438"/>
          </a:xfrm>
        </p:grpSpPr>
        <p:grpSp>
          <p:nvGrpSpPr>
            <p:cNvPr id="81" name="Groupe 80">
              <a:extLst>
                <a:ext uri="{FF2B5EF4-FFF2-40B4-BE49-F238E27FC236}">
                  <a16:creationId xmlns:a16="http://schemas.microsoft.com/office/drawing/2014/main" id="{80555BCF-9FC5-0ECA-13E1-83CF44B38E51}"/>
                </a:ext>
              </a:extLst>
            </p:cNvPr>
            <p:cNvGrpSpPr/>
            <p:nvPr/>
          </p:nvGrpSpPr>
          <p:grpSpPr>
            <a:xfrm>
              <a:off x="6870648" y="4011339"/>
              <a:ext cx="2924151" cy="2446824"/>
              <a:chOff x="8962540" y="2434179"/>
              <a:chExt cx="2924151" cy="2446824"/>
            </a:xfrm>
          </p:grpSpPr>
          <p:grpSp>
            <p:nvGrpSpPr>
              <p:cNvPr id="84" name="Groupe 83">
                <a:extLst>
                  <a:ext uri="{FF2B5EF4-FFF2-40B4-BE49-F238E27FC236}">
                    <a16:creationId xmlns:a16="http://schemas.microsoft.com/office/drawing/2014/main" id="{D933732F-7581-CEDB-0E2C-88A1D25C4060}"/>
                  </a:ext>
                </a:extLst>
              </p:cNvPr>
              <p:cNvGrpSpPr/>
              <p:nvPr/>
            </p:nvGrpSpPr>
            <p:grpSpPr>
              <a:xfrm>
                <a:off x="8962540" y="2434179"/>
                <a:ext cx="2924151" cy="2446824"/>
                <a:chOff x="9859163" y="4465524"/>
                <a:chExt cx="2924151" cy="2446824"/>
              </a:xfrm>
            </p:grpSpPr>
            <p:grpSp>
              <p:nvGrpSpPr>
                <p:cNvPr id="93" name="Groupe 92">
                  <a:extLst>
                    <a:ext uri="{FF2B5EF4-FFF2-40B4-BE49-F238E27FC236}">
                      <a16:creationId xmlns:a16="http://schemas.microsoft.com/office/drawing/2014/main" id="{B9A3DAEB-CBF3-0B9E-4558-578C07DA25C2}"/>
                    </a:ext>
                  </a:extLst>
                </p:cNvPr>
                <p:cNvGrpSpPr/>
                <p:nvPr/>
              </p:nvGrpSpPr>
              <p:grpSpPr>
                <a:xfrm>
                  <a:off x="9859163" y="4465524"/>
                  <a:ext cx="2924151" cy="2446824"/>
                  <a:chOff x="414917" y="1961308"/>
                  <a:chExt cx="2924151" cy="2446824"/>
                </a:xfrm>
              </p:grpSpPr>
              <p:sp>
                <p:nvSpPr>
                  <p:cNvPr id="96" name="Rectangle: Rounded Corners 292">
                    <a:extLst>
                      <a:ext uri="{FF2B5EF4-FFF2-40B4-BE49-F238E27FC236}">
                        <a16:creationId xmlns:a16="http://schemas.microsoft.com/office/drawing/2014/main" id="{4F090437-5636-B126-BB9D-A3A817208D95}"/>
                      </a:ext>
                    </a:extLst>
                  </p:cNvPr>
                  <p:cNvSpPr/>
                  <p:nvPr/>
                </p:nvSpPr>
                <p:spPr>
                  <a:xfrm>
                    <a:off x="414917" y="1961308"/>
                    <a:ext cx="2924151" cy="2446824"/>
                  </a:xfrm>
                  <a:prstGeom prst="roundRect">
                    <a:avLst>
                      <a:gd name="adj" fmla="val 5099"/>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97" name="Groupe 96">
                    <a:extLst>
                      <a:ext uri="{FF2B5EF4-FFF2-40B4-BE49-F238E27FC236}">
                        <a16:creationId xmlns:a16="http://schemas.microsoft.com/office/drawing/2014/main" id="{363BA15D-C0F9-532C-925E-A68CAA555C2B}"/>
                      </a:ext>
                    </a:extLst>
                  </p:cNvPr>
                  <p:cNvGrpSpPr/>
                  <p:nvPr/>
                </p:nvGrpSpPr>
                <p:grpSpPr>
                  <a:xfrm>
                    <a:off x="416070" y="2029298"/>
                    <a:ext cx="1094790" cy="331243"/>
                    <a:chOff x="780703" y="5853141"/>
                    <a:chExt cx="1094790" cy="331243"/>
                  </a:xfrm>
                </p:grpSpPr>
                <p:pic>
                  <p:nvPicPr>
                    <p:cNvPr id="98" name="Graphique 97" descr="Presse-papiers vérifié avec un remplissage uni">
                      <a:extLst>
                        <a:ext uri="{FF2B5EF4-FFF2-40B4-BE49-F238E27FC236}">
                          <a16:creationId xmlns:a16="http://schemas.microsoft.com/office/drawing/2014/main" id="{C6EA63BC-D942-8966-D7CB-4FF583674E7C}"/>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0703" y="5853141"/>
                      <a:ext cx="331243" cy="331243"/>
                    </a:xfrm>
                    <a:prstGeom prst="rect">
                      <a:avLst/>
                    </a:prstGeom>
                  </p:spPr>
                </p:pic>
                <p:sp>
                  <p:nvSpPr>
                    <p:cNvPr id="99" name="TextBox 132">
                      <a:extLst>
                        <a:ext uri="{FF2B5EF4-FFF2-40B4-BE49-F238E27FC236}">
                          <a16:creationId xmlns:a16="http://schemas.microsoft.com/office/drawing/2014/main" id="{4A1557EB-A088-55D1-E42E-420DCBB77E8E}"/>
                        </a:ext>
                      </a:extLst>
                    </p:cNvPr>
                    <p:cNvSpPr txBox="1"/>
                    <p:nvPr/>
                  </p:nvSpPr>
                  <p:spPr>
                    <a:xfrm>
                      <a:off x="981298" y="5940230"/>
                      <a:ext cx="894195" cy="169277"/>
                    </a:xfrm>
                    <a:prstGeom prst="rect">
                      <a:avLst/>
                    </a:prstGeom>
                    <a:noFill/>
                  </p:spPr>
                  <p:txBody>
                    <a:bodyPr wrap="square" rtlCol="0">
                      <a:spAutoFit/>
                    </a:bodyPr>
                    <a:lstStyle/>
                    <a:p>
                      <a:r>
                        <a:rPr lang="fr-CA" sz="500" dirty="0"/>
                        <a:t>lac1_paramètres()</a:t>
                      </a:r>
                    </a:p>
                  </p:txBody>
                </p:sp>
              </p:grpSp>
            </p:grpSp>
            <p:cxnSp>
              <p:nvCxnSpPr>
                <p:cNvPr id="94" name="Straight Arrow Connector 268">
                  <a:extLst>
                    <a:ext uri="{FF2B5EF4-FFF2-40B4-BE49-F238E27FC236}">
                      <a16:creationId xmlns:a16="http://schemas.microsoft.com/office/drawing/2014/main" id="{15FB6296-1221-63C6-9160-07C346C8FA43}"/>
                    </a:ext>
                  </a:extLst>
                </p:cNvPr>
                <p:cNvCxnSpPr>
                  <a:cxnSpLocks/>
                  <a:stCxn id="98"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95" name="Straight Arrow Connector 268">
                  <a:extLst>
                    <a:ext uri="{FF2B5EF4-FFF2-40B4-BE49-F238E27FC236}">
                      <a16:creationId xmlns:a16="http://schemas.microsoft.com/office/drawing/2014/main" id="{E919853D-1562-3803-A604-81BC5B7CF036}"/>
                    </a:ext>
                  </a:extLst>
                </p:cNvPr>
                <p:cNvCxnSpPr>
                  <a:cxnSpLocks/>
                  <a:stCxn id="98"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grpSp>
            <p:nvGrpSpPr>
              <p:cNvPr id="85" name="Groupe 84">
                <a:extLst>
                  <a:ext uri="{FF2B5EF4-FFF2-40B4-BE49-F238E27FC236}">
                    <a16:creationId xmlns:a16="http://schemas.microsoft.com/office/drawing/2014/main" id="{92C33EED-CC53-745C-EB0E-7F43F7625000}"/>
                  </a:ext>
                </a:extLst>
              </p:cNvPr>
              <p:cNvGrpSpPr/>
              <p:nvPr/>
            </p:nvGrpSpPr>
            <p:grpSpPr>
              <a:xfrm>
                <a:off x="9289360" y="2833411"/>
                <a:ext cx="665310" cy="234536"/>
                <a:chOff x="9213673" y="2065803"/>
                <a:chExt cx="665310" cy="234536"/>
              </a:xfrm>
            </p:grpSpPr>
            <p:pic>
              <p:nvPicPr>
                <p:cNvPr id="91" name="Image 90">
                  <a:extLst>
                    <a:ext uri="{FF2B5EF4-FFF2-40B4-BE49-F238E27FC236}">
                      <a16:creationId xmlns:a16="http://schemas.microsoft.com/office/drawing/2014/main" id="{B94A7942-CEE5-FEA2-6955-366BECA04BEC}"/>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92" name="ZoneTexte 91">
                  <a:extLst>
                    <a:ext uri="{FF2B5EF4-FFF2-40B4-BE49-F238E27FC236}">
                      <a16:creationId xmlns:a16="http://schemas.microsoft.com/office/drawing/2014/main" id="{B01B3F39-289A-C404-C21D-14D6B753C5A3}"/>
                    </a:ext>
                  </a:extLst>
                </p:cNvPr>
                <p:cNvSpPr txBox="1"/>
                <p:nvPr/>
              </p:nvSpPr>
              <p:spPr>
                <a:xfrm>
                  <a:off x="9344699" y="2101327"/>
                  <a:ext cx="534284" cy="184666"/>
                </a:xfrm>
                <a:prstGeom prst="rect">
                  <a:avLst/>
                </a:prstGeom>
                <a:noFill/>
              </p:spPr>
              <p:txBody>
                <a:bodyPr wrap="square" rtlCol="0">
                  <a:spAutoFit/>
                </a:bodyPr>
                <a:lstStyle/>
                <a:p>
                  <a:r>
                    <a:rPr lang="fr-CA" sz="600" dirty="0" err="1"/>
                    <a:t>nom_lac</a:t>
                  </a:r>
                  <a:r>
                    <a:rPr lang="fr-CA" sz="600" dirty="0"/>
                    <a:t>()</a:t>
                  </a:r>
                </a:p>
              </p:txBody>
            </p:sp>
          </p:grpSp>
          <p:grpSp>
            <p:nvGrpSpPr>
              <p:cNvPr id="86" name="Groupe 85">
                <a:extLst>
                  <a:ext uri="{FF2B5EF4-FFF2-40B4-BE49-F238E27FC236}">
                    <a16:creationId xmlns:a16="http://schemas.microsoft.com/office/drawing/2014/main" id="{EEF6961A-867A-41FD-7986-0CDF742CC1BC}"/>
                  </a:ext>
                </a:extLst>
              </p:cNvPr>
              <p:cNvGrpSpPr/>
              <p:nvPr/>
            </p:nvGrpSpPr>
            <p:grpSpPr>
              <a:xfrm>
                <a:off x="9332030" y="3154642"/>
                <a:ext cx="665310" cy="234536"/>
                <a:chOff x="9213673" y="2065803"/>
                <a:chExt cx="665310" cy="234536"/>
              </a:xfrm>
            </p:grpSpPr>
            <p:pic>
              <p:nvPicPr>
                <p:cNvPr id="89" name="Image 88">
                  <a:extLst>
                    <a:ext uri="{FF2B5EF4-FFF2-40B4-BE49-F238E27FC236}">
                      <a16:creationId xmlns:a16="http://schemas.microsoft.com/office/drawing/2014/main" id="{AD408238-9F4F-5A6B-CE25-0078F6DB6A32}"/>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90" name="ZoneTexte 89">
                  <a:extLst>
                    <a:ext uri="{FF2B5EF4-FFF2-40B4-BE49-F238E27FC236}">
                      <a16:creationId xmlns:a16="http://schemas.microsoft.com/office/drawing/2014/main" id="{16567E6C-080E-0B85-08C1-C29B33251F77}"/>
                    </a:ext>
                  </a:extLst>
                </p:cNvPr>
                <p:cNvSpPr txBox="1"/>
                <p:nvPr/>
              </p:nvSpPr>
              <p:spPr>
                <a:xfrm>
                  <a:off x="9344699" y="2101327"/>
                  <a:ext cx="534284" cy="184666"/>
                </a:xfrm>
                <a:prstGeom prst="rect">
                  <a:avLst/>
                </a:prstGeom>
                <a:noFill/>
              </p:spPr>
              <p:txBody>
                <a:bodyPr wrap="square" rtlCol="0">
                  <a:spAutoFit/>
                </a:bodyPr>
                <a:lstStyle/>
                <a:p>
                  <a:r>
                    <a:rPr lang="fr-CA" sz="600" dirty="0" err="1"/>
                    <a:t>no_lce</a:t>
                  </a:r>
                  <a:r>
                    <a:rPr lang="fr-CA" sz="600" dirty="0"/>
                    <a:t>()</a:t>
                  </a:r>
                </a:p>
              </p:txBody>
            </p:sp>
          </p:grpSp>
          <p:cxnSp>
            <p:nvCxnSpPr>
              <p:cNvPr id="87" name="Straight Arrow Connector 268">
                <a:extLst>
                  <a:ext uri="{FF2B5EF4-FFF2-40B4-BE49-F238E27FC236}">
                    <a16:creationId xmlns:a16="http://schemas.microsoft.com/office/drawing/2014/main" id="{906CDE72-D587-3068-EC0F-81EDFD9AB6EC}"/>
                  </a:ext>
                </a:extLst>
              </p:cNvPr>
              <p:cNvCxnSpPr>
                <a:cxnSpLocks/>
              </p:cNvCxnSpPr>
              <p:nvPr/>
            </p:nvCxnSpPr>
            <p:spPr>
              <a:xfrm rot="16200000" flipH="1">
                <a:off x="8980315" y="3348513"/>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88" name="ZoneTexte 87">
                <a:extLst>
                  <a:ext uri="{FF2B5EF4-FFF2-40B4-BE49-F238E27FC236}">
                    <a16:creationId xmlns:a16="http://schemas.microsoft.com/office/drawing/2014/main" id="{97121172-B84D-BAC6-DBAB-1DEA68F7DEC3}"/>
                  </a:ext>
                </a:extLst>
              </p:cNvPr>
              <p:cNvSpPr txBox="1"/>
              <p:nvPr/>
            </p:nvSpPr>
            <p:spPr>
              <a:xfrm>
                <a:off x="9308120" y="3565258"/>
                <a:ext cx="534284" cy="184666"/>
              </a:xfrm>
              <a:prstGeom prst="rect">
                <a:avLst/>
              </a:prstGeom>
              <a:noFill/>
            </p:spPr>
            <p:txBody>
              <a:bodyPr wrap="square" rtlCol="0">
                <a:spAutoFit/>
              </a:bodyPr>
              <a:lstStyle/>
              <a:p>
                <a:r>
                  <a:rPr lang="fr-CA" sz="600" dirty="0"/>
                  <a:t>Etc…</a:t>
                </a:r>
              </a:p>
            </p:txBody>
          </p:sp>
        </p:grpSp>
        <p:sp>
          <p:nvSpPr>
            <p:cNvPr id="82" name="Accolade ouvrante 81">
              <a:extLst>
                <a:ext uri="{FF2B5EF4-FFF2-40B4-BE49-F238E27FC236}">
                  <a16:creationId xmlns:a16="http://schemas.microsoft.com/office/drawing/2014/main" id="{96FA6E6C-D671-2C7E-1E67-CA650F2EB28E}"/>
                </a:ext>
              </a:extLst>
            </p:cNvPr>
            <p:cNvSpPr/>
            <p:nvPr/>
          </p:nvSpPr>
          <p:spPr>
            <a:xfrm>
              <a:off x="7811655" y="4048953"/>
              <a:ext cx="301213" cy="2303208"/>
            </a:xfrm>
            <a:prstGeom prst="leftBrace">
              <a:avLst>
                <a:gd name="adj1" fmla="val 40628"/>
                <a:gd name="adj2" fmla="val 50000"/>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a:p>
          </p:txBody>
        </p:sp>
        <p:sp>
          <p:nvSpPr>
            <p:cNvPr id="83" name="ZoneTexte 82">
              <a:extLst>
                <a:ext uri="{FF2B5EF4-FFF2-40B4-BE49-F238E27FC236}">
                  <a16:creationId xmlns:a16="http://schemas.microsoft.com/office/drawing/2014/main" id="{49B4AC10-0F1E-C531-CC0F-43793C69E74E}"/>
                </a:ext>
              </a:extLst>
            </p:cNvPr>
            <p:cNvSpPr txBox="1"/>
            <p:nvPr/>
          </p:nvSpPr>
          <p:spPr>
            <a:xfrm>
              <a:off x="7966591" y="4048953"/>
              <a:ext cx="1712848" cy="2446824"/>
            </a:xfrm>
            <a:prstGeom prst="rect">
              <a:avLst/>
            </a:prstGeom>
            <a:noFill/>
          </p:spPr>
          <p:txBody>
            <a:bodyPr wrap="square" rtlCol="0">
              <a:spAutoFit/>
            </a:bodyPr>
            <a:lstStyle/>
            <a:p>
              <a:r>
                <a:rPr lang="fr-CA" sz="600" dirty="0" err="1"/>
                <a:t>profondeur_moy_m</a:t>
              </a:r>
              <a:r>
                <a:rPr lang="fr-CA" sz="600" dirty="0"/>
                <a:t> ()</a:t>
              </a:r>
            </a:p>
            <a:p>
              <a:r>
                <a:rPr lang="fr-CA" sz="600" dirty="0"/>
                <a:t>superficie_lac_km2 ()</a:t>
              </a:r>
            </a:p>
            <a:p>
              <a:r>
                <a:rPr lang="fr-CA" sz="600" dirty="0"/>
                <a:t>aire_bv_km2 ()</a:t>
              </a:r>
            </a:p>
            <a:p>
              <a:r>
                <a:rPr lang="fr-CA" sz="600" dirty="0"/>
                <a:t>aire_sousbv_km2 ()</a:t>
              </a:r>
            </a:p>
            <a:p>
              <a:r>
                <a:rPr lang="fr-CA" sz="600" dirty="0"/>
                <a:t>debit_rejet_m3_jour ()</a:t>
              </a:r>
            </a:p>
            <a:p>
              <a:r>
                <a:rPr lang="fr-CA" sz="600" dirty="0" err="1"/>
                <a:t>jours_operation_rejet</a:t>
              </a:r>
              <a:r>
                <a:rPr lang="fr-CA" sz="600" dirty="0"/>
                <a:t> ()</a:t>
              </a:r>
            </a:p>
            <a:p>
              <a:r>
                <a:rPr lang="fr-CA" sz="600" dirty="0" err="1"/>
                <a:t>pt_mes</a:t>
              </a:r>
              <a:r>
                <a:rPr lang="fr-CA" sz="600" dirty="0"/>
                <a:t> ()</a:t>
              </a:r>
            </a:p>
            <a:p>
              <a:r>
                <a:rPr lang="fr-CA" sz="600" dirty="0" err="1"/>
                <a:t>ruissellement_moy_m</a:t>
              </a:r>
              <a:r>
                <a:rPr lang="fr-CA" sz="500" dirty="0"/>
                <a:t> ()</a:t>
              </a:r>
              <a:endParaRPr lang="fr-CA" sz="300" dirty="0"/>
            </a:p>
            <a:p>
              <a:r>
                <a:rPr lang="fr-CA" sz="600" dirty="0" err="1"/>
                <a:t>charge_installations_septiques_autonomes</a:t>
              </a:r>
              <a:r>
                <a:rPr lang="fr-CA" sz="500" dirty="0"/>
                <a:t> ()</a:t>
              </a:r>
              <a:endParaRPr lang="fr-CA" sz="200" dirty="0"/>
            </a:p>
            <a:p>
              <a:r>
                <a:rPr lang="fr-CA" sz="600" dirty="0" err="1"/>
                <a:t>percent_aqua</a:t>
              </a:r>
              <a:r>
                <a:rPr lang="fr-CA" sz="600" dirty="0"/>
                <a:t> ()</a:t>
              </a:r>
            </a:p>
            <a:p>
              <a:r>
                <a:rPr lang="fr-CA" sz="600" dirty="0" err="1"/>
                <a:t>percent_mh</a:t>
              </a:r>
              <a:r>
                <a:rPr lang="fr-CA" sz="600" dirty="0"/>
                <a:t> ()</a:t>
              </a:r>
            </a:p>
            <a:p>
              <a:r>
                <a:rPr lang="fr-CA" sz="600" dirty="0" err="1"/>
                <a:t>percent_foret</a:t>
              </a:r>
              <a:r>
                <a:rPr lang="fr-CA" sz="600" dirty="0"/>
                <a:t> ()</a:t>
              </a:r>
            </a:p>
            <a:p>
              <a:r>
                <a:rPr lang="fr-CA" sz="600" dirty="0" err="1"/>
                <a:t>percent_solnu</a:t>
              </a:r>
              <a:r>
                <a:rPr lang="fr-CA" sz="600" dirty="0"/>
                <a:t> ()</a:t>
              </a:r>
            </a:p>
            <a:p>
              <a:r>
                <a:rPr lang="fr-CA" sz="600" dirty="0" err="1"/>
                <a:t>percent_agri</a:t>
              </a:r>
              <a:r>
                <a:rPr lang="fr-CA" sz="600" dirty="0"/>
                <a:t> ()</a:t>
              </a:r>
            </a:p>
            <a:p>
              <a:r>
                <a:rPr lang="fr-CA" sz="600" dirty="0" err="1"/>
                <a:t>percent_coupe</a:t>
              </a:r>
              <a:r>
                <a:rPr lang="fr-CA" sz="600" dirty="0"/>
                <a:t> ()</a:t>
              </a:r>
            </a:p>
            <a:p>
              <a:r>
                <a:rPr lang="fr-CA" sz="600" dirty="0" err="1"/>
                <a:t>percent_anthro</a:t>
              </a:r>
              <a:r>
                <a:rPr lang="fr-CA" sz="600" dirty="0"/>
                <a:t> ()</a:t>
              </a:r>
            </a:p>
            <a:p>
              <a:r>
                <a:rPr lang="fr-CA" sz="600" dirty="0" err="1"/>
                <a:t>percent_nd</a:t>
              </a:r>
              <a:r>
                <a:rPr lang="fr-CA" sz="600" dirty="0"/>
                <a:t> ()</a:t>
              </a:r>
            </a:p>
            <a:p>
              <a:r>
                <a:rPr lang="fr-CA" sz="600" dirty="0"/>
                <a:t>charge_lac_amont_1 () à 10 ()</a:t>
              </a:r>
            </a:p>
            <a:p>
              <a:r>
                <a:rPr lang="fr-CA" sz="600" dirty="0"/>
                <a:t>charge_lac_amont_nat_1 () à 10 ()</a:t>
              </a:r>
            </a:p>
            <a:p>
              <a:r>
                <a:rPr lang="fr-CA" sz="600" dirty="0"/>
                <a:t>charge_ponctuelle_1 () à 10 ()</a:t>
              </a:r>
            </a:p>
            <a:p>
              <a:r>
                <a:rPr lang="fr-CA" sz="600" dirty="0"/>
                <a:t>nom_lac_amont_1 () à 10 ()</a:t>
              </a:r>
            </a:p>
            <a:p>
              <a:r>
                <a:rPr lang="fr-CA" sz="600" dirty="0"/>
                <a:t>nom_charge_ponctuelle_1 () à 10 ()</a:t>
              </a:r>
            </a:p>
            <a:p>
              <a:r>
                <a:rPr lang="fr-CA" sz="600" dirty="0"/>
                <a:t>charge_rejet_kg_annuel_amont_1</a:t>
              </a:r>
              <a:r>
                <a:rPr lang="fr-CA" sz="500" dirty="0"/>
                <a:t> () à 10 ()</a:t>
              </a:r>
              <a:endParaRPr lang="fr-CA" sz="300" dirty="0"/>
            </a:p>
            <a:p>
              <a:r>
                <a:rPr lang="fr-CA" sz="600" dirty="0"/>
                <a:t>nom_charge_rejet_kg_annuel_amont_1</a:t>
              </a:r>
              <a:r>
                <a:rPr lang="fr-CA" sz="500" dirty="0"/>
                <a:t> () à 10 ()</a:t>
              </a:r>
              <a:endParaRPr lang="fr-CA" sz="300" dirty="0"/>
            </a:p>
            <a:p>
              <a:endParaRPr lang="fr-CA" sz="900" dirty="0"/>
            </a:p>
          </p:txBody>
        </p:sp>
      </p:grpSp>
      <p:cxnSp>
        <p:nvCxnSpPr>
          <p:cNvPr id="101" name="Straight Arrow Connector 268">
            <a:extLst>
              <a:ext uri="{FF2B5EF4-FFF2-40B4-BE49-F238E27FC236}">
                <a16:creationId xmlns:a16="http://schemas.microsoft.com/office/drawing/2014/main" id="{2F2F3047-D267-7F59-0096-494F6076590E}"/>
              </a:ext>
            </a:extLst>
          </p:cNvPr>
          <p:cNvCxnSpPr>
            <a:cxnSpLocks/>
            <a:stCxn id="75" idx="3"/>
            <a:endCxn id="140" idx="1"/>
          </p:cNvCxnSpPr>
          <p:nvPr/>
        </p:nvCxnSpPr>
        <p:spPr>
          <a:xfrm flipV="1">
            <a:off x="3759278" y="2971711"/>
            <a:ext cx="5061078" cy="771243"/>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04" name="Straight Arrow Connector 268">
            <a:extLst>
              <a:ext uri="{FF2B5EF4-FFF2-40B4-BE49-F238E27FC236}">
                <a16:creationId xmlns:a16="http://schemas.microsoft.com/office/drawing/2014/main" id="{ADA8E91D-5BAF-8A71-8428-5B06382B4BEB}"/>
              </a:ext>
            </a:extLst>
          </p:cNvPr>
          <p:cNvCxnSpPr>
            <a:cxnSpLocks/>
            <a:stCxn id="52" idx="3"/>
            <a:endCxn id="140" idx="1"/>
          </p:cNvCxnSpPr>
          <p:nvPr/>
        </p:nvCxnSpPr>
        <p:spPr>
          <a:xfrm flipV="1">
            <a:off x="1979043" y="2971711"/>
            <a:ext cx="6841313" cy="129682"/>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07" name="Straight Arrow Connector 268">
            <a:extLst>
              <a:ext uri="{FF2B5EF4-FFF2-40B4-BE49-F238E27FC236}">
                <a16:creationId xmlns:a16="http://schemas.microsoft.com/office/drawing/2014/main" id="{CFABF346-6ABB-D97E-2BED-F0BFCC3D1ACF}"/>
              </a:ext>
            </a:extLst>
          </p:cNvPr>
          <p:cNvCxnSpPr>
            <a:cxnSpLocks/>
            <a:stCxn id="135" idx="0"/>
            <a:endCxn id="140" idx="1"/>
          </p:cNvCxnSpPr>
          <p:nvPr/>
        </p:nvCxnSpPr>
        <p:spPr>
          <a:xfrm rot="5400000" flipH="1" flipV="1">
            <a:off x="4521584" y="253277"/>
            <a:ext cx="1580338" cy="7017206"/>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116" name="Groupe 115">
            <a:extLst>
              <a:ext uri="{FF2B5EF4-FFF2-40B4-BE49-F238E27FC236}">
                <a16:creationId xmlns:a16="http://schemas.microsoft.com/office/drawing/2014/main" id="{E168D6BC-3021-EBCF-B676-7B4EAD2AB061}"/>
              </a:ext>
            </a:extLst>
          </p:cNvPr>
          <p:cNvGrpSpPr/>
          <p:nvPr/>
        </p:nvGrpSpPr>
        <p:grpSpPr>
          <a:xfrm>
            <a:off x="864996" y="4546863"/>
            <a:ext cx="1944967" cy="1932862"/>
            <a:chOff x="3249604" y="4293049"/>
            <a:chExt cx="1944967" cy="1932862"/>
          </a:xfrm>
        </p:grpSpPr>
        <p:grpSp>
          <p:nvGrpSpPr>
            <p:cNvPr id="117" name="Groupe 116">
              <a:extLst>
                <a:ext uri="{FF2B5EF4-FFF2-40B4-BE49-F238E27FC236}">
                  <a16:creationId xmlns:a16="http://schemas.microsoft.com/office/drawing/2014/main" id="{50158B6E-3666-80FC-3953-3E8B3442DC35}"/>
                </a:ext>
              </a:extLst>
            </p:cNvPr>
            <p:cNvGrpSpPr/>
            <p:nvPr/>
          </p:nvGrpSpPr>
          <p:grpSpPr>
            <a:xfrm>
              <a:off x="3249604" y="4293049"/>
              <a:ext cx="1944967" cy="1932862"/>
              <a:chOff x="8817108" y="2398433"/>
              <a:chExt cx="1944967" cy="1932862"/>
            </a:xfrm>
          </p:grpSpPr>
          <p:grpSp>
            <p:nvGrpSpPr>
              <p:cNvPr id="121" name="Groupe 120">
                <a:extLst>
                  <a:ext uri="{FF2B5EF4-FFF2-40B4-BE49-F238E27FC236}">
                    <a16:creationId xmlns:a16="http://schemas.microsoft.com/office/drawing/2014/main" id="{A981FEEE-0E24-894D-FFC2-F34679C1B29F}"/>
                  </a:ext>
                </a:extLst>
              </p:cNvPr>
              <p:cNvGrpSpPr/>
              <p:nvPr/>
            </p:nvGrpSpPr>
            <p:grpSpPr>
              <a:xfrm>
                <a:off x="8826270" y="2398433"/>
                <a:ext cx="1857983" cy="1932862"/>
                <a:chOff x="8950866" y="2502169"/>
                <a:chExt cx="1857983" cy="1932862"/>
              </a:xfrm>
            </p:grpSpPr>
            <p:grpSp>
              <p:nvGrpSpPr>
                <p:cNvPr id="126" name="Groupe 125">
                  <a:extLst>
                    <a:ext uri="{FF2B5EF4-FFF2-40B4-BE49-F238E27FC236}">
                      <a16:creationId xmlns:a16="http://schemas.microsoft.com/office/drawing/2014/main" id="{928E3A6D-6A28-FDC5-6ED1-628D6A262CAA}"/>
                    </a:ext>
                  </a:extLst>
                </p:cNvPr>
                <p:cNvGrpSpPr/>
                <p:nvPr/>
              </p:nvGrpSpPr>
              <p:grpSpPr>
                <a:xfrm>
                  <a:off x="8950866" y="2502169"/>
                  <a:ext cx="1857983" cy="1932862"/>
                  <a:chOff x="9847489" y="4533514"/>
                  <a:chExt cx="1857983" cy="1932862"/>
                </a:xfrm>
              </p:grpSpPr>
              <p:grpSp>
                <p:nvGrpSpPr>
                  <p:cNvPr id="131" name="Groupe 130">
                    <a:extLst>
                      <a:ext uri="{FF2B5EF4-FFF2-40B4-BE49-F238E27FC236}">
                        <a16:creationId xmlns:a16="http://schemas.microsoft.com/office/drawing/2014/main" id="{E1962BD3-37FD-9B9D-E181-C057E5201492}"/>
                      </a:ext>
                    </a:extLst>
                  </p:cNvPr>
                  <p:cNvGrpSpPr/>
                  <p:nvPr/>
                </p:nvGrpSpPr>
                <p:grpSpPr>
                  <a:xfrm>
                    <a:off x="9847489" y="4533514"/>
                    <a:ext cx="1857983" cy="1932862"/>
                    <a:chOff x="403243" y="2029298"/>
                    <a:chExt cx="1857983" cy="1932862"/>
                  </a:xfrm>
                </p:grpSpPr>
                <p:grpSp>
                  <p:nvGrpSpPr>
                    <p:cNvPr id="134" name="Groupe 133">
                      <a:extLst>
                        <a:ext uri="{FF2B5EF4-FFF2-40B4-BE49-F238E27FC236}">
                          <a16:creationId xmlns:a16="http://schemas.microsoft.com/office/drawing/2014/main" id="{67C4E36D-F825-DCAD-20FA-01A712E0CEBE}"/>
                        </a:ext>
                      </a:extLst>
                    </p:cNvPr>
                    <p:cNvGrpSpPr/>
                    <p:nvPr/>
                  </p:nvGrpSpPr>
                  <p:grpSpPr>
                    <a:xfrm>
                      <a:off x="416070" y="2029298"/>
                      <a:ext cx="1094790" cy="331243"/>
                      <a:chOff x="780703" y="5853141"/>
                      <a:chExt cx="1094790" cy="331243"/>
                    </a:xfrm>
                  </p:grpSpPr>
                  <p:pic>
                    <p:nvPicPr>
                      <p:cNvPr id="136" name="Graphique 135" descr="Presse-papiers vérifié avec un remplissage uni">
                        <a:extLst>
                          <a:ext uri="{FF2B5EF4-FFF2-40B4-BE49-F238E27FC236}">
                            <a16:creationId xmlns:a16="http://schemas.microsoft.com/office/drawing/2014/main" id="{6CCAE31E-E29B-95E5-C79C-2D568952E2E0}"/>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780703" y="5853141"/>
                        <a:ext cx="331243" cy="331243"/>
                      </a:xfrm>
                      <a:prstGeom prst="rect">
                        <a:avLst/>
                      </a:prstGeom>
                    </p:spPr>
                  </p:pic>
                  <p:sp>
                    <p:nvSpPr>
                      <p:cNvPr id="137" name="TextBox 132">
                        <a:extLst>
                          <a:ext uri="{FF2B5EF4-FFF2-40B4-BE49-F238E27FC236}">
                            <a16:creationId xmlns:a16="http://schemas.microsoft.com/office/drawing/2014/main" id="{5AD69ED6-C46F-4F2D-A619-621251704021}"/>
                          </a:ext>
                        </a:extLst>
                      </p:cNvPr>
                      <p:cNvSpPr txBox="1"/>
                      <p:nvPr/>
                    </p:nvSpPr>
                    <p:spPr>
                      <a:xfrm>
                        <a:off x="981298" y="5940230"/>
                        <a:ext cx="894195" cy="230832"/>
                      </a:xfrm>
                      <a:prstGeom prst="rect">
                        <a:avLst/>
                      </a:prstGeom>
                      <a:noFill/>
                    </p:spPr>
                    <p:txBody>
                      <a:bodyPr wrap="square" rtlCol="0">
                        <a:spAutoFit/>
                      </a:bodyPr>
                      <a:lstStyle/>
                      <a:p>
                        <a:r>
                          <a:rPr lang="fr-CA" sz="900" dirty="0"/>
                          <a:t>lac1_calculs()</a:t>
                        </a:r>
                      </a:p>
                    </p:txBody>
                  </p:sp>
                </p:grpSp>
                <p:sp>
                  <p:nvSpPr>
                    <p:cNvPr id="135" name="Rectangle: Rounded Corners 292">
                      <a:extLst>
                        <a:ext uri="{FF2B5EF4-FFF2-40B4-BE49-F238E27FC236}">
                          <a16:creationId xmlns:a16="http://schemas.microsoft.com/office/drawing/2014/main" id="{4D45F58F-C085-4507-C744-02FBA51C5C2A}"/>
                        </a:ext>
                      </a:extLst>
                    </p:cNvPr>
                    <p:cNvSpPr/>
                    <p:nvPr/>
                  </p:nvSpPr>
                  <p:spPr>
                    <a:xfrm>
                      <a:off x="403243" y="2034484"/>
                      <a:ext cx="1857983" cy="1927676"/>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132" name="Straight Arrow Connector 268">
                    <a:extLst>
                      <a:ext uri="{FF2B5EF4-FFF2-40B4-BE49-F238E27FC236}">
                        <a16:creationId xmlns:a16="http://schemas.microsoft.com/office/drawing/2014/main" id="{DA95EFCF-B5A3-DFB9-7D5A-E91F03E6DD44}"/>
                      </a:ext>
                    </a:extLst>
                  </p:cNvPr>
                  <p:cNvCxnSpPr>
                    <a:cxnSpLocks/>
                    <a:stCxn id="136"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33" name="Straight Arrow Connector 268">
                    <a:extLst>
                      <a:ext uri="{FF2B5EF4-FFF2-40B4-BE49-F238E27FC236}">
                        <a16:creationId xmlns:a16="http://schemas.microsoft.com/office/drawing/2014/main" id="{EA5962B3-A761-886F-30E4-2C908B62239F}"/>
                      </a:ext>
                    </a:extLst>
                  </p:cNvPr>
                  <p:cNvCxnSpPr>
                    <a:cxnSpLocks/>
                    <a:stCxn id="136"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127" name="ZoneTexte 126">
                  <a:extLst>
                    <a:ext uri="{FF2B5EF4-FFF2-40B4-BE49-F238E27FC236}">
                      <a16:creationId xmlns:a16="http://schemas.microsoft.com/office/drawing/2014/main" id="{C563EAAC-73AB-D1F7-5797-D51ADC5E1783}"/>
                    </a:ext>
                  </a:extLst>
                </p:cNvPr>
                <p:cNvSpPr txBox="1"/>
                <p:nvPr/>
              </p:nvSpPr>
              <p:spPr>
                <a:xfrm>
                  <a:off x="9490401" y="2869063"/>
                  <a:ext cx="1149232" cy="184666"/>
                </a:xfrm>
                <a:prstGeom prst="rect">
                  <a:avLst/>
                </a:prstGeom>
                <a:noFill/>
              </p:spPr>
              <p:txBody>
                <a:bodyPr wrap="square" rtlCol="0">
                  <a:spAutoFit/>
                </a:bodyPr>
                <a:lstStyle/>
                <a:p>
                  <a:r>
                    <a:rPr lang="fr-CA" sz="600" dirty="0"/>
                    <a:t>volume_m3()</a:t>
                  </a:r>
                </a:p>
              </p:txBody>
            </p:sp>
            <p:grpSp>
              <p:nvGrpSpPr>
                <p:cNvPr id="128" name="Groupe 127">
                  <a:extLst>
                    <a:ext uri="{FF2B5EF4-FFF2-40B4-BE49-F238E27FC236}">
                      <a16:creationId xmlns:a16="http://schemas.microsoft.com/office/drawing/2014/main" id="{84C58FF6-8FC5-E3F4-85E9-6FA1D82DEE75}"/>
                    </a:ext>
                  </a:extLst>
                </p:cNvPr>
                <p:cNvGrpSpPr/>
                <p:nvPr/>
              </p:nvGrpSpPr>
              <p:grpSpPr>
                <a:xfrm>
                  <a:off x="9332030" y="3154642"/>
                  <a:ext cx="1280256" cy="234536"/>
                  <a:chOff x="9213673" y="2065803"/>
                  <a:chExt cx="1280256" cy="234536"/>
                </a:xfrm>
              </p:grpSpPr>
              <p:pic>
                <p:nvPicPr>
                  <p:cNvPr id="129" name="Image 128">
                    <a:extLst>
                      <a:ext uri="{FF2B5EF4-FFF2-40B4-BE49-F238E27FC236}">
                        <a16:creationId xmlns:a16="http://schemas.microsoft.com/office/drawing/2014/main" id="{F6D4958F-6901-0A41-60E1-68756C89C854}"/>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130" name="ZoneTexte 129">
                    <a:extLst>
                      <a:ext uri="{FF2B5EF4-FFF2-40B4-BE49-F238E27FC236}">
                        <a16:creationId xmlns:a16="http://schemas.microsoft.com/office/drawing/2014/main" id="{4B2A204F-22B5-CA19-F825-7D65299E732C}"/>
                      </a:ext>
                    </a:extLst>
                  </p:cNvPr>
                  <p:cNvSpPr txBox="1"/>
                  <p:nvPr/>
                </p:nvSpPr>
                <p:spPr>
                  <a:xfrm>
                    <a:off x="9344698" y="2101327"/>
                    <a:ext cx="1149231" cy="184666"/>
                  </a:xfrm>
                  <a:prstGeom prst="rect">
                    <a:avLst/>
                  </a:prstGeom>
                  <a:noFill/>
                </p:spPr>
                <p:txBody>
                  <a:bodyPr wrap="square" rtlCol="0">
                    <a:spAutoFit/>
                  </a:bodyPr>
                  <a:lstStyle/>
                  <a:p>
                    <a:r>
                      <a:rPr lang="fr-CA" sz="600" dirty="0" err="1"/>
                      <a:t>q_moy_annuel</a:t>
                    </a:r>
                    <a:r>
                      <a:rPr lang="fr-CA" sz="600" dirty="0"/>
                      <a:t>()</a:t>
                    </a:r>
                  </a:p>
                </p:txBody>
              </p:sp>
            </p:grpSp>
          </p:grpSp>
          <p:pic>
            <p:nvPicPr>
              <p:cNvPr id="122" name="Graphique 121" descr="Presse-papiers vérifié avec un remplissage uni">
                <a:extLst>
                  <a:ext uri="{FF2B5EF4-FFF2-40B4-BE49-F238E27FC236}">
                    <a16:creationId xmlns:a16="http://schemas.microsoft.com/office/drawing/2014/main" id="{0BB61E15-78FE-69E6-F715-765A528BB2F2}"/>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9129161" y="2765200"/>
                <a:ext cx="259479" cy="259479"/>
              </a:xfrm>
              <a:prstGeom prst="rect">
                <a:avLst/>
              </a:prstGeom>
            </p:spPr>
          </p:pic>
          <p:cxnSp>
            <p:nvCxnSpPr>
              <p:cNvPr id="123" name="Straight Arrow Connector 268">
                <a:extLst>
                  <a:ext uri="{FF2B5EF4-FFF2-40B4-BE49-F238E27FC236}">
                    <a16:creationId xmlns:a16="http://schemas.microsoft.com/office/drawing/2014/main" id="{346B710B-0ADD-796F-E522-FDDB017726CB}"/>
                  </a:ext>
                </a:extLst>
              </p:cNvPr>
              <p:cNvCxnSpPr>
                <a:cxnSpLocks/>
              </p:cNvCxnSpPr>
              <p:nvPr/>
            </p:nvCxnSpPr>
            <p:spPr>
              <a:xfrm rot="16200000" flipH="1">
                <a:off x="8855719" y="3244777"/>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124" name="ZoneTexte 123">
                <a:extLst>
                  <a:ext uri="{FF2B5EF4-FFF2-40B4-BE49-F238E27FC236}">
                    <a16:creationId xmlns:a16="http://schemas.microsoft.com/office/drawing/2014/main" id="{947CE2D8-9831-EE0D-3F2F-F57C98867DDA}"/>
                  </a:ext>
                </a:extLst>
              </p:cNvPr>
              <p:cNvSpPr txBox="1"/>
              <p:nvPr/>
            </p:nvSpPr>
            <p:spPr>
              <a:xfrm>
                <a:off x="8817108" y="3642044"/>
                <a:ext cx="534284" cy="184666"/>
              </a:xfrm>
              <a:prstGeom prst="rect">
                <a:avLst/>
              </a:prstGeom>
              <a:noFill/>
            </p:spPr>
            <p:txBody>
              <a:bodyPr wrap="square" rtlCol="0">
                <a:spAutoFit/>
              </a:bodyPr>
              <a:lstStyle/>
              <a:p>
                <a:r>
                  <a:rPr lang="fr-CA" sz="600" dirty="0"/>
                  <a:t>Etc…</a:t>
                </a:r>
              </a:p>
            </p:txBody>
          </p:sp>
          <p:sp>
            <p:nvSpPr>
              <p:cNvPr id="125" name="ZoneTexte 124">
                <a:extLst>
                  <a:ext uri="{FF2B5EF4-FFF2-40B4-BE49-F238E27FC236}">
                    <a16:creationId xmlns:a16="http://schemas.microsoft.com/office/drawing/2014/main" id="{2D4C681D-F9FF-190F-10BD-013AB36E30A9}"/>
                  </a:ext>
                </a:extLst>
              </p:cNvPr>
              <p:cNvSpPr txBox="1"/>
              <p:nvPr/>
            </p:nvSpPr>
            <p:spPr>
              <a:xfrm>
                <a:off x="9990857" y="3287024"/>
                <a:ext cx="771218" cy="1015663"/>
              </a:xfrm>
              <a:prstGeom prst="rect">
                <a:avLst/>
              </a:prstGeom>
              <a:noFill/>
            </p:spPr>
            <p:txBody>
              <a:bodyPr wrap="square" rtlCol="0">
                <a:spAutoFit/>
              </a:bodyPr>
              <a:lstStyle/>
              <a:p>
                <a:r>
                  <a:rPr lang="fr-CA" sz="600" dirty="0" err="1"/>
                  <a:t>charge_aqua</a:t>
                </a:r>
                <a:r>
                  <a:rPr lang="fr-CA" sz="600" dirty="0"/>
                  <a:t> ()</a:t>
                </a:r>
              </a:p>
              <a:p>
                <a:r>
                  <a:rPr lang="fr-CA" sz="600" dirty="0" err="1"/>
                  <a:t>charge_mh</a:t>
                </a:r>
                <a:r>
                  <a:rPr lang="fr-CA" sz="600" dirty="0"/>
                  <a:t> ()</a:t>
                </a:r>
              </a:p>
              <a:p>
                <a:r>
                  <a:rPr lang="fr-CA" sz="600" dirty="0" err="1"/>
                  <a:t>charge_foret</a:t>
                </a:r>
                <a:r>
                  <a:rPr lang="fr-CA" sz="600" dirty="0"/>
                  <a:t> ()</a:t>
                </a:r>
              </a:p>
              <a:p>
                <a:r>
                  <a:rPr lang="fr-CA" sz="600" dirty="0" err="1"/>
                  <a:t>charge_solnu</a:t>
                </a:r>
                <a:r>
                  <a:rPr lang="fr-CA" sz="600" dirty="0"/>
                  <a:t> ()</a:t>
                </a:r>
              </a:p>
              <a:p>
                <a:r>
                  <a:rPr lang="fr-CA" sz="600" dirty="0" err="1"/>
                  <a:t>charge_agri</a:t>
                </a:r>
                <a:r>
                  <a:rPr lang="fr-CA" sz="600" dirty="0"/>
                  <a:t> ()</a:t>
                </a:r>
              </a:p>
              <a:p>
                <a:r>
                  <a:rPr lang="fr-CA" sz="600" dirty="0" err="1"/>
                  <a:t>charge_coupe</a:t>
                </a:r>
                <a:r>
                  <a:rPr lang="fr-CA" sz="600" dirty="0"/>
                  <a:t> ()</a:t>
                </a:r>
              </a:p>
              <a:p>
                <a:r>
                  <a:rPr lang="fr-CA" sz="600" dirty="0" err="1"/>
                  <a:t>charge_anthro</a:t>
                </a:r>
                <a:r>
                  <a:rPr lang="fr-CA" sz="600" dirty="0"/>
                  <a:t> ()</a:t>
                </a:r>
              </a:p>
              <a:p>
                <a:r>
                  <a:rPr lang="fr-CA" sz="600" dirty="0" err="1"/>
                  <a:t>charge_nd</a:t>
                </a:r>
                <a:r>
                  <a:rPr lang="fr-CA" sz="600" dirty="0"/>
                  <a:t> ()</a:t>
                </a:r>
              </a:p>
              <a:p>
                <a:r>
                  <a:rPr lang="fr-CA" sz="600" dirty="0" err="1"/>
                  <a:t>charge_ent</a:t>
                </a:r>
                <a:r>
                  <a:rPr lang="fr-CA" sz="600" dirty="0"/>
                  <a:t> ()</a:t>
                </a:r>
              </a:p>
              <a:p>
                <a:r>
                  <a:rPr lang="fr-CA" sz="600" dirty="0" err="1"/>
                  <a:t>charge_ent_nat</a:t>
                </a:r>
                <a:r>
                  <a:rPr lang="fr-CA" sz="600" dirty="0"/>
                  <a:t> ()</a:t>
                </a:r>
              </a:p>
            </p:txBody>
          </p:sp>
        </p:grpSp>
        <p:sp>
          <p:nvSpPr>
            <p:cNvPr id="118" name="ZoneTexte 117">
              <a:extLst>
                <a:ext uri="{FF2B5EF4-FFF2-40B4-BE49-F238E27FC236}">
                  <a16:creationId xmlns:a16="http://schemas.microsoft.com/office/drawing/2014/main" id="{5E3E9598-3624-A68B-B69D-DB8D433A7C7C}"/>
                </a:ext>
              </a:extLst>
            </p:cNvPr>
            <p:cNvSpPr txBox="1"/>
            <p:nvPr/>
          </p:nvSpPr>
          <p:spPr>
            <a:xfrm>
              <a:off x="3651933" y="5156553"/>
              <a:ext cx="904947" cy="1015663"/>
            </a:xfrm>
            <a:prstGeom prst="rect">
              <a:avLst/>
            </a:prstGeom>
            <a:noFill/>
          </p:spPr>
          <p:txBody>
            <a:bodyPr wrap="square" rtlCol="0">
              <a:spAutoFit/>
            </a:bodyPr>
            <a:lstStyle/>
            <a:p>
              <a:r>
                <a:rPr lang="fr-CA" sz="600" dirty="0" err="1"/>
                <a:t>pt_mod</a:t>
              </a:r>
              <a:r>
                <a:rPr lang="fr-CA" sz="600" dirty="0"/>
                <a:t> ()</a:t>
              </a:r>
            </a:p>
            <a:p>
              <a:r>
                <a:rPr lang="fr-CA" sz="600" dirty="0" err="1"/>
                <a:t>pt_mod_nat</a:t>
              </a:r>
              <a:r>
                <a:rPr lang="fr-CA" sz="600" dirty="0"/>
                <a:t> ()</a:t>
              </a:r>
            </a:p>
            <a:p>
              <a:r>
                <a:rPr lang="fr-CA" sz="600" dirty="0" err="1"/>
                <a:t>charge_sort</a:t>
              </a:r>
              <a:r>
                <a:rPr lang="fr-CA" sz="600" dirty="0"/>
                <a:t> ()</a:t>
              </a:r>
            </a:p>
            <a:p>
              <a:r>
                <a:rPr lang="fr-CA" sz="600" dirty="0" err="1"/>
                <a:t>charge_sort_nat</a:t>
              </a:r>
              <a:r>
                <a:rPr lang="fr-CA" sz="600" dirty="0"/>
                <a:t> ()</a:t>
              </a:r>
            </a:p>
            <a:p>
              <a:r>
                <a:rPr lang="fr-CA" sz="600" dirty="0" err="1"/>
                <a:t>charge_sort_mes</a:t>
              </a:r>
              <a:r>
                <a:rPr lang="fr-CA" sz="600" dirty="0"/>
                <a:t> ()</a:t>
              </a:r>
            </a:p>
            <a:p>
              <a:r>
                <a:rPr lang="fr-CA" sz="600" dirty="0" err="1"/>
                <a:t>pt_mod_rejet</a:t>
              </a:r>
              <a:r>
                <a:rPr lang="fr-CA" sz="600" dirty="0"/>
                <a:t> ()</a:t>
              </a:r>
            </a:p>
            <a:p>
              <a:r>
                <a:rPr lang="fr-CA" sz="600" dirty="0" err="1"/>
                <a:t>charge_sort_rejet</a:t>
              </a:r>
              <a:r>
                <a:rPr lang="fr-CA" sz="600" dirty="0"/>
                <a:t> ()</a:t>
              </a:r>
            </a:p>
            <a:p>
              <a:r>
                <a:rPr lang="fr-CA" sz="600" dirty="0" err="1"/>
                <a:t>aug_rel_charge_ent</a:t>
              </a:r>
              <a:r>
                <a:rPr lang="fr-CA" sz="600" dirty="0"/>
                <a:t> ()</a:t>
              </a:r>
            </a:p>
            <a:p>
              <a:r>
                <a:rPr lang="fr-CA" sz="600" dirty="0" err="1"/>
                <a:t>aug_rel_pt</a:t>
              </a:r>
              <a:r>
                <a:rPr lang="fr-CA" sz="600" dirty="0"/>
                <a:t> ()</a:t>
              </a:r>
            </a:p>
            <a:p>
              <a:r>
                <a:rPr lang="fr-CA" sz="600" dirty="0" err="1"/>
                <a:t>charge_nat_tot</a:t>
              </a:r>
              <a:r>
                <a:rPr lang="fr-CA" sz="600" dirty="0"/>
                <a:t> ()</a:t>
              </a:r>
            </a:p>
          </p:txBody>
        </p:sp>
        <p:sp>
          <p:nvSpPr>
            <p:cNvPr id="119" name="Accolade ouvrante 118">
              <a:extLst>
                <a:ext uri="{FF2B5EF4-FFF2-40B4-BE49-F238E27FC236}">
                  <a16:creationId xmlns:a16="http://schemas.microsoft.com/office/drawing/2014/main" id="{F6940D1E-EFCF-7164-D5DE-D3253C8BA7EF}"/>
                </a:ext>
              </a:extLst>
            </p:cNvPr>
            <p:cNvSpPr/>
            <p:nvPr/>
          </p:nvSpPr>
          <p:spPr>
            <a:xfrm>
              <a:off x="3495757" y="5168368"/>
              <a:ext cx="301213" cy="977888"/>
            </a:xfrm>
            <a:prstGeom prst="leftBrace">
              <a:avLst>
                <a:gd name="adj1" fmla="val 40628"/>
                <a:gd name="adj2" fmla="val 50000"/>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a:p>
          </p:txBody>
        </p:sp>
        <p:sp>
          <p:nvSpPr>
            <p:cNvPr id="120" name="ZoneTexte 119">
              <a:extLst>
                <a:ext uri="{FF2B5EF4-FFF2-40B4-BE49-F238E27FC236}">
                  <a16:creationId xmlns:a16="http://schemas.microsoft.com/office/drawing/2014/main" id="{9A75B8A9-660D-50B2-A731-B1F0A6220FB1}"/>
                </a:ext>
              </a:extLst>
            </p:cNvPr>
            <p:cNvSpPr txBox="1"/>
            <p:nvPr/>
          </p:nvSpPr>
          <p:spPr>
            <a:xfrm>
              <a:off x="4433758" y="4358668"/>
              <a:ext cx="712245" cy="430887"/>
            </a:xfrm>
            <a:prstGeom prst="rect">
              <a:avLst/>
            </a:prstGeom>
            <a:noFill/>
          </p:spPr>
          <p:txBody>
            <a:bodyPr wrap="square" rtlCol="0">
              <a:spAutoFit/>
            </a:bodyPr>
            <a:lstStyle/>
            <a:p>
              <a:r>
                <a:rPr lang="fr-CA" sz="1100" i="1" dirty="0"/>
                <a:t>Liste de réactifs</a:t>
              </a:r>
            </a:p>
          </p:txBody>
        </p:sp>
      </p:grpSp>
      <p:grpSp>
        <p:nvGrpSpPr>
          <p:cNvPr id="139" name="Groupe 138">
            <a:extLst>
              <a:ext uri="{FF2B5EF4-FFF2-40B4-BE49-F238E27FC236}">
                <a16:creationId xmlns:a16="http://schemas.microsoft.com/office/drawing/2014/main" id="{B74CF564-53F8-8959-7428-63088650AE64}"/>
              </a:ext>
            </a:extLst>
          </p:cNvPr>
          <p:cNvGrpSpPr/>
          <p:nvPr/>
        </p:nvGrpSpPr>
        <p:grpSpPr>
          <a:xfrm>
            <a:off x="8725670" y="2193124"/>
            <a:ext cx="2962632" cy="1287013"/>
            <a:chOff x="4974250" y="4892248"/>
            <a:chExt cx="2962632" cy="1287013"/>
          </a:xfrm>
        </p:grpSpPr>
        <p:sp>
          <p:nvSpPr>
            <p:cNvPr id="140" name="Rectangle 139">
              <a:extLst>
                <a:ext uri="{FF2B5EF4-FFF2-40B4-BE49-F238E27FC236}">
                  <a16:creationId xmlns:a16="http://schemas.microsoft.com/office/drawing/2014/main" id="{9BB68F4D-F4D5-6F90-CF68-4C263899026B}"/>
                </a:ext>
              </a:extLst>
            </p:cNvPr>
            <p:cNvSpPr/>
            <p:nvPr/>
          </p:nvSpPr>
          <p:spPr>
            <a:xfrm>
              <a:off x="5068936" y="5162408"/>
              <a:ext cx="2867945" cy="1016853"/>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a:p>
          </p:txBody>
        </p:sp>
        <p:sp>
          <p:nvSpPr>
            <p:cNvPr id="141" name="ZoneTexte 140">
              <a:extLst>
                <a:ext uri="{FF2B5EF4-FFF2-40B4-BE49-F238E27FC236}">
                  <a16:creationId xmlns:a16="http://schemas.microsoft.com/office/drawing/2014/main" id="{21EC9541-B0D6-2468-5CB9-F34952ADB495}"/>
                </a:ext>
              </a:extLst>
            </p:cNvPr>
            <p:cNvSpPr txBox="1"/>
            <p:nvPr/>
          </p:nvSpPr>
          <p:spPr>
            <a:xfrm>
              <a:off x="4974250" y="4892248"/>
              <a:ext cx="2019216" cy="307777"/>
            </a:xfrm>
            <a:prstGeom prst="rect">
              <a:avLst/>
            </a:prstGeom>
            <a:noFill/>
          </p:spPr>
          <p:txBody>
            <a:bodyPr wrap="square" rtlCol="0">
              <a:spAutoFit/>
            </a:bodyPr>
            <a:lstStyle/>
            <a:p>
              <a:r>
                <a:rPr lang="fr-CA" sz="1400" dirty="0" err="1"/>
                <a:t>mod_resultats</a:t>
              </a:r>
              <a:endParaRPr lang="fr-CA" sz="1400" dirty="0"/>
            </a:p>
          </p:txBody>
        </p:sp>
        <p:grpSp>
          <p:nvGrpSpPr>
            <p:cNvPr id="142" name="Groupe 141">
              <a:extLst>
                <a:ext uri="{FF2B5EF4-FFF2-40B4-BE49-F238E27FC236}">
                  <a16:creationId xmlns:a16="http://schemas.microsoft.com/office/drawing/2014/main" id="{8459800E-FAF9-E675-C893-39B109BFC206}"/>
                </a:ext>
              </a:extLst>
            </p:cNvPr>
            <p:cNvGrpSpPr/>
            <p:nvPr/>
          </p:nvGrpSpPr>
          <p:grpSpPr>
            <a:xfrm>
              <a:off x="5165742" y="5222609"/>
              <a:ext cx="1254024" cy="284371"/>
              <a:chOff x="701420" y="3429000"/>
              <a:chExt cx="1254024" cy="284371"/>
            </a:xfrm>
          </p:grpSpPr>
          <p:sp>
            <p:nvSpPr>
              <p:cNvPr id="170" name="Rectangle: Rounded Corners 292">
                <a:extLst>
                  <a:ext uri="{FF2B5EF4-FFF2-40B4-BE49-F238E27FC236}">
                    <a16:creationId xmlns:a16="http://schemas.microsoft.com/office/drawing/2014/main" id="{50294F4B-929A-9486-04D3-033A9B6F22ED}"/>
                  </a:ext>
                </a:extLst>
              </p:cNvPr>
              <p:cNvSpPr/>
              <p:nvPr/>
            </p:nvSpPr>
            <p:spPr>
              <a:xfrm>
                <a:off x="701420" y="3429000"/>
                <a:ext cx="1248373"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71" name="Groupe 170">
                <a:extLst>
                  <a:ext uri="{FF2B5EF4-FFF2-40B4-BE49-F238E27FC236}">
                    <a16:creationId xmlns:a16="http://schemas.microsoft.com/office/drawing/2014/main" id="{D7797743-BFF7-4490-61F6-6CB4CBAC2159}"/>
                  </a:ext>
                </a:extLst>
              </p:cNvPr>
              <p:cNvGrpSpPr/>
              <p:nvPr/>
            </p:nvGrpSpPr>
            <p:grpSpPr>
              <a:xfrm>
                <a:off x="761837" y="3436287"/>
                <a:ext cx="1193607" cy="254204"/>
                <a:chOff x="814800" y="3911539"/>
                <a:chExt cx="1193607" cy="254204"/>
              </a:xfrm>
            </p:grpSpPr>
            <p:sp>
              <p:nvSpPr>
                <p:cNvPr id="172" name="TextBox 132">
                  <a:extLst>
                    <a:ext uri="{FF2B5EF4-FFF2-40B4-BE49-F238E27FC236}">
                      <a16:creationId xmlns:a16="http://schemas.microsoft.com/office/drawing/2014/main" id="{668C55FB-D018-08B4-0915-73FF1E671991}"/>
                    </a:ext>
                  </a:extLst>
                </p:cNvPr>
                <p:cNvSpPr txBox="1"/>
                <p:nvPr/>
              </p:nvSpPr>
              <p:spPr>
                <a:xfrm>
                  <a:off x="955705" y="3950299"/>
                  <a:ext cx="1052702" cy="215444"/>
                </a:xfrm>
                <a:prstGeom prst="rect">
                  <a:avLst/>
                </a:prstGeom>
                <a:noFill/>
              </p:spPr>
              <p:txBody>
                <a:bodyPr wrap="square" rtlCol="0">
                  <a:spAutoFit/>
                </a:bodyPr>
                <a:lstStyle/>
                <a:p>
                  <a:r>
                    <a:rPr lang="fr-CA" sz="800" dirty="0" err="1"/>
                    <a:t>result_mesures</a:t>
                  </a:r>
                  <a:endParaRPr lang="fr-CA" sz="500" dirty="0"/>
                </a:p>
              </p:txBody>
            </p:sp>
            <p:pic>
              <p:nvPicPr>
                <p:cNvPr id="173" name="Image 172">
                  <a:extLst>
                    <a:ext uri="{FF2B5EF4-FFF2-40B4-BE49-F238E27FC236}">
                      <a16:creationId xmlns:a16="http://schemas.microsoft.com/office/drawing/2014/main" id="{3178E49E-61CA-DA6F-682D-716D8BE3623F}"/>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143" name="Groupe 142">
              <a:extLst>
                <a:ext uri="{FF2B5EF4-FFF2-40B4-BE49-F238E27FC236}">
                  <a16:creationId xmlns:a16="http://schemas.microsoft.com/office/drawing/2014/main" id="{2987E671-0FA7-81DC-68EC-00D2D15E91F9}"/>
                </a:ext>
              </a:extLst>
            </p:cNvPr>
            <p:cNvGrpSpPr/>
            <p:nvPr/>
          </p:nvGrpSpPr>
          <p:grpSpPr>
            <a:xfrm>
              <a:off x="6599840" y="5843482"/>
              <a:ext cx="1336385" cy="284371"/>
              <a:chOff x="712349" y="4155091"/>
              <a:chExt cx="1336385" cy="284371"/>
            </a:xfrm>
          </p:grpSpPr>
          <p:sp>
            <p:nvSpPr>
              <p:cNvPr id="166" name="Rectangle: Rounded Corners 292">
                <a:extLst>
                  <a:ext uri="{FF2B5EF4-FFF2-40B4-BE49-F238E27FC236}">
                    <a16:creationId xmlns:a16="http://schemas.microsoft.com/office/drawing/2014/main" id="{462AD882-BDDB-C19B-CEC8-93186AADD271}"/>
                  </a:ext>
                </a:extLst>
              </p:cNvPr>
              <p:cNvSpPr/>
              <p:nvPr/>
            </p:nvSpPr>
            <p:spPr>
              <a:xfrm>
                <a:off x="712349" y="4155091"/>
                <a:ext cx="1248373"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67" name="Groupe 166">
                <a:extLst>
                  <a:ext uri="{FF2B5EF4-FFF2-40B4-BE49-F238E27FC236}">
                    <a16:creationId xmlns:a16="http://schemas.microsoft.com/office/drawing/2014/main" id="{E6F35695-4C4C-6241-A8E3-2354A2533EA8}"/>
                  </a:ext>
                </a:extLst>
              </p:cNvPr>
              <p:cNvGrpSpPr/>
              <p:nvPr/>
            </p:nvGrpSpPr>
            <p:grpSpPr>
              <a:xfrm>
                <a:off x="795310" y="4195999"/>
                <a:ext cx="1253424" cy="234801"/>
                <a:chOff x="795310" y="4195999"/>
                <a:chExt cx="1253424" cy="234801"/>
              </a:xfrm>
            </p:grpSpPr>
            <p:pic>
              <p:nvPicPr>
                <p:cNvPr id="168" name="Graphique 167" descr="Graphique à barres avec un remplissage uni">
                  <a:extLst>
                    <a:ext uri="{FF2B5EF4-FFF2-40B4-BE49-F238E27FC236}">
                      <a16:creationId xmlns:a16="http://schemas.microsoft.com/office/drawing/2014/main" id="{7983EDBD-C8C5-281F-648A-D9AE58609BF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95310" y="4195999"/>
                  <a:ext cx="207992" cy="207992"/>
                </a:xfrm>
                <a:prstGeom prst="rect">
                  <a:avLst/>
                </a:prstGeom>
              </p:spPr>
            </p:pic>
            <p:sp>
              <p:nvSpPr>
                <p:cNvPr id="169" name="TextBox 132">
                  <a:extLst>
                    <a:ext uri="{FF2B5EF4-FFF2-40B4-BE49-F238E27FC236}">
                      <a16:creationId xmlns:a16="http://schemas.microsoft.com/office/drawing/2014/main" id="{CF3EFF19-998E-C2DD-B0A4-79B7112E952C}"/>
                    </a:ext>
                  </a:extLst>
                </p:cNvPr>
                <p:cNvSpPr txBox="1"/>
                <p:nvPr/>
              </p:nvSpPr>
              <p:spPr>
                <a:xfrm>
                  <a:off x="978234" y="4215356"/>
                  <a:ext cx="1070500" cy="215444"/>
                </a:xfrm>
                <a:prstGeom prst="rect">
                  <a:avLst/>
                </a:prstGeom>
                <a:noFill/>
              </p:spPr>
              <p:txBody>
                <a:bodyPr wrap="square" rtlCol="0">
                  <a:spAutoFit/>
                </a:bodyPr>
                <a:lstStyle/>
                <a:p>
                  <a:r>
                    <a:rPr lang="fr-CA" sz="800" dirty="0" err="1"/>
                    <a:t>graphique_charges</a:t>
                  </a:r>
                  <a:endParaRPr lang="fr-CA" sz="500" dirty="0"/>
                </a:p>
              </p:txBody>
            </p:sp>
          </p:grpSp>
        </p:grpSp>
        <p:grpSp>
          <p:nvGrpSpPr>
            <p:cNvPr id="144" name="Groupe 143">
              <a:extLst>
                <a:ext uri="{FF2B5EF4-FFF2-40B4-BE49-F238E27FC236}">
                  <a16:creationId xmlns:a16="http://schemas.microsoft.com/office/drawing/2014/main" id="{ACBD641E-B730-A566-BE27-7CBDF9A57C53}"/>
                </a:ext>
              </a:extLst>
            </p:cNvPr>
            <p:cNvGrpSpPr/>
            <p:nvPr/>
          </p:nvGrpSpPr>
          <p:grpSpPr>
            <a:xfrm>
              <a:off x="5165742" y="5515354"/>
              <a:ext cx="1456865" cy="284371"/>
              <a:chOff x="701420" y="3429000"/>
              <a:chExt cx="1456865" cy="284371"/>
            </a:xfrm>
          </p:grpSpPr>
          <p:sp>
            <p:nvSpPr>
              <p:cNvPr id="162" name="Rectangle: Rounded Corners 292">
                <a:extLst>
                  <a:ext uri="{FF2B5EF4-FFF2-40B4-BE49-F238E27FC236}">
                    <a16:creationId xmlns:a16="http://schemas.microsoft.com/office/drawing/2014/main" id="{352D70F7-4CA5-20F5-4968-97F55B047FA6}"/>
                  </a:ext>
                </a:extLst>
              </p:cNvPr>
              <p:cNvSpPr/>
              <p:nvPr/>
            </p:nvSpPr>
            <p:spPr>
              <a:xfrm>
                <a:off x="701420" y="3429000"/>
                <a:ext cx="1355950"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63" name="Groupe 162">
                <a:extLst>
                  <a:ext uri="{FF2B5EF4-FFF2-40B4-BE49-F238E27FC236}">
                    <a16:creationId xmlns:a16="http://schemas.microsoft.com/office/drawing/2014/main" id="{137195D6-1C06-795E-0DB6-C99D2ACBC7E9}"/>
                  </a:ext>
                </a:extLst>
              </p:cNvPr>
              <p:cNvGrpSpPr/>
              <p:nvPr/>
            </p:nvGrpSpPr>
            <p:grpSpPr>
              <a:xfrm>
                <a:off x="761837" y="3436287"/>
                <a:ext cx="1396448" cy="239169"/>
                <a:chOff x="814800" y="3911539"/>
                <a:chExt cx="1396448" cy="239169"/>
              </a:xfrm>
            </p:grpSpPr>
            <p:sp>
              <p:nvSpPr>
                <p:cNvPr id="164" name="TextBox 132">
                  <a:extLst>
                    <a:ext uri="{FF2B5EF4-FFF2-40B4-BE49-F238E27FC236}">
                      <a16:creationId xmlns:a16="http://schemas.microsoft.com/office/drawing/2014/main" id="{C00E4F42-07F7-DD22-A291-3BFABAF9C116}"/>
                    </a:ext>
                  </a:extLst>
                </p:cNvPr>
                <p:cNvSpPr txBox="1"/>
                <p:nvPr/>
              </p:nvSpPr>
              <p:spPr>
                <a:xfrm>
                  <a:off x="924805" y="3935264"/>
                  <a:ext cx="1286443" cy="215444"/>
                </a:xfrm>
                <a:prstGeom prst="rect">
                  <a:avLst/>
                </a:prstGeom>
                <a:noFill/>
              </p:spPr>
              <p:txBody>
                <a:bodyPr wrap="square" rtlCol="0">
                  <a:spAutoFit/>
                </a:bodyPr>
                <a:lstStyle/>
                <a:p>
                  <a:r>
                    <a:rPr lang="fr-CA" sz="800" dirty="0" err="1"/>
                    <a:t>result_scenario_actuel</a:t>
                  </a:r>
                  <a:endParaRPr lang="fr-CA" sz="500" dirty="0"/>
                </a:p>
              </p:txBody>
            </p:sp>
            <p:pic>
              <p:nvPicPr>
                <p:cNvPr id="165" name="Image 164">
                  <a:extLst>
                    <a:ext uri="{FF2B5EF4-FFF2-40B4-BE49-F238E27FC236}">
                      <a16:creationId xmlns:a16="http://schemas.microsoft.com/office/drawing/2014/main" id="{BF5072AB-42C4-8423-8AB6-4340C6D77E14}"/>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145" name="Groupe 144">
              <a:extLst>
                <a:ext uri="{FF2B5EF4-FFF2-40B4-BE49-F238E27FC236}">
                  <a16:creationId xmlns:a16="http://schemas.microsoft.com/office/drawing/2014/main" id="{6C0B0CEA-A87E-2B53-3A05-02AA4C6E8380}"/>
                </a:ext>
              </a:extLst>
            </p:cNvPr>
            <p:cNvGrpSpPr/>
            <p:nvPr/>
          </p:nvGrpSpPr>
          <p:grpSpPr>
            <a:xfrm>
              <a:off x="5165742" y="5814409"/>
              <a:ext cx="1451430" cy="284371"/>
              <a:chOff x="701420" y="3429000"/>
              <a:chExt cx="1451430" cy="284371"/>
            </a:xfrm>
          </p:grpSpPr>
          <p:sp>
            <p:nvSpPr>
              <p:cNvPr id="158" name="Rectangle: Rounded Corners 292">
                <a:extLst>
                  <a:ext uri="{FF2B5EF4-FFF2-40B4-BE49-F238E27FC236}">
                    <a16:creationId xmlns:a16="http://schemas.microsoft.com/office/drawing/2014/main" id="{418C2E08-44DB-103E-6734-AD68A5DA6416}"/>
                  </a:ext>
                </a:extLst>
              </p:cNvPr>
              <p:cNvSpPr/>
              <p:nvPr/>
            </p:nvSpPr>
            <p:spPr>
              <a:xfrm>
                <a:off x="701420" y="3429000"/>
                <a:ext cx="1355950" cy="284371"/>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159" name="Groupe 158">
                <a:extLst>
                  <a:ext uri="{FF2B5EF4-FFF2-40B4-BE49-F238E27FC236}">
                    <a16:creationId xmlns:a16="http://schemas.microsoft.com/office/drawing/2014/main" id="{6E07F129-BB78-05CC-3596-E97D92F38FC3}"/>
                  </a:ext>
                </a:extLst>
              </p:cNvPr>
              <p:cNvGrpSpPr/>
              <p:nvPr/>
            </p:nvGrpSpPr>
            <p:grpSpPr>
              <a:xfrm>
                <a:off x="761837" y="3436287"/>
                <a:ext cx="1391013" cy="234536"/>
                <a:chOff x="814800" y="3911539"/>
                <a:chExt cx="1391013" cy="234536"/>
              </a:xfrm>
            </p:grpSpPr>
            <p:sp>
              <p:nvSpPr>
                <p:cNvPr id="160" name="TextBox 132">
                  <a:extLst>
                    <a:ext uri="{FF2B5EF4-FFF2-40B4-BE49-F238E27FC236}">
                      <a16:creationId xmlns:a16="http://schemas.microsoft.com/office/drawing/2014/main" id="{05994FE6-2F11-A963-F3B7-711A01D07698}"/>
                    </a:ext>
                  </a:extLst>
                </p:cNvPr>
                <p:cNvSpPr txBox="1"/>
                <p:nvPr/>
              </p:nvSpPr>
              <p:spPr>
                <a:xfrm>
                  <a:off x="919370" y="3928501"/>
                  <a:ext cx="1286443" cy="215444"/>
                </a:xfrm>
                <a:prstGeom prst="rect">
                  <a:avLst/>
                </a:prstGeom>
                <a:noFill/>
              </p:spPr>
              <p:txBody>
                <a:bodyPr wrap="square" rtlCol="0">
                  <a:spAutoFit/>
                </a:bodyPr>
                <a:lstStyle/>
                <a:p>
                  <a:r>
                    <a:rPr lang="fr-CA" sz="800" dirty="0" err="1"/>
                    <a:t>result_scenario_naturel</a:t>
                  </a:r>
                  <a:endParaRPr lang="fr-CA" sz="500" dirty="0"/>
                </a:p>
              </p:txBody>
            </p:sp>
            <p:pic>
              <p:nvPicPr>
                <p:cNvPr id="161" name="Image 160">
                  <a:extLst>
                    <a:ext uri="{FF2B5EF4-FFF2-40B4-BE49-F238E27FC236}">
                      <a16:creationId xmlns:a16="http://schemas.microsoft.com/office/drawing/2014/main" id="{A72F0EDA-BDD5-44F3-EB2E-387A93758DC4}"/>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14800" y="3911539"/>
                  <a:ext cx="174699" cy="234536"/>
                </a:xfrm>
                <a:prstGeom prst="rect">
                  <a:avLst/>
                </a:prstGeom>
              </p:spPr>
            </p:pic>
          </p:grpSp>
        </p:grpSp>
        <p:grpSp>
          <p:nvGrpSpPr>
            <p:cNvPr id="146" name="Groupe 145">
              <a:extLst>
                <a:ext uri="{FF2B5EF4-FFF2-40B4-BE49-F238E27FC236}">
                  <a16:creationId xmlns:a16="http://schemas.microsoft.com/office/drawing/2014/main" id="{E3AF396C-7B20-B901-21BA-0A0B683F8F97}"/>
                </a:ext>
              </a:extLst>
            </p:cNvPr>
            <p:cNvGrpSpPr/>
            <p:nvPr/>
          </p:nvGrpSpPr>
          <p:grpSpPr>
            <a:xfrm>
              <a:off x="6568327" y="5222609"/>
              <a:ext cx="1368555" cy="606164"/>
              <a:chOff x="7969632" y="5569385"/>
              <a:chExt cx="1368555" cy="606164"/>
            </a:xfrm>
          </p:grpSpPr>
          <p:grpSp>
            <p:nvGrpSpPr>
              <p:cNvPr id="147" name="Groupe 146">
                <a:extLst>
                  <a:ext uri="{FF2B5EF4-FFF2-40B4-BE49-F238E27FC236}">
                    <a16:creationId xmlns:a16="http://schemas.microsoft.com/office/drawing/2014/main" id="{AF2E1F14-3F22-BB55-38B7-771CECF014E5}"/>
                  </a:ext>
                </a:extLst>
              </p:cNvPr>
              <p:cNvGrpSpPr/>
              <p:nvPr/>
            </p:nvGrpSpPr>
            <p:grpSpPr>
              <a:xfrm>
                <a:off x="7969632" y="5569385"/>
                <a:ext cx="1335377" cy="606163"/>
                <a:chOff x="6382612" y="6334244"/>
                <a:chExt cx="1335377" cy="606163"/>
              </a:xfrm>
            </p:grpSpPr>
            <p:grpSp>
              <p:nvGrpSpPr>
                <p:cNvPr id="154" name="Groupe 153">
                  <a:extLst>
                    <a:ext uri="{FF2B5EF4-FFF2-40B4-BE49-F238E27FC236}">
                      <a16:creationId xmlns:a16="http://schemas.microsoft.com/office/drawing/2014/main" id="{3F5CAFC3-41CB-4199-3B23-12B09521C88B}"/>
                    </a:ext>
                  </a:extLst>
                </p:cNvPr>
                <p:cNvGrpSpPr/>
                <p:nvPr/>
              </p:nvGrpSpPr>
              <p:grpSpPr>
                <a:xfrm>
                  <a:off x="6382612" y="6334244"/>
                  <a:ext cx="1335377" cy="606163"/>
                  <a:chOff x="4612846" y="3016036"/>
                  <a:chExt cx="1335377" cy="606163"/>
                </a:xfrm>
              </p:grpSpPr>
              <p:sp>
                <p:nvSpPr>
                  <p:cNvPr id="156" name="Rectangle: Rounded Corners 292">
                    <a:extLst>
                      <a:ext uri="{FF2B5EF4-FFF2-40B4-BE49-F238E27FC236}">
                        <a16:creationId xmlns:a16="http://schemas.microsoft.com/office/drawing/2014/main" id="{AE8A91CA-32D3-B97F-6372-0ADB81767A34}"/>
                      </a:ext>
                    </a:extLst>
                  </p:cNvPr>
                  <p:cNvSpPr/>
                  <p:nvPr/>
                </p:nvSpPr>
                <p:spPr>
                  <a:xfrm>
                    <a:off x="4612846" y="3016036"/>
                    <a:ext cx="1335377" cy="606163"/>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sp>
                <p:nvSpPr>
                  <p:cNvPr id="157" name="TextBox 132">
                    <a:extLst>
                      <a:ext uri="{FF2B5EF4-FFF2-40B4-BE49-F238E27FC236}">
                        <a16:creationId xmlns:a16="http://schemas.microsoft.com/office/drawing/2014/main" id="{BF6F0950-7C53-FA2A-9573-5E960C0EA08D}"/>
                      </a:ext>
                    </a:extLst>
                  </p:cNvPr>
                  <p:cNvSpPr txBox="1"/>
                  <p:nvPr/>
                </p:nvSpPr>
                <p:spPr>
                  <a:xfrm>
                    <a:off x="4741264" y="3037886"/>
                    <a:ext cx="1045295" cy="200055"/>
                  </a:xfrm>
                  <a:prstGeom prst="rect">
                    <a:avLst/>
                  </a:prstGeom>
                  <a:noFill/>
                </p:spPr>
                <p:txBody>
                  <a:bodyPr wrap="square" rtlCol="0">
                    <a:spAutoFit/>
                  </a:bodyPr>
                  <a:lstStyle/>
                  <a:p>
                    <a:r>
                      <a:rPr lang="fr-CA" sz="700" dirty="0" err="1"/>
                      <a:t>result_scenario_rejets</a:t>
                    </a:r>
                    <a:endParaRPr lang="fr-CA" sz="700" dirty="0"/>
                  </a:p>
                </p:txBody>
              </p:sp>
            </p:grpSp>
            <p:pic>
              <p:nvPicPr>
                <p:cNvPr id="155" name="Graphique 154" descr="Presse-papiers vérifié avec un remplissage uni">
                  <a:extLst>
                    <a:ext uri="{FF2B5EF4-FFF2-40B4-BE49-F238E27FC236}">
                      <a16:creationId xmlns:a16="http://schemas.microsoft.com/office/drawing/2014/main" id="{C13B18E4-E3AA-A4AE-1D8F-E990B3CC64C5}"/>
                    </a:ext>
                  </a:extLst>
                </p:cNvPr>
                <p:cNvPicPr>
                  <a:picLocks noChangeAspect="1"/>
                </p:cNvPicPr>
                <p:nvPr/>
              </p:nvPicPr>
              <p:blipFill>
                <a:blip r:embed="rId3">
                  <a:extLst>
                    <a:ext uri="{96DAC541-7B7A-43D3-8B79-37D633B846F1}">
                      <asvg:svgBlip xmlns:asvg="http://schemas.microsoft.com/office/drawing/2016/SVG/main" r:embed="rId4"/>
                    </a:ext>
                  </a:extLst>
                </a:blip>
                <a:stretch>
                  <a:fillRect/>
                </a:stretch>
              </p:blipFill>
              <p:spPr>
                <a:xfrm>
                  <a:off x="6382613" y="6356880"/>
                  <a:ext cx="239100" cy="239100"/>
                </a:xfrm>
                <a:prstGeom prst="rect">
                  <a:avLst/>
                </a:prstGeom>
              </p:spPr>
            </p:pic>
          </p:grpSp>
          <p:cxnSp>
            <p:nvCxnSpPr>
              <p:cNvPr id="148" name="Straight Arrow Connector 268">
                <a:extLst>
                  <a:ext uri="{FF2B5EF4-FFF2-40B4-BE49-F238E27FC236}">
                    <a16:creationId xmlns:a16="http://schemas.microsoft.com/office/drawing/2014/main" id="{70843348-2D1B-6542-73D9-E8718576B8B3}"/>
                  </a:ext>
                </a:extLst>
              </p:cNvPr>
              <p:cNvCxnSpPr>
                <a:cxnSpLocks/>
              </p:cNvCxnSpPr>
              <p:nvPr/>
            </p:nvCxnSpPr>
            <p:spPr>
              <a:xfrm rot="16200000" flipH="1">
                <a:off x="8081166" y="5798981"/>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pic>
            <p:nvPicPr>
              <p:cNvPr id="149" name="Graphique 148" descr="Tableau avec un remplissage uni">
                <a:extLst>
                  <a:ext uri="{FF2B5EF4-FFF2-40B4-BE49-F238E27FC236}">
                    <a16:creationId xmlns:a16="http://schemas.microsoft.com/office/drawing/2014/main" id="{D2074BBA-DFC1-9E94-504D-7853BFAEA1D7}"/>
                  </a:ext>
                </a:extLst>
              </p:cNvPr>
              <p:cNvPicPr>
                <a:picLocks noChangeAspect="1"/>
              </p:cNvPicPr>
              <p:nvPr/>
            </p:nvPicPr>
            <p:blipFill>
              <a:blip r:embed="rId9">
                <a:extLst>
                  <a:ext uri="{96DAC541-7B7A-43D3-8B79-37D633B846F1}">
                    <asvg:svgBlip xmlns:asvg="http://schemas.microsoft.com/office/drawing/2016/SVG/main" r:embed="rId10"/>
                  </a:ext>
                </a:extLst>
              </a:blip>
              <a:stretch>
                <a:fillRect/>
              </a:stretch>
            </p:blipFill>
            <p:spPr>
              <a:xfrm>
                <a:off x="8249142" y="5895281"/>
                <a:ext cx="280268" cy="280268"/>
              </a:xfrm>
              <a:prstGeom prst="rect">
                <a:avLst/>
              </a:prstGeom>
            </p:spPr>
          </p:pic>
          <p:pic>
            <p:nvPicPr>
              <p:cNvPr id="150" name="Image 149">
                <a:extLst>
                  <a:ext uri="{FF2B5EF4-FFF2-40B4-BE49-F238E27FC236}">
                    <a16:creationId xmlns:a16="http://schemas.microsoft.com/office/drawing/2014/main" id="{0E89981A-CFC7-DA32-1ABB-858CA8A8EB55}"/>
                  </a:ext>
                </a:extLst>
              </p:cNvPr>
              <p:cNvPicPr>
                <a:picLocks noChangeAspect="1"/>
              </p:cNvPicPr>
              <p:nvPr/>
            </p:nvPicPr>
            <p:blipFill>
              <a:blip r:embed="rId5">
                <a:extLst>
                  <a:ext uri="{BEBA8EAE-BF5A-486C-A8C5-ECC9F3942E4B}">
                    <a14:imgProps xmlns:a14="http://schemas.microsoft.com/office/drawing/2010/main">
                      <a14:imgLayer r:embed="rId6">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8258097" y="5720842"/>
                <a:ext cx="174699" cy="234536"/>
              </a:xfrm>
              <a:prstGeom prst="rect">
                <a:avLst/>
              </a:prstGeom>
            </p:spPr>
          </p:pic>
          <p:sp>
            <p:nvSpPr>
              <p:cNvPr id="151" name="TextBox 132">
                <a:extLst>
                  <a:ext uri="{FF2B5EF4-FFF2-40B4-BE49-F238E27FC236}">
                    <a16:creationId xmlns:a16="http://schemas.microsoft.com/office/drawing/2014/main" id="{E26CCF40-31CA-D7AE-48B0-BF24D235C597}"/>
                  </a:ext>
                </a:extLst>
              </p:cNvPr>
              <p:cNvSpPr txBox="1"/>
              <p:nvPr/>
            </p:nvSpPr>
            <p:spPr>
              <a:xfrm>
                <a:off x="8371892" y="5753536"/>
                <a:ext cx="933117" cy="184666"/>
              </a:xfrm>
              <a:prstGeom prst="rect">
                <a:avLst/>
              </a:prstGeom>
              <a:noFill/>
            </p:spPr>
            <p:txBody>
              <a:bodyPr wrap="square" rtlCol="0">
                <a:spAutoFit/>
              </a:bodyPr>
              <a:lstStyle/>
              <a:p>
                <a:r>
                  <a:rPr lang="fr-CA" sz="600" dirty="0"/>
                  <a:t>"Scénarios avec Rejet"</a:t>
                </a:r>
              </a:p>
            </p:txBody>
          </p:sp>
          <p:sp>
            <p:nvSpPr>
              <p:cNvPr id="152" name="TextBox 132">
                <a:extLst>
                  <a:ext uri="{FF2B5EF4-FFF2-40B4-BE49-F238E27FC236}">
                    <a16:creationId xmlns:a16="http://schemas.microsoft.com/office/drawing/2014/main" id="{DB5577E7-54A8-AC37-239C-7CBB7668FF76}"/>
                  </a:ext>
                </a:extLst>
              </p:cNvPr>
              <p:cNvSpPr txBox="1"/>
              <p:nvPr/>
            </p:nvSpPr>
            <p:spPr>
              <a:xfrm>
                <a:off x="8432797" y="5968082"/>
                <a:ext cx="905390" cy="184666"/>
              </a:xfrm>
              <a:prstGeom prst="rect">
                <a:avLst/>
              </a:prstGeom>
              <a:noFill/>
            </p:spPr>
            <p:txBody>
              <a:bodyPr wrap="square" rtlCol="0">
                <a:spAutoFit/>
              </a:bodyPr>
              <a:lstStyle/>
              <a:p>
                <a:r>
                  <a:rPr lang="fr-CA" sz="600" dirty="0" err="1"/>
                  <a:t>table_scenario_rejets</a:t>
                </a:r>
                <a:endParaRPr lang="fr-CA" sz="600" dirty="0"/>
              </a:p>
            </p:txBody>
          </p:sp>
          <p:cxnSp>
            <p:nvCxnSpPr>
              <p:cNvPr id="153" name="Straight Arrow Connector 268">
                <a:extLst>
                  <a:ext uri="{FF2B5EF4-FFF2-40B4-BE49-F238E27FC236}">
                    <a16:creationId xmlns:a16="http://schemas.microsoft.com/office/drawing/2014/main" id="{53FB29C7-DCAD-A640-66EE-344A722D0587}"/>
                  </a:ext>
                </a:extLst>
              </p:cNvPr>
              <p:cNvCxnSpPr>
                <a:cxnSpLocks/>
              </p:cNvCxnSpPr>
              <p:nvPr/>
            </p:nvCxnSpPr>
            <p:spPr>
              <a:xfrm rot="16200000" flipH="1">
                <a:off x="8076154" y="5942383"/>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grpSp>
    </p:spTree>
    <p:extLst>
      <p:ext uri="{BB962C8B-B14F-4D97-AF65-F5344CB8AC3E}">
        <p14:creationId xmlns:p14="http://schemas.microsoft.com/office/powerpoint/2010/main" val="928423526"/>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C9CCC62-8BE9-F16B-D7C9-6CA2258E4248}"/>
            </a:ext>
          </a:extLst>
        </p:cNvPr>
        <p:cNvGrpSpPr/>
        <p:nvPr/>
      </p:nvGrpSpPr>
      <p:grpSpPr>
        <a:xfrm>
          <a:off x="0" y="0"/>
          <a:ext cx="0" cy="0"/>
          <a:chOff x="0" y="0"/>
          <a:chExt cx="0" cy="0"/>
        </a:xfrm>
      </p:grpSpPr>
      <p:sp>
        <p:nvSpPr>
          <p:cNvPr id="14" name="ZoneTexte 13">
            <a:extLst>
              <a:ext uri="{FF2B5EF4-FFF2-40B4-BE49-F238E27FC236}">
                <a16:creationId xmlns:a16="http://schemas.microsoft.com/office/drawing/2014/main" id="{ACE6A4DB-8141-A60C-973E-72E66AA2FE78}"/>
              </a:ext>
            </a:extLst>
          </p:cNvPr>
          <p:cNvSpPr txBox="1"/>
          <p:nvPr/>
        </p:nvSpPr>
        <p:spPr>
          <a:xfrm>
            <a:off x="8207073" y="493107"/>
            <a:ext cx="1590988" cy="369332"/>
          </a:xfrm>
          <a:prstGeom prst="rect">
            <a:avLst/>
          </a:prstGeom>
          <a:noFill/>
        </p:spPr>
        <p:txBody>
          <a:bodyPr wrap="square">
            <a:spAutoFit/>
          </a:bodyPr>
          <a:lstStyle/>
          <a:p>
            <a:r>
              <a:rPr lang="fr-CA" dirty="0"/>
              <a:t> </a:t>
            </a:r>
            <a:r>
              <a:rPr lang="fr-CA" dirty="0" err="1"/>
              <a:t>mod_export</a:t>
            </a:r>
            <a:endParaRPr lang="fr-CA" dirty="0"/>
          </a:p>
        </p:txBody>
      </p:sp>
      <p:grpSp>
        <p:nvGrpSpPr>
          <p:cNvPr id="39" name="Groupe 38">
            <a:extLst>
              <a:ext uri="{FF2B5EF4-FFF2-40B4-BE49-F238E27FC236}">
                <a16:creationId xmlns:a16="http://schemas.microsoft.com/office/drawing/2014/main" id="{CCC8DFBF-E227-5CEC-52E0-105084FFE386}"/>
              </a:ext>
            </a:extLst>
          </p:cNvPr>
          <p:cNvGrpSpPr/>
          <p:nvPr/>
        </p:nvGrpSpPr>
        <p:grpSpPr>
          <a:xfrm>
            <a:off x="4002306" y="2168335"/>
            <a:ext cx="708908" cy="250184"/>
            <a:chOff x="2024933" y="1836433"/>
            <a:chExt cx="708908" cy="250184"/>
          </a:xfrm>
        </p:grpSpPr>
        <p:sp>
          <p:nvSpPr>
            <p:cNvPr id="40" name="Rectangle: Rounded Corners 292">
              <a:extLst>
                <a:ext uri="{FF2B5EF4-FFF2-40B4-BE49-F238E27FC236}">
                  <a16:creationId xmlns:a16="http://schemas.microsoft.com/office/drawing/2014/main" id="{A69332AA-C132-8564-925E-6C2A4B281A8C}"/>
                </a:ext>
              </a:extLst>
            </p:cNvPr>
            <p:cNvSpPr/>
            <p:nvPr/>
          </p:nvSpPr>
          <p:spPr>
            <a:xfrm>
              <a:off x="2024933" y="1836433"/>
              <a:ext cx="708908" cy="250184"/>
            </a:xfrm>
            <a:prstGeom prst="roundRect">
              <a:avLst/>
            </a:prstGeom>
            <a:solidFill>
              <a:schemeClr val="accent2">
                <a:lumMod val="40000"/>
                <a:lumOff val="60000"/>
              </a:schemeClr>
            </a:solidFill>
            <a:ln w="3175">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41" name="Groupe 40">
              <a:extLst>
                <a:ext uri="{FF2B5EF4-FFF2-40B4-BE49-F238E27FC236}">
                  <a16:creationId xmlns:a16="http://schemas.microsoft.com/office/drawing/2014/main" id="{00A7DA40-8F12-2624-E621-DCA05EFEEA9B}"/>
                </a:ext>
              </a:extLst>
            </p:cNvPr>
            <p:cNvGrpSpPr/>
            <p:nvPr/>
          </p:nvGrpSpPr>
          <p:grpSpPr>
            <a:xfrm>
              <a:off x="2113816" y="1866498"/>
              <a:ext cx="611505" cy="207992"/>
              <a:chOff x="776782" y="3200153"/>
              <a:chExt cx="611505" cy="207992"/>
            </a:xfrm>
          </p:grpSpPr>
          <p:pic>
            <p:nvPicPr>
              <p:cNvPr id="42" name="Image 41">
                <a:extLst>
                  <a:ext uri="{FF2B5EF4-FFF2-40B4-BE49-F238E27FC236}">
                    <a16:creationId xmlns:a16="http://schemas.microsoft.com/office/drawing/2014/main" id="{FF01C28A-4A9D-E97D-3EBE-CF69C99B61F6}"/>
                  </a:ext>
                </a:extLst>
              </p:cNvPr>
              <p:cNvPicPr>
                <a:picLocks noChangeAspect="1"/>
              </p:cNvPicPr>
              <p:nvPr/>
            </p:nvPicPr>
            <p:blipFill>
              <a:blip r:embed="rId3">
                <a:duotone>
                  <a:prstClr val="black"/>
                  <a:schemeClr val="tx2">
                    <a:tint val="45000"/>
                    <a:satMod val="400000"/>
                  </a:schemeClr>
                </a:duotone>
                <a:extLst>
                  <a:ext uri="{BEBA8EAE-BF5A-486C-A8C5-ECC9F3942E4B}">
                    <a14:imgProps xmlns:a14="http://schemas.microsoft.com/office/drawing/2010/main">
                      <a14:imgLayer r:embed="rId4">
                        <a14:imgEffect>
                          <a14:backgroundRemoval t="1172" b="99805" l="586" r="99414">
                            <a14:foregroundMark x1="43164" y1="22852" x2="27539" y2="5273"/>
                            <a14:foregroundMark x1="6445" y1="29883" x2="7227" y2="23438"/>
                            <a14:foregroundMark x1="29883" y1="1758" x2="31641" y2="1367"/>
                            <a14:foregroundMark x1="781" y1="28906" x2="781" y2="30469"/>
                            <a14:foregroundMark x1="58984" y1="85156" x2="62109" y2="81641"/>
                            <a14:foregroundMark x1="92188" y1="88672" x2="95898" y2="83984"/>
                            <a14:foregroundMark x1="77344" y1="93359" x2="81250" y2="95313"/>
                            <a14:foregroundMark x1="81445" y1="99805" x2="81445" y2="99805"/>
                            <a14:foregroundMark x1="99414" y1="82031" x2="99414" y2="82031"/>
                          </a14:backgroundRemoval>
                        </a14:imgEffect>
                      </a14:imgLayer>
                    </a14:imgProps>
                  </a:ext>
                </a:extLst>
              </a:blip>
              <a:stretch>
                <a:fillRect/>
              </a:stretch>
            </p:blipFill>
            <p:spPr>
              <a:xfrm>
                <a:off x="776782" y="3200153"/>
                <a:ext cx="207992" cy="207992"/>
              </a:xfrm>
              <a:prstGeom prst="rect">
                <a:avLst/>
              </a:prstGeom>
            </p:spPr>
          </p:pic>
          <p:sp>
            <p:nvSpPr>
              <p:cNvPr id="43" name="TextBox 132">
                <a:extLst>
                  <a:ext uri="{FF2B5EF4-FFF2-40B4-BE49-F238E27FC236}">
                    <a16:creationId xmlns:a16="http://schemas.microsoft.com/office/drawing/2014/main" id="{74A156E0-B610-98EA-8ECD-FB3772C7146F}"/>
                  </a:ext>
                </a:extLst>
              </p:cNvPr>
              <p:cNvSpPr txBox="1"/>
              <p:nvPr/>
            </p:nvSpPr>
            <p:spPr>
              <a:xfrm>
                <a:off x="901408" y="3210561"/>
                <a:ext cx="486879" cy="169277"/>
              </a:xfrm>
              <a:prstGeom prst="rect">
                <a:avLst/>
              </a:prstGeom>
              <a:noFill/>
            </p:spPr>
            <p:txBody>
              <a:bodyPr wrap="square" rtlCol="0">
                <a:spAutoFit/>
              </a:bodyPr>
              <a:lstStyle/>
              <a:p>
                <a:r>
                  <a:rPr lang="fr-CA" sz="500" dirty="0"/>
                  <a:t>scenario1</a:t>
                </a:r>
              </a:p>
            </p:txBody>
          </p:sp>
        </p:grpSp>
      </p:grpSp>
      <p:grpSp>
        <p:nvGrpSpPr>
          <p:cNvPr id="46" name="Groupe 45">
            <a:extLst>
              <a:ext uri="{FF2B5EF4-FFF2-40B4-BE49-F238E27FC236}">
                <a16:creationId xmlns:a16="http://schemas.microsoft.com/office/drawing/2014/main" id="{089B5CFB-1AC8-30BE-1D46-D5AF115CF446}"/>
              </a:ext>
            </a:extLst>
          </p:cNvPr>
          <p:cNvGrpSpPr/>
          <p:nvPr/>
        </p:nvGrpSpPr>
        <p:grpSpPr>
          <a:xfrm>
            <a:off x="3924387" y="768636"/>
            <a:ext cx="1294855" cy="286563"/>
            <a:chOff x="6278184" y="1050476"/>
            <a:chExt cx="1294855" cy="286563"/>
          </a:xfrm>
        </p:grpSpPr>
        <p:grpSp>
          <p:nvGrpSpPr>
            <p:cNvPr id="47" name="Groupe 46">
              <a:extLst>
                <a:ext uri="{FF2B5EF4-FFF2-40B4-BE49-F238E27FC236}">
                  <a16:creationId xmlns:a16="http://schemas.microsoft.com/office/drawing/2014/main" id="{8F1DE772-0E44-7F7A-D99A-95898FDB7217}"/>
                </a:ext>
              </a:extLst>
            </p:cNvPr>
            <p:cNvGrpSpPr/>
            <p:nvPr/>
          </p:nvGrpSpPr>
          <p:grpSpPr>
            <a:xfrm>
              <a:off x="6292297" y="1090818"/>
              <a:ext cx="1280742" cy="246221"/>
              <a:chOff x="752589" y="2626239"/>
              <a:chExt cx="1280742" cy="246221"/>
            </a:xfrm>
          </p:grpSpPr>
          <p:pic>
            <p:nvPicPr>
              <p:cNvPr id="49" name="Graphique 48" descr="Base de données avec un remplissage uni">
                <a:extLst>
                  <a:ext uri="{FF2B5EF4-FFF2-40B4-BE49-F238E27FC236}">
                    <a16:creationId xmlns:a16="http://schemas.microsoft.com/office/drawing/2014/main" id="{1C0B291C-DB7A-E75D-C49E-0DFF07760396}"/>
                  </a:ext>
                </a:extLst>
              </p:cNvPr>
              <p:cNvPicPr>
                <a:picLocks noChangeAspect="1"/>
              </p:cNvPicPr>
              <p:nvPr/>
            </p:nvPicPr>
            <p:blipFill>
              <a:blip r:embed="rId5">
                <a:extLst>
                  <a:ext uri="{96DAC541-7B7A-43D3-8B79-37D633B846F1}">
                    <asvg:svgBlip xmlns:asvg="http://schemas.microsoft.com/office/drawing/2016/SVG/main" r:embed="rId6"/>
                  </a:ext>
                </a:extLst>
              </a:blip>
              <a:stretch>
                <a:fillRect/>
              </a:stretch>
            </p:blipFill>
            <p:spPr>
              <a:xfrm>
                <a:off x="752589" y="2655273"/>
                <a:ext cx="174699" cy="174699"/>
              </a:xfrm>
              <a:prstGeom prst="rect">
                <a:avLst/>
              </a:prstGeom>
            </p:spPr>
          </p:pic>
          <p:sp>
            <p:nvSpPr>
              <p:cNvPr id="50" name="TextBox 132">
                <a:extLst>
                  <a:ext uri="{FF2B5EF4-FFF2-40B4-BE49-F238E27FC236}">
                    <a16:creationId xmlns:a16="http://schemas.microsoft.com/office/drawing/2014/main" id="{84D3A03E-97DD-D006-DE54-FD416A4F71BE}"/>
                  </a:ext>
                </a:extLst>
              </p:cNvPr>
              <p:cNvSpPr txBox="1"/>
              <p:nvPr/>
            </p:nvSpPr>
            <p:spPr>
              <a:xfrm>
                <a:off x="839938" y="2626239"/>
                <a:ext cx="1193393" cy="246221"/>
              </a:xfrm>
              <a:prstGeom prst="rect">
                <a:avLst/>
              </a:prstGeom>
              <a:noFill/>
            </p:spPr>
            <p:txBody>
              <a:bodyPr wrap="square" rtlCol="0">
                <a:spAutoFit/>
              </a:bodyPr>
              <a:lstStyle/>
              <a:p>
                <a:r>
                  <a:rPr lang="fr-CA" sz="1000" dirty="0"/>
                  <a:t>lac1_data_lac()</a:t>
                </a:r>
              </a:p>
            </p:txBody>
          </p:sp>
        </p:grpSp>
        <p:sp>
          <p:nvSpPr>
            <p:cNvPr id="48" name="Rectangle: Rounded Corners 292">
              <a:extLst>
                <a:ext uri="{FF2B5EF4-FFF2-40B4-BE49-F238E27FC236}">
                  <a16:creationId xmlns:a16="http://schemas.microsoft.com/office/drawing/2014/main" id="{19AD9794-045C-7D90-863A-97F6D9AA06A1}"/>
                </a:ext>
              </a:extLst>
            </p:cNvPr>
            <p:cNvSpPr/>
            <p:nvPr/>
          </p:nvSpPr>
          <p:spPr>
            <a:xfrm>
              <a:off x="6278184" y="1050476"/>
              <a:ext cx="1133114" cy="286563"/>
            </a:xfrm>
            <a:prstGeom prst="roundRect">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sz="1000" dirty="0"/>
            </a:p>
          </p:txBody>
        </p:sp>
      </p:grpSp>
      <p:grpSp>
        <p:nvGrpSpPr>
          <p:cNvPr id="51" name="Groupe 50">
            <a:extLst>
              <a:ext uri="{FF2B5EF4-FFF2-40B4-BE49-F238E27FC236}">
                <a16:creationId xmlns:a16="http://schemas.microsoft.com/office/drawing/2014/main" id="{327AFE48-8975-6F8D-2AE8-7734DEA0366D}"/>
              </a:ext>
            </a:extLst>
          </p:cNvPr>
          <p:cNvGrpSpPr/>
          <p:nvPr/>
        </p:nvGrpSpPr>
        <p:grpSpPr>
          <a:xfrm>
            <a:off x="2353243" y="1389798"/>
            <a:ext cx="1675940" cy="616186"/>
            <a:chOff x="7431801" y="4178844"/>
            <a:chExt cx="1675940" cy="616186"/>
          </a:xfrm>
        </p:grpSpPr>
        <p:grpSp>
          <p:nvGrpSpPr>
            <p:cNvPr id="52" name="Groupe 51">
              <a:extLst>
                <a:ext uri="{FF2B5EF4-FFF2-40B4-BE49-F238E27FC236}">
                  <a16:creationId xmlns:a16="http://schemas.microsoft.com/office/drawing/2014/main" id="{F81BEB79-3431-9DA9-1B26-C1806CB4EE61}"/>
                </a:ext>
              </a:extLst>
            </p:cNvPr>
            <p:cNvGrpSpPr/>
            <p:nvPr/>
          </p:nvGrpSpPr>
          <p:grpSpPr>
            <a:xfrm>
              <a:off x="7431801" y="4178844"/>
              <a:ext cx="1675940" cy="616186"/>
              <a:chOff x="8963693" y="2502169"/>
              <a:chExt cx="1675940" cy="616186"/>
            </a:xfrm>
          </p:grpSpPr>
          <p:grpSp>
            <p:nvGrpSpPr>
              <p:cNvPr id="54" name="Groupe 53">
                <a:extLst>
                  <a:ext uri="{FF2B5EF4-FFF2-40B4-BE49-F238E27FC236}">
                    <a16:creationId xmlns:a16="http://schemas.microsoft.com/office/drawing/2014/main" id="{D84A7363-2108-144A-FE2E-E7104E02E820}"/>
                  </a:ext>
                </a:extLst>
              </p:cNvPr>
              <p:cNvGrpSpPr/>
              <p:nvPr/>
            </p:nvGrpSpPr>
            <p:grpSpPr>
              <a:xfrm>
                <a:off x="8963693" y="2502169"/>
                <a:ext cx="1675940" cy="616186"/>
                <a:chOff x="9860316" y="4533514"/>
                <a:chExt cx="1675940" cy="616186"/>
              </a:xfrm>
            </p:grpSpPr>
            <p:grpSp>
              <p:nvGrpSpPr>
                <p:cNvPr id="56" name="Groupe 55">
                  <a:extLst>
                    <a:ext uri="{FF2B5EF4-FFF2-40B4-BE49-F238E27FC236}">
                      <a16:creationId xmlns:a16="http://schemas.microsoft.com/office/drawing/2014/main" id="{A8E12454-94C4-32DE-B224-91DF2E191518}"/>
                    </a:ext>
                  </a:extLst>
                </p:cNvPr>
                <p:cNvGrpSpPr/>
                <p:nvPr/>
              </p:nvGrpSpPr>
              <p:grpSpPr>
                <a:xfrm>
                  <a:off x="9860316" y="4533514"/>
                  <a:ext cx="1675940" cy="616186"/>
                  <a:chOff x="416070" y="2029298"/>
                  <a:chExt cx="1675940" cy="616186"/>
                </a:xfrm>
              </p:grpSpPr>
              <p:grpSp>
                <p:nvGrpSpPr>
                  <p:cNvPr id="58" name="Groupe 57">
                    <a:extLst>
                      <a:ext uri="{FF2B5EF4-FFF2-40B4-BE49-F238E27FC236}">
                        <a16:creationId xmlns:a16="http://schemas.microsoft.com/office/drawing/2014/main" id="{189467DF-9FA7-1AF8-D534-8895801BEB1D}"/>
                      </a:ext>
                    </a:extLst>
                  </p:cNvPr>
                  <p:cNvGrpSpPr/>
                  <p:nvPr/>
                </p:nvGrpSpPr>
                <p:grpSpPr>
                  <a:xfrm>
                    <a:off x="416070" y="2029298"/>
                    <a:ext cx="1094790" cy="331243"/>
                    <a:chOff x="780703" y="5853141"/>
                    <a:chExt cx="1094790" cy="331243"/>
                  </a:xfrm>
                </p:grpSpPr>
                <p:pic>
                  <p:nvPicPr>
                    <p:cNvPr id="60" name="Graphique 59" descr="Presse-papiers vérifié avec un remplissage uni">
                      <a:extLst>
                        <a:ext uri="{FF2B5EF4-FFF2-40B4-BE49-F238E27FC236}">
                          <a16:creationId xmlns:a16="http://schemas.microsoft.com/office/drawing/2014/main" id="{7CDC45F5-4D9F-DA6D-5F62-606A8C96617A}"/>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0703" y="5853141"/>
                      <a:ext cx="331243" cy="331243"/>
                    </a:xfrm>
                    <a:prstGeom prst="rect">
                      <a:avLst/>
                    </a:prstGeom>
                  </p:spPr>
                </p:pic>
                <p:sp>
                  <p:nvSpPr>
                    <p:cNvPr id="61" name="TextBox 132">
                      <a:extLst>
                        <a:ext uri="{FF2B5EF4-FFF2-40B4-BE49-F238E27FC236}">
                          <a16:creationId xmlns:a16="http://schemas.microsoft.com/office/drawing/2014/main" id="{15FC809A-08F6-4FF7-7BA1-189EAD0E112B}"/>
                        </a:ext>
                      </a:extLst>
                    </p:cNvPr>
                    <p:cNvSpPr txBox="1"/>
                    <p:nvPr/>
                  </p:nvSpPr>
                  <p:spPr>
                    <a:xfrm>
                      <a:off x="981298" y="5940230"/>
                      <a:ext cx="894195" cy="184666"/>
                    </a:xfrm>
                    <a:prstGeom prst="rect">
                      <a:avLst/>
                    </a:prstGeom>
                    <a:noFill/>
                  </p:spPr>
                  <p:txBody>
                    <a:bodyPr wrap="square" rtlCol="0">
                      <a:spAutoFit/>
                    </a:bodyPr>
                    <a:lstStyle/>
                    <a:p>
                      <a:r>
                        <a:rPr lang="fr-CA" sz="600" dirty="0"/>
                        <a:t>lac1_charge_rejet</a:t>
                      </a:r>
                    </a:p>
                  </p:txBody>
                </p:sp>
              </p:grpSp>
              <p:sp>
                <p:nvSpPr>
                  <p:cNvPr id="59" name="Rectangle: Rounded Corners 292">
                    <a:extLst>
                      <a:ext uri="{FF2B5EF4-FFF2-40B4-BE49-F238E27FC236}">
                        <a16:creationId xmlns:a16="http://schemas.microsoft.com/office/drawing/2014/main" id="{42C0426A-448C-F988-126A-1E71A29FD068}"/>
                      </a:ext>
                    </a:extLst>
                  </p:cNvPr>
                  <p:cNvSpPr/>
                  <p:nvPr/>
                </p:nvSpPr>
                <p:spPr>
                  <a:xfrm>
                    <a:off x="416070" y="2029298"/>
                    <a:ext cx="1675940" cy="616186"/>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57" name="Straight Arrow Connector 268">
                  <a:extLst>
                    <a:ext uri="{FF2B5EF4-FFF2-40B4-BE49-F238E27FC236}">
                      <a16:creationId xmlns:a16="http://schemas.microsoft.com/office/drawing/2014/main" id="{9BEDE31C-9804-9AB7-D00B-9CAAC0DAE775}"/>
                    </a:ext>
                  </a:extLst>
                </p:cNvPr>
                <p:cNvCxnSpPr>
                  <a:cxnSpLocks/>
                  <a:stCxn id="60"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55" name="ZoneTexte 54">
                <a:extLst>
                  <a:ext uri="{FF2B5EF4-FFF2-40B4-BE49-F238E27FC236}">
                    <a16:creationId xmlns:a16="http://schemas.microsoft.com/office/drawing/2014/main" id="{3AE73437-0DF1-CC21-ADD7-5A8227CE1B49}"/>
                  </a:ext>
                </a:extLst>
              </p:cNvPr>
              <p:cNvSpPr txBox="1"/>
              <p:nvPr/>
            </p:nvSpPr>
            <p:spPr>
              <a:xfrm>
                <a:off x="9490401" y="2869063"/>
                <a:ext cx="1149232" cy="200055"/>
              </a:xfrm>
              <a:prstGeom prst="rect">
                <a:avLst/>
              </a:prstGeom>
              <a:noFill/>
            </p:spPr>
            <p:txBody>
              <a:bodyPr wrap="square" rtlCol="0">
                <a:spAutoFit/>
              </a:bodyPr>
              <a:lstStyle/>
              <a:p>
                <a:r>
                  <a:rPr lang="fr-CA" sz="700" dirty="0" err="1"/>
                  <a:t>charge_rejet_kg_annuel</a:t>
                </a:r>
                <a:r>
                  <a:rPr lang="fr-CA" sz="700" dirty="0"/>
                  <a:t>()</a:t>
                </a:r>
              </a:p>
            </p:txBody>
          </p:sp>
        </p:grpSp>
        <p:pic>
          <p:nvPicPr>
            <p:cNvPr id="53" name="Graphique 52" descr="Presse-papiers vérifié avec un remplissage uni">
              <a:extLst>
                <a:ext uri="{FF2B5EF4-FFF2-40B4-BE49-F238E27FC236}">
                  <a16:creationId xmlns:a16="http://schemas.microsoft.com/office/drawing/2014/main" id="{6EBA6878-0E6C-B5D3-99B0-1A1D60442047}"/>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701752" y="4463787"/>
              <a:ext cx="331243" cy="331243"/>
            </a:xfrm>
            <a:prstGeom prst="rect">
              <a:avLst/>
            </a:prstGeom>
          </p:spPr>
        </p:pic>
      </p:grpSp>
      <p:grpSp>
        <p:nvGrpSpPr>
          <p:cNvPr id="62" name="Groupe 61">
            <a:extLst>
              <a:ext uri="{FF2B5EF4-FFF2-40B4-BE49-F238E27FC236}">
                <a16:creationId xmlns:a16="http://schemas.microsoft.com/office/drawing/2014/main" id="{1251F5C8-5455-725D-D0D5-AF35A7C35A89}"/>
              </a:ext>
            </a:extLst>
          </p:cNvPr>
          <p:cNvGrpSpPr/>
          <p:nvPr/>
        </p:nvGrpSpPr>
        <p:grpSpPr>
          <a:xfrm>
            <a:off x="1113541" y="2529091"/>
            <a:ext cx="2924151" cy="2484438"/>
            <a:chOff x="6870648" y="4011339"/>
            <a:chExt cx="2924151" cy="2484438"/>
          </a:xfrm>
        </p:grpSpPr>
        <p:grpSp>
          <p:nvGrpSpPr>
            <p:cNvPr id="63" name="Groupe 62">
              <a:extLst>
                <a:ext uri="{FF2B5EF4-FFF2-40B4-BE49-F238E27FC236}">
                  <a16:creationId xmlns:a16="http://schemas.microsoft.com/office/drawing/2014/main" id="{AEE3172C-DFA5-3B27-CBC5-0323215451A5}"/>
                </a:ext>
              </a:extLst>
            </p:cNvPr>
            <p:cNvGrpSpPr/>
            <p:nvPr/>
          </p:nvGrpSpPr>
          <p:grpSpPr>
            <a:xfrm>
              <a:off x="6870648" y="4011339"/>
              <a:ext cx="2924151" cy="2446824"/>
              <a:chOff x="8962540" y="2434179"/>
              <a:chExt cx="2924151" cy="2446824"/>
            </a:xfrm>
          </p:grpSpPr>
          <p:grpSp>
            <p:nvGrpSpPr>
              <p:cNvPr id="66" name="Groupe 65">
                <a:extLst>
                  <a:ext uri="{FF2B5EF4-FFF2-40B4-BE49-F238E27FC236}">
                    <a16:creationId xmlns:a16="http://schemas.microsoft.com/office/drawing/2014/main" id="{4087DACA-9DCF-5432-36A7-CA8D3D43155A}"/>
                  </a:ext>
                </a:extLst>
              </p:cNvPr>
              <p:cNvGrpSpPr/>
              <p:nvPr/>
            </p:nvGrpSpPr>
            <p:grpSpPr>
              <a:xfrm>
                <a:off x="8962540" y="2434179"/>
                <a:ext cx="2924151" cy="2446824"/>
                <a:chOff x="9859163" y="4465524"/>
                <a:chExt cx="2924151" cy="2446824"/>
              </a:xfrm>
            </p:grpSpPr>
            <p:grpSp>
              <p:nvGrpSpPr>
                <p:cNvPr id="75" name="Groupe 74">
                  <a:extLst>
                    <a:ext uri="{FF2B5EF4-FFF2-40B4-BE49-F238E27FC236}">
                      <a16:creationId xmlns:a16="http://schemas.microsoft.com/office/drawing/2014/main" id="{05B14F39-0981-1E4F-A231-290CDFCD790D}"/>
                    </a:ext>
                  </a:extLst>
                </p:cNvPr>
                <p:cNvGrpSpPr/>
                <p:nvPr/>
              </p:nvGrpSpPr>
              <p:grpSpPr>
                <a:xfrm>
                  <a:off x="9859163" y="4465524"/>
                  <a:ext cx="2924151" cy="2446824"/>
                  <a:chOff x="414917" y="1961308"/>
                  <a:chExt cx="2924151" cy="2446824"/>
                </a:xfrm>
              </p:grpSpPr>
              <p:sp>
                <p:nvSpPr>
                  <p:cNvPr id="78" name="Rectangle: Rounded Corners 292">
                    <a:extLst>
                      <a:ext uri="{FF2B5EF4-FFF2-40B4-BE49-F238E27FC236}">
                        <a16:creationId xmlns:a16="http://schemas.microsoft.com/office/drawing/2014/main" id="{24911EF1-20A5-A395-84F0-50A4D7690027}"/>
                      </a:ext>
                    </a:extLst>
                  </p:cNvPr>
                  <p:cNvSpPr/>
                  <p:nvPr/>
                </p:nvSpPr>
                <p:spPr>
                  <a:xfrm>
                    <a:off x="414917" y="1961308"/>
                    <a:ext cx="2924151" cy="2446824"/>
                  </a:xfrm>
                  <a:prstGeom prst="roundRect">
                    <a:avLst>
                      <a:gd name="adj" fmla="val 5099"/>
                    </a:avLst>
                  </a:prstGeom>
                  <a:solidFill>
                    <a:schemeClr val="bg1"/>
                  </a:solid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nvGrpSpPr>
                  <p:cNvPr id="79" name="Groupe 78">
                    <a:extLst>
                      <a:ext uri="{FF2B5EF4-FFF2-40B4-BE49-F238E27FC236}">
                        <a16:creationId xmlns:a16="http://schemas.microsoft.com/office/drawing/2014/main" id="{1A5E2078-6949-C1C8-EB0C-2B0F7712D4C8}"/>
                      </a:ext>
                    </a:extLst>
                  </p:cNvPr>
                  <p:cNvGrpSpPr/>
                  <p:nvPr/>
                </p:nvGrpSpPr>
                <p:grpSpPr>
                  <a:xfrm>
                    <a:off x="416070" y="2029298"/>
                    <a:ext cx="1094790" cy="331243"/>
                    <a:chOff x="780703" y="5853141"/>
                    <a:chExt cx="1094790" cy="331243"/>
                  </a:xfrm>
                </p:grpSpPr>
                <p:pic>
                  <p:nvPicPr>
                    <p:cNvPr id="80" name="Graphique 79" descr="Presse-papiers vérifié avec un remplissage uni">
                      <a:extLst>
                        <a:ext uri="{FF2B5EF4-FFF2-40B4-BE49-F238E27FC236}">
                          <a16:creationId xmlns:a16="http://schemas.microsoft.com/office/drawing/2014/main" id="{870E287A-E6EF-38CA-36FA-3093ADF675FE}"/>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0703" y="5853141"/>
                      <a:ext cx="331243" cy="331243"/>
                    </a:xfrm>
                    <a:prstGeom prst="rect">
                      <a:avLst/>
                    </a:prstGeom>
                  </p:spPr>
                </p:pic>
                <p:sp>
                  <p:nvSpPr>
                    <p:cNvPr id="81" name="TextBox 132">
                      <a:extLst>
                        <a:ext uri="{FF2B5EF4-FFF2-40B4-BE49-F238E27FC236}">
                          <a16:creationId xmlns:a16="http://schemas.microsoft.com/office/drawing/2014/main" id="{790D16AA-193D-4EB0-9FEC-0C80F6811DFB}"/>
                        </a:ext>
                      </a:extLst>
                    </p:cNvPr>
                    <p:cNvSpPr txBox="1"/>
                    <p:nvPr/>
                  </p:nvSpPr>
                  <p:spPr>
                    <a:xfrm>
                      <a:off x="981298" y="5940230"/>
                      <a:ext cx="894195" cy="169277"/>
                    </a:xfrm>
                    <a:prstGeom prst="rect">
                      <a:avLst/>
                    </a:prstGeom>
                    <a:noFill/>
                  </p:spPr>
                  <p:txBody>
                    <a:bodyPr wrap="square" rtlCol="0">
                      <a:spAutoFit/>
                    </a:bodyPr>
                    <a:lstStyle/>
                    <a:p>
                      <a:r>
                        <a:rPr lang="fr-CA" sz="500" dirty="0"/>
                        <a:t>lac1_paramètres()</a:t>
                      </a:r>
                    </a:p>
                  </p:txBody>
                </p:sp>
              </p:grpSp>
            </p:grpSp>
            <p:cxnSp>
              <p:nvCxnSpPr>
                <p:cNvPr id="76" name="Straight Arrow Connector 268">
                  <a:extLst>
                    <a:ext uri="{FF2B5EF4-FFF2-40B4-BE49-F238E27FC236}">
                      <a16:creationId xmlns:a16="http://schemas.microsoft.com/office/drawing/2014/main" id="{707DAE1F-826B-072D-1BC1-27FDB42A3CBA}"/>
                    </a:ext>
                  </a:extLst>
                </p:cNvPr>
                <p:cNvCxnSpPr>
                  <a:cxnSpLocks/>
                  <a:stCxn id="80"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77" name="Straight Arrow Connector 268">
                  <a:extLst>
                    <a:ext uri="{FF2B5EF4-FFF2-40B4-BE49-F238E27FC236}">
                      <a16:creationId xmlns:a16="http://schemas.microsoft.com/office/drawing/2014/main" id="{D103511B-8A24-9463-26CA-47E9EC337C2A}"/>
                    </a:ext>
                  </a:extLst>
                </p:cNvPr>
                <p:cNvCxnSpPr>
                  <a:cxnSpLocks/>
                  <a:stCxn id="80"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grpSp>
            <p:nvGrpSpPr>
              <p:cNvPr id="67" name="Groupe 66">
                <a:extLst>
                  <a:ext uri="{FF2B5EF4-FFF2-40B4-BE49-F238E27FC236}">
                    <a16:creationId xmlns:a16="http://schemas.microsoft.com/office/drawing/2014/main" id="{9217B85E-73B1-DDC1-4102-6227CC58B6A0}"/>
                  </a:ext>
                </a:extLst>
              </p:cNvPr>
              <p:cNvGrpSpPr/>
              <p:nvPr/>
            </p:nvGrpSpPr>
            <p:grpSpPr>
              <a:xfrm>
                <a:off x="9289360" y="2833411"/>
                <a:ext cx="665310" cy="234536"/>
                <a:chOff x="9213673" y="2065803"/>
                <a:chExt cx="665310" cy="234536"/>
              </a:xfrm>
            </p:grpSpPr>
            <p:pic>
              <p:nvPicPr>
                <p:cNvPr id="73" name="Image 72">
                  <a:extLst>
                    <a:ext uri="{FF2B5EF4-FFF2-40B4-BE49-F238E27FC236}">
                      <a16:creationId xmlns:a16="http://schemas.microsoft.com/office/drawing/2014/main" id="{72BE9479-2F0A-FE36-A985-8D11FC5C4421}"/>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74" name="ZoneTexte 73">
                  <a:extLst>
                    <a:ext uri="{FF2B5EF4-FFF2-40B4-BE49-F238E27FC236}">
                      <a16:creationId xmlns:a16="http://schemas.microsoft.com/office/drawing/2014/main" id="{5A70EC9A-39DA-F78E-9628-118528C23B04}"/>
                    </a:ext>
                  </a:extLst>
                </p:cNvPr>
                <p:cNvSpPr txBox="1"/>
                <p:nvPr/>
              </p:nvSpPr>
              <p:spPr>
                <a:xfrm>
                  <a:off x="9344699" y="2101327"/>
                  <a:ext cx="534284" cy="184666"/>
                </a:xfrm>
                <a:prstGeom prst="rect">
                  <a:avLst/>
                </a:prstGeom>
                <a:noFill/>
              </p:spPr>
              <p:txBody>
                <a:bodyPr wrap="square" rtlCol="0">
                  <a:spAutoFit/>
                </a:bodyPr>
                <a:lstStyle/>
                <a:p>
                  <a:r>
                    <a:rPr lang="fr-CA" sz="600" dirty="0" err="1"/>
                    <a:t>nom_lac</a:t>
                  </a:r>
                  <a:r>
                    <a:rPr lang="fr-CA" sz="600" dirty="0"/>
                    <a:t>()</a:t>
                  </a:r>
                </a:p>
              </p:txBody>
            </p:sp>
          </p:grpSp>
          <p:grpSp>
            <p:nvGrpSpPr>
              <p:cNvPr id="68" name="Groupe 67">
                <a:extLst>
                  <a:ext uri="{FF2B5EF4-FFF2-40B4-BE49-F238E27FC236}">
                    <a16:creationId xmlns:a16="http://schemas.microsoft.com/office/drawing/2014/main" id="{C079CA08-0592-3CF7-AB70-3038BFEBAAD4}"/>
                  </a:ext>
                </a:extLst>
              </p:cNvPr>
              <p:cNvGrpSpPr/>
              <p:nvPr/>
            </p:nvGrpSpPr>
            <p:grpSpPr>
              <a:xfrm>
                <a:off x="9332030" y="3154642"/>
                <a:ext cx="665310" cy="234536"/>
                <a:chOff x="9213673" y="2065803"/>
                <a:chExt cx="665310" cy="234536"/>
              </a:xfrm>
            </p:grpSpPr>
            <p:pic>
              <p:nvPicPr>
                <p:cNvPr id="71" name="Image 70">
                  <a:extLst>
                    <a:ext uri="{FF2B5EF4-FFF2-40B4-BE49-F238E27FC236}">
                      <a16:creationId xmlns:a16="http://schemas.microsoft.com/office/drawing/2014/main" id="{E3C3BBE4-3DF4-52F4-F6B0-F007CE1E0D84}"/>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72" name="ZoneTexte 71">
                  <a:extLst>
                    <a:ext uri="{FF2B5EF4-FFF2-40B4-BE49-F238E27FC236}">
                      <a16:creationId xmlns:a16="http://schemas.microsoft.com/office/drawing/2014/main" id="{16C6D8D3-1F18-02B1-7C99-D2C8A26495A5}"/>
                    </a:ext>
                  </a:extLst>
                </p:cNvPr>
                <p:cNvSpPr txBox="1"/>
                <p:nvPr/>
              </p:nvSpPr>
              <p:spPr>
                <a:xfrm>
                  <a:off x="9344699" y="2101327"/>
                  <a:ext cx="534284" cy="184666"/>
                </a:xfrm>
                <a:prstGeom prst="rect">
                  <a:avLst/>
                </a:prstGeom>
                <a:noFill/>
              </p:spPr>
              <p:txBody>
                <a:bodyPr wrap="square" rtlCol="0">
                  <a:spAutoFit/>
                </a:bodyPr>
                <a:lstStyle/>
                <a:p>
                  <a:r>
                    <a:rPr lang="fr-CA" sz="600" dirty="0" err="1"/>
                    <a:t>no_lce</a:t>
                  </a:r>
                  <a:r>
                    <a:rPr lang="fr-CA" sz="600" dirty="0"/>
                    <a:t>()</a:t>
                  </a:r>
                </a:p>
              </p:txBody>
            </p:sp>
          </p:grpSp>
          <p:cxnSp>
            <p:nvCxnSpPr>
              <p:cNvPr id="69" name="Straight Arrow Connector 268">
                <a:extLst>
                  <a:ext uri="{FF2B5EF4-FFF2-40B4-BE49-F238E27FC236}">
                    <a16:creationId xmlns:a16="http://schemas.microsoft.com/office/drawing/2014/main" id="{A08BD60C-DBDD-F623-741E-521C51C7D4FE}"/>
                  </a:ext>
                </a:extLst>
              </p:cNvPr>
              <p:cNvCxnSpPr>
                <a:cxnSpLocks/>
              </p:cNvCxnSpPr>
              <p:nvPr/>
            </p:nvCxnSpPr>
            <p:spPr>
              <a:xfrm rot="16200000" flipH="1">
                <a:off x="8980315" y="3348513"/>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70" name="ZoneTexte 69">
                <a:extLst>
                  <a:ext uri="{FF2B5EF4-FFF2-40B4-BE49-F238E27FC236}">
                    <a16:creationId xmlns:a16="http://schemas.microsoft.com/office/drawing/2014/main" id="{9B1216D7-D47E-4890-EBDB-1DED73D2E264}"/>
                  </a:ext>
                </a:extLst>
              </p:cNvPr>
              <p:cNvSpPr txBox="1"/>
              <p:nvPr/>
            </p:nvSpPr>
            <p:spPr>
              <a:xfrm>
                <a:off x="9308120" y="3565258"/>
                <a:ext cx="534284" cy="184666"/>
              </a:xfrm>
              <a:prstGeom prst="rect">
                <a:avLst/>
              </a:prstGeom>
              <a:noFill/>
            </p:spPr>
            <p:txBody>
              <a:bodyPr wrap="square" rtlCol="0">
                <a:spAutoFit/>
              </a:bodyPr>
              <a:lstStyle/>
              <a:p>
                <a:r>
                  <a:rPr lang="fr-CA" sz="600" dirty="0"/>
                  <a:t>Etc…</a:t>
                </a:r>
              </a:p>
            </p:txBody>
          </p:sp>
        </p:grpSp>
        <p:sp>
          <p:nvSpPr>
            <p:cNvPr id="64" name="Accolade ouvrante 63">
              <a:extLst>
                <a:ext uri="{FF2B5EF4-FFF2-40B4-BE49-F238E27FC236}">
                  <a16:creationId xmlns:a16="http://schemas.microsoft.com/office/drawing/2014/main" id="{F208330A-3106-5555-ED8A-E6C2B1E5928F}"/>
                </a:ext>
              </a:extLst>
            </p:cNvPr>
            <p:cNvSpPr/>
            <p:nvPr/>
          </p:nvSpPr>
          <p:spPr>
            <a:xfrm>
              <a:off x="7811655" y="4048953"/>
              <a:ext cx="301213" cy="2303208"/>
            </a:xfrm>
            <a:prstGeom prst="leftBrace">
              <a:avLst>
                <a:gd name="adj1" fmla="val 40628"/>
                <a:gd name="adj2" fmla="val 50000"/>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a:p>
          </p:txBody>
        </p:sp>
        <p:sp>
          <p:nvSpPr>
            <p:cNvPr id="65" name="ZoneTexte 64">
              <a:extLst>
                <a:ext uri="{FF2B5EF4-FFF2-40B4-BE49-F238E27FC236}">
                  <a16:creationId xmlns:a16="http://schemas.microsoft.com/office/drawing/2014/main" id="{2C85CF22-8AB2-0D33-E0C7-3388E7ACB53F}"/>
                </a:ext>
              </a:extLst>
            </p:cNvPr>
            <p:cNvSpPr txBox="1"/>
            <p:nvPr/>
          </p:nvSpPr>
          <p:spPr>
            <a:xfrm>
              <a:off x="7966591" y="4048953"/>
              <a:ext cx="1712848" cy="2446824"/>
            </a:xfrm>
            <a:prstGeom prst="rect">
              <a:avLst/>
            </a:prstGeom>
            <a:noFill/>
          </p:spPr>
          <p:txBody>
            <a:bodyPr wrap="square" rtlCol="0">
              <a:spAutoFit/>
            </a:bodyPr>
            <a:lstStyle/>
            <a:p>
              <a:r>
                <a:rPr lang="fr-CA" sz="600" dirty="0" err="1"/>
                <a:t>profondeur_moy_m</a:t>
              </a:r>
              <a:r>
                <a:rPr lang="fr-CA" sz="600" dirty="0"/>
                <a:t> ()</a:t>
              </a:r>
            </a:p>
            <a:p>
              <a:r>
                <a:rPr lang="fr-CA" sz="600" dirty="0"/>
                <a:t>superficie_lac_km2 ()</a:t>
              </a:r>
            </a:p>
            <a:p>
              <a:r>
                <a:rPr lang="fr-CA" sz="600" dirty="0"/>
                <a:t>aire_bv_km2 ()</a:t>
              </a:r>
            </a:p>
            <a:p>
              <a:r>
                <a:rPr lang="fr-CA" sz="600" dirty="0"/>
                <a:t>aire_sousbv_km2 ()</a:t>
              </a:r>
            </a:p>
            <a:p>
              <a:r>
                <a:rPr lang="fr-CA" sz="600" dirty="0"/>
                <a:t>debit_rejet_m3_jour ()</a:t>
              </a:r>
            </a:p>
            <a:p>
              <a:r>
                <a:rPr lang="fr-CA" sz="600" dirty="0" err="1"/>
                <a:t>jours_operation_rejet</a:t>
              </a:r>
              <a:r>
                <a:rPr lang="fr-CA" sz="600" dirty="0"/>
                <a:t> ()</a:t>
              </a:r>
            </a:p>
            <a:p>
              <a:r>
                <a:rPr lang="fr-CA" sz="600" dirty="0" err="1"/>
                <a:t>pt_mes</a:t>
              </a:r>
              <a:r>
                <a:rPr lang="fr-CA" sz="600" dirty="0"/>
                <a:t> ()</a:t>
              </a:r>
            </a:p>
            <a:p>
              <a:r>
                <a:rPr lang="fr-CA" sz="600" dirty="0" err="1"/>
                <a:t>ruissellement_moy_m</a:t>
              </a:r>
              <a:r>
                <a:rPr lang="fr-CA" sz="500" dirty="0"/>
                <a:t> ()</a:t>
              </a:r>
              <a:endParaRPr lang="fr-CA" sz="300" dirty="0"/>
            </a:p>
            <a:p>
              <a:r>
                <a:rPr lang="fr-CA" sz="600" dirty="0" err="1"/>
                <a:t>charge_installations_septiques_autonomes</a:t>
              </a:r>
              <a:r>
                <a:rPr lang="fr-CA" sz="500" dirty="0"/>
                <a:t> ()</a:t>
              </a:r>
              <a:endParaRPr lang="fr-CA" sz="200" dirty="0"/>
            </a:p>
            <a:p>
              <a:r>
                <a:rPr lang="fr-CA" sz="600" dirty="0" err="1"/>
                <a:t>percent_aqua</a:t>
              </a:r>
              <a:r>
                <a:rPr lang="fr-CA" sz="600" dirty="0"/>
                <a:t> ()</a:t>
              </a:r>
            </a:p>
            <a:p>
              <a:r>
                <a:rPr lang="fr-CA" sz="600" dirty="0" err="1"/>
                <a:t>percent_mh</a:t>
              </a:r>
              <a:r>
                <a:rPr lang="fr-CA" sz="600" dirty="0"/>
                <a:t> ()</a:t>
              </a:r>
            </a:p>
            <a:p>
              <a:r>
                <a:rPr lang="fr-CA" sz="600" dirty="0" err="1"/>
                <a:t>percent_foret</a:t>
              </a:r>
              <a:r>
                <a:rPr lang="fr-CA" sz="600" dirty="0"/>
                <a:t> ()</a:t>
              </a:r>
            </a:p>
            <a:p>
              <a:r>
                <a:rPr lang="fr-CA" sz="600" dirty="0" err="1"/>
                <a:t>percent_solnu</a:t>
              </a:r>
              <a:r>
                <a:rPr lang="fr-CA" sz="600" dirty="0"/>
                <a:t> ()</a:t>
              </a:r>
            </a:p>
            <a:p>
              <a:r>
                <a:rPr lang="fr-CA" sz="600" dirty="0" err="1"/>
                <a:t>percent_agri</a:t>
              </a:r>
              <a:r>
                <a:rPr lang="fr-CA" sz="600" dirty="0"/>
                <a:t> ()</a:t>
              </a:r>
            </a:p>
            <a:p>
              <a:r>
                <a:rPr lang="fr-CA" sz="600" dirty="0" err="1"/>
                <a:t>percent_coupe</a:t>
              </a:r>
              <a:r>
                <a:rPr lang="fr-CA" sz="600" dirty="0"/>
                <a:t> ()</a:t>
              </a:r>
            </a:p>
            <a:p>
              <a:r>
                <a:rPr lang="fr-CA" sz="600" dirty="0" err="1"/>
                <a:t>percent_anthro</a:t>
              </a:r>
              <a:r>
                <a:rPr lang="fr-CA" sz="600" dirty="0"/>
                <a:t> ()</a:t>
              </a:r>
            </a:p>
            <a:p>
              <a:r>
                <a:rPr lang="fr-CA" sz="600" dirty="0" err="1"/>
                <a:t>percent_nd</a:t>
              </a:r>
              <a:r>
                <a:rPr lang="fr-CA" sz="600" dirty="0"/>
                <a:t> ()</a:t>
              </a:r>
            </a:p>
            <a:p>
              <a:r>
                <a:rPr lang="fr-CA" sz="600" dirty="0"/>
                <a:t>charge_lac_amont_1 () à 10 ()</a:t>
              </a:r>
            </a:p>
            <a:p>
              <a:r>
                <a:rPr lang="fr-CA" sz="600" dirty="0"/>
                <a:t>charge_lac_amont_nat_1 () à 10 ()</a:t>
              </a:r>
            </a:p>
            <a:p>
              <a:r>
                <a:rPr lang="fr-CA" sz="600" dirty="0"/>
                <a:t>charge_ponctuelle_1 () à 10 ()</a:t>
              </a:r>
            </a:p>
            <a:p>
              <a:r>
                <a:rPr lang="fr-CA" sz="600" dirty="0"/>
                <a:t>nom_lac_amont_1 () à 10 ()</a:t>
              </a:r>
            </a:p>
            <a:p>
              <a:r>
                <a:rPr lang="fr-CA" sz="600" dirty="0"/>
                <a:t>nom_charge_ponctuelle_1 () à 10 ()</a:t>
              </a:r>
            </a:p>
            <a:p>
              <a:r>
                <a:rPr lang="fr-CA" sz="600" dirty="0"/>
                <a:t>charge_rejet_kg_annuel_amont_1</a:t>
              </a:r>
              <a:r>
                <a:rPr lang="fr-CA" sz="500" dirty="0"/>
                <a:t> () à 10 ()</a:t>
              </a:r>
              <a:endParaRPr lang="fr-CA" sz="300" dirty="0"/>
            </a:p>
            <a:p>
              <a:r>
                <a:rPr lang="fr-CA" sz="600" dirty="0"/>
                <a:t>nom_charge_rejet_kg_annuel_amont_1</a:t>
              </a:r>
              <a:r>
                <a:rPr lang="fr-CA" sz="500" dirty="0"/>
                <a:t> () à 10 ()</a:t>
              </a:r>
              <a:endParaRPr lang="fr-CA" sz="300" dirty="0"/>
            </a:p>
            <a:p>
              <a:endParaRPr lang="fr-CA" sz="900" dirty="0"/>
            </a:p>
          </p:txBody>
        </p:sp>
      </p:grpSp>
      <p:sp>
        <p:nvSpPr>
          <p:cNvPr id="82" name="Rectangle 81">
            <a:extLst>
              <a:ext uri="{FF2B5EF4-FFF2-40B4-BE49-F238E27FC236}">
                <a16:creationId xmlns:a16="http://schemas.microsoft.com/office/drawing/2014/main" id="{C8E7BCFF-A61F-9348-1D37-25312FF8BCCA}"/>
              </a:ext>
            </a:extLst>
          </p:cNvPr>
          <p:cNvSpPr/>
          <p:nvPr/>
        </p:nvSpPr>
        <p:spPr>
          <a:xfrm>
            <a:off x="8011776" y="1182292"/>
            <a:ext cx="2739863" cy="3069641"/>
          </a:xfrm>
          <a:prstGeom prst="rect">
            <a:avLst/>
          </a:prstGeom>
          <a:solidFill>
            <a:schemeClr val="accent6">
              <a:lumMod val="20000"/>
              <a:lumOff val="80000"/>
            </a:schemeClr>
          </a:solidFill>
          <a:ln/>
        </p:spPr>
        <p:style>
          <a:lnRef idx="2">
            <a:schemeClr val="accent6"/>
          </a:lnRef>
          <a:fillRef idx="1">
            <a:schemeClr val="lt1"/>
          </a:fillRef>
          <a:effectRef idx="0">
            <a:schemeClr val="accent6"/>
          </a:effectRef>
          <a:fontRef idx="minor">
            <a:schemeClr val="dk1"/>
          </a:fontRef>
        </p:style>
        <p:txBody>
          <a:bodyPr rtlCol="0" anchor="ctr"/>
          <a:lstStyle/>
          <a:p>
            <a:pPr algn="ctr"/>
            <a:endParaRPr lang="fr-CA" dirty="0"/>
          </a:p>
        </p:txBody>
      </p:sp>
      <p:cxnSp>
        <p:nvCxnSpPr>
          <p:cNvPr id="83" name="Straight Arrow Connector 268">
            <a:extLst>
              <a:ext uri="{FF2B5EF4-FFF2-40B4-BE49-F238E27FC236}">
                <a16:creationId xmlns:a16="http://schemas.microsoft.com/office/drawing/2014/main" id="{189A4B44-EDC5-9FE8-69F2-B0CDF644B0CC}"/>
              </a:ext>
            </a:extLst>
          </p:cNvPr>
          <p:cNvCxnSpPr>
            <a:cxnSpLocks/>
            <a:stCxn id="59" idx="3"/>
            <a:endCxn id="82" idx="1"/>
          </p:cNvCxnSpPr>
          <p:nvPr/>
        </p:nvCxnSpPr>
        <p:spPr>
          <a:xfrm>
            <a:off x="4029183" y="1697891"/>
            <a:ext cx="3982593" cy="1019222"/>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5" name="Straight Arrow Connector 268">
            <a:extLst>
              <a:ext uri="{FF2B5EF4-FFF2-40B4-BE49-F238E27FC236}">
                <a16:creationId xmlns:a16="http://schemas.microsoft.com/office/drawing/2014/main" id="{7F3C9AF6-5B4E-1610-6F46-F9F5EF932CF6}"/>
              </a:ext>
            </a:extLst>
          </p:cNvPr>
          <p:cNvCxnSpPr>
            <a:cxnSpLocks/>
            <a:stCxn id="78" idx="3"/>
            <a:endCxn id="82" idx="1"/>
          </p:cNvCxnSpPr>
          <p:nvPr/>
        </p:nvCxnSpPr>
        <p:spPr>
          <a:xfrm flipV="1">
            <a:off x="4037692" y="2717113"/>
            <a:ext cx="3974084" cy="1035390"/>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88" name="Straight Arrow Connector 268">
            <a:extLst>
              <a:ext uri="{FF2B5EF4-FFF2-40B4-BE49-F238E27FC236}">
                <a16:creationId xmlns:a16="http://schemas.microsoft.com/office/drawing/2014/main" id="{9AC88D0F-51FC-40E9-452A-1EF96B57D497}"/>
              </a:ext>
            </a:extLst>
          </p:cNvPr>
          <p:cNvCxnSpPr>
            <a:cxnSpLocks/>
            <a:stCxn id="116" idx="0"/>
            <a:endCxn id="82" idx="1"/>
          </p:cNvCxnSpPr>
          <p:nvPr/>
        </p:nvCxnSpPr>
        <p:spPr>
          <a:xfrm rot="5400000" flipH="1" flipV="1">
            <a:off x="5984114" y="2434681"/>
            <a:ext cx="1745229" cy="2310095"/>
          </a:xfrm>
          <a:prstGeom prst="curved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91" name="Straight Arrow Connector 268">
            <a:extLst>
              <a:ext uri="{FF2B5EF4-FFF2-40B4-BE49-F238E27FC236}">
                <a16:creationId xmlns:a16="http://schemas.microsoft.com/office/drawing/2014/main" id="{D0BE99DA-5FD8-ED53-600C-7ECDA70EF4CE}"/>
              </a:ext>
            </a:extLst>
          </p:cNvPr>
          <p:cNvCxnSpPr>
            <a:cxnSpLocks/>
            <a:stCxn id="48" idx="3"/>
            <a:endCxn id="82" idx="1"/>
          </p:cNvCxnSpPr>
          <p:nvPr/>
        </p:nvCxnSpPr>
        <p:spPr>
          <a:xfrm>
            <a:off x="5057501" y="911918"/>
            <a:ext cx="2954275" cy="1805195"/>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94" name="Straight Arrow Connector 268">
            <a:extLst>
              <a:ext uri="{FF2B5EF4-FFF2-40B4-BE49-F238E27FC236}">
                <a16:creationId xmlns:a16="http://schemas.microsoft.com/office/drawing/2014/main" id="{50155BCC-0DC3-6F27-31CB-CA5F24E42F2D}"/>
              </a:ext>
            </a:extLst>
          </p:cNvPr>
          <p:cNvCxnSpPr>
            <a:cxnSpLocks/>
            <a:stCxn id="40" idx="3"/>
            <a:endCxn id="82" idx="1"/>
          </p:cNvCxnSpPr>
          <p:nvPr/>
        </p:nvCxnSpPr>
        <p:spPr>
          <a:xfrm>
            <a:off x="4711214" y="2293427"/>
            <a:ext cx="3300562" cy="423686"/>
          </a:xfrm>
          <a:prstGeom prst="curvedConnector3">
            <a:avLst>
              <a:gd name="adj1" fmla="val 50000"/>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nvGrpSpPr>
          <p:cNvPr id="97" name="Groupe 96">
            <a:extLst>
              <a:ext uri="{FF2B5EF4-FFF2-40B4-BE49-F238E27FC236}">
                <a16:creationId xmlns:a16="http://schemas.microsoft.com/office/drawing/2014/main" id="{FE1EEC8E-1FE1-57AE-40E0-075C85299C6F}"/>
              </a:ext>
            </a:extLst>
          </p:cNvPr>
          <p:cNvGrpSpPr/>
          <p:nvPr/>
        </p:nvGrpSpPr>
        <p:grpSpPr>
          <a:xfrm>
            <a:off x="4763527" y="4457156"/>
            <a:ext cx="1944967" cy="1932862"/>
            <a:chOff x="3249604" y="4293049"/>
            <a:chExt cx="1944967" cy="1932862"/>
          </a:xfrm>
        </p:grpSpPr>
        <p:grpSp>
          <p:nvGrpSpPr>
            <p:cNvPr id="98" name="Groupe 97">
              <a:extLst>
                <a:ext uri="{FF2B5EF4-FFF2-40B4-BE49-F238E27FC236}">
                  <a16:creationId xmlns:a16="http://schemas.microsoft.com/office/drawing/2014/main" id="{DDBEADDE-9F22-1FB9-3D88-FE794365D787}"/>
                </a:ext>
              </a:extLst>
            </p:cNvPr>
            <p:cNvGrpSpPr/>
            <p:nvPr/>
          </p:nvGrpSpPr>
          <p:grpSpPr>
            <a:xfrm>
              <a:off x="3249604" y="4293049"/>
              <a:ext cx="1944967" cy="1932862"/>
              <a:chOff x="8817108" y="2398433"/>
              <a:chExt cx="1944967" cy="1932862"/>
            </a:xfrm>
          </p:grpSpPr>
          <p:grpSp>
            <p:nvGrpSpPr>
              <p:cNvPr id="102" name="Groupe 101">
                <a:extLst>
                  <a:ext uri="{FF2B5EF4-FFF2-40B4-BE49-F238E27FC236}">
                    <a16:creationId xmlns:a16="http://schemas.microsoft.com/office/drawing/2014/main" id="{21CD05BA-53FE-A9B1-DCAA-3C1B4B8F397F}"/>
                  </a:ext>
                </a:extLst>
              </p:cNvPr>
              <p:cNvGrpSpPr/>
              <p:nvPr/>
            </p:nvGrpSpPr>
            <p:grpSpPr>
              <a:xfrm>
                <a:off x="8826270" y="2398433"/>
                <a:ext cx="1857983" cy="1932862"/>
                <a:chOff x="8950866" y="2502169"/>
                <a:chExt cx="1857983" cy="1932862"/>
              </a:xfrm>
            </p:grpSpPr>
            <p:grpSp>
              <p:nvGrpSpPr>
                <p:cNvPr id="107" name="Groupe 106">
                  <a:extLst>
                    <a:ext uri="{FF2B5EF4-FFF2-40B4-BE49-F238E27FC236}">
                      <a16:creationId xmlns:a16="http://schemas.microsoft.com/office/drawing/2014/main" id="{58EC7CBE-A936-253A-EE47-869F19A51168}"/>
                    </a:ext>
                  </a:extLst>
                </p:cNvPr>
                <p:cNvGrpSpPr/>
                <p:nvPr/>
              </p:nvGrpSpPr>
              <p:grpSpPr>
                <a:xfrm>
                  <a:off x="8950866" y="2502169"/>
                  <a:ext cx="1857983" cy="1932862"/>
                  <a:chOff x="9847489" y="4533514"/>
                  <a:chExt cx="1857983" cy="1932862"/>
                </a:xfrm>
              </p:grpSpPr>
              <p:grpSp>
                <p:nvGrpSpPr>
                  <p:cNvPr id="112" name="Groupe 111">
                    <a:extLst>
                      <a:ext uri="{FF2B5EF4-FFF2-40B4-BE49-F238E27FC236}">
                        <a16:creationId xmlns:a16="http://schemas.microsoft.com/office/drawing/2014/main" id="{F84DC5FF-2220-0A12-D047-481245381041}"/>
                      </a:ext>
                    </a:extLst>
                  </p:cNvPr>
                  <p:cNvGrpSpPr/>
                  <p:nvPr/>
                </p:nvGrpSpPr>
                <p:grpSpPr>
                  <a:xfrm>
                    <a:off x="9847489" y="4533514"/>
                    <a:ext cx="1857983" cy="1932862"/>
                    <a:chOff x="403243" y="2029298"/>
                    <a:chExt cx="1857983" cy="1932862"/>
                  </a:xfrm>
                </p:grpSpPr>
                <p:grpSp>
                  <p:nvGrpSpPr>
                    <p:cNvPr id="115" name="Groupe 114">
                      <a:extLst>
                        <a:ext uri="{FF2B5EF4-FFF2-40B4-BE49-F238E27FC236}">
                          <a16:creationId xmlns:a16="http://schemas.microsoft.com/office/drawing/2014/main" id="{ED352843-D0E0-ECB1-3E8B-E750BAB9F350}"/>
                        </a:ext>
                      </a:extLst>
                    </p:cNvPr>
                    <p:cNvGrpSpPr/>
                    <p:nvPr/>
                  </p:nvGrpSpPr>
                  <p:grpSpPr>
                    <a:xfrm>
                      <a:off x="416070" y="2029298"/>
                      <a:ext cx="1094790" cy="331243"/>
                      <a:chOff x="780703" y="5853141"/>
                      <a:chExt cx="1094790" cy="331243"/>
                    </a:xfrm>
                  </p:grpSpPr>
                  <p:pic>
                    <p:nvPicPr>
                      <p:cNvPr id="117" name="Graphique 116" descr="Presse-papiers vérifié avec un remplissage uni">
                        <a:extLst>
                          <a:ext uri="{FF2B5EF4-FFF2-40B4-BE49-F238E27FC236}">
                            <a16:creationId xmlns:a16="http://schemas.microsoft.com/office/drawing/2014/main" id="{358E4128-0435-6A4A-A7E4-0BFB3F295F00}"/>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780703" y="5853141"/>
                        <a:ext cx="331243" cy="331243"/>
                      </a:xfrm>
                      <a:prstGeom prst="rect">
                        <a:avLst/>
                      </a:prstGeom>
                    </p:spPr>
                  </p:pic>
                  <p:sp>
                    <p:nvSpPr>
                      <p:cNvPr id="118" name="TextBox 132">
                        <a:extLst>
                          <a:ext uri="{FF2B5EF4-FFF2-40B4-BE49-F238E27FC236}">
                            <a16:creationId xmlns:a16="http://schemas.microsoft.com/office/drawing/2014/main" id="{B6BE739B-6195-400D-6FE5-21B9B1704589}"/>
                          </a:ext>
                        </a:extLst>
                      </p:cNvPr>
                      <p:cNvSpPr txBox="1"/>
                      <p:nvPr/>
                    </p:nvSpPr>
                    <p:spPr>
                      <a:xfrm>
                        <a:off x="981298" y="5940230"/>
                        <a:ext cx="894195" cy="230832"/>
                      </a:xfrm>
                      <a:prstGeom prst="rect">
                        <a:avLst/>
                      </a:prstGeom>
                      <a:noFill/>
                    </p:spPr>
                    <p:txBody>
                      <a:bodyPr wrap="square" rtlCol="0">
                        <a:spAutoFit/>
                      </a:bodyPr>
                      <a:lstStyle/>
                      <a:p>
                        <a:r>
                          <a:rPr lang="fr-CA" sz="900" dirty="0"/>
                          <a:t>lac1_calculs()</a:t>
                        </a:r>
                      </a:p>
                    </p:txBody>
                  </p:sp>
                </p:grpSp>
                <p:sp>
                  <p:nvSpPr>
                    <p:cNvPr id="116" name="Rectangle: Rounded Corners 292">
                      <a:extLst>
                        <a:ext uri="{FF2B5EF4-FFF2-40B4-BE49-F238E27FC236}">
                          <a16:creationId xmlns:a16="http://schemas.microsoft.com/office/drawing/2014/main" id="{2AB664F7-FD47-7CB1-BE62-AEA4F34956F4}"/>
                        </a:ext>
                      </a:extLst>
                    </p:cNvPr>
                    <p:cNvSpPr/>
                    <p:nvPr/>
                  </p:nvSpPr>
                  <p:spPr>
                    <a:xfrm>
                      <a:off x="403243" y="2034484"/>
                      <a:ext cx="1857983" cy="1927676"/>
                    </a:xfrm>
                    <a:prstGeom prst="roundRect">
                      <a:avLst>
                        <a:gd name="adj" fmla="val 5099"/>
                      </a:avLst>
                    </a:prstGeom>
                    <a:noFill/>
                    <a:ln w="3175">
                      <a:solidFill>
                        <a:schemeClr val="tx1"/>
                      </a:solid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algn="ctr"/>
                      <a:endParaRPr lang="fr-CA" dirty="0"/>
                    </a:p>
                  </p:txBody>
                </p:sp>
              </p:grpSp>
              <p:cxnSp>
                <p:nvCxnSpPr>
                  <p:cNvPr id="113" name="Straight Arrow Connector 268">
                    <a:extLst>
                      <a:ext uri="{FF2B5EF4-FFF2-40B4-BE49-F238E27FC236}">
                        <a16:creationId xmlns:a16="http://schemas.microsoft.com/office/drawing/2014/main" id="{EB218699-0B48-8B42-FD82-BA37AC611FD2}"/>
                      </a:ext>
                    </a:extLst>
                  </p:cNvPr>
                  <p:cNvCxnSpPr>
                    <a:cxnSpLocks/>
                    <a:stCxn id="117" idx="2"/>
                  </p:cNvCxnSpPr>
                  <p:nvPr/>
                </p:nvCxnSpPr>
                <p:spPr>
                  <a:xfrm rot="16200000" flipH="1">
                    <a:off x="10029586" y="4861108"/>
                    <a:ext cx="152748"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cxnSp>
                <p:nvCxnSpPr>
                  <p:cNvPr id="114" name="Straight Arrow Connector 268">
                    <a:extLst>
                      <a:ext uri="{FF2B5EF4-FFF2-40B4-BE49-F238E27FC236}">
                        <a16:creationId xmlns:a16="http://schemas.microsoft.com/office/drawing/2014/main" id="{01F87441-A49F-E0AB-3828-EDB4E7E47E07}"/>
                      </a:ext>
                    </a:extLst>
                  </p:cNvPr>
                  <p:cNvCxnSpPr>
                    <a:cxnSpLocks/>
                    <a:stCxn id="117" idx="2"/>
                  </p:cNvCxnSpPr>
                  <p:nvPr/>
                </p:nvCxnSpPr>
                <p:spPr>
                  <a:xfrm rot="16200000" flipH="1">
                    <a:off x="9875648" y="5015046"/>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grpSp>
            <p:sp>
              <p:nvSpPr>
                <p:cNvPr id="108" name="ZoneTexte 107">
                  <a:extLst>
                    <a:ext uri="{FF2B5EF4-FFF2-40B4-BE49-F238E27FC236}">
                      <a16:creationId xmlns:a16="http://schemas.microsoft.com/office/drawing/2014/main" id="{1007C29F-284A-3642-637A-944499D6AB07}"/>
                    </a:ext>
                  </a:extLst>
                </p:cNvPr>
                <p:cNvSpPr txBox="1"/>
                <p:nvPr/>
              </p:nvSpPr>
              <p:spPr>
                <a:xfrm>
                  <a:off x="9490401" y="2869063"/>
                  <a:ext cx="1149232" cy="184666"/>
                </a:xfrm>
                <a:prstGeom prst="rect">
                  <a:avLst/>
                </a:prstGeom>
                <a:noFill/>
              </p:spPr>
              <p:txBody>
                <a:bodyPr wrap="square" rtlCol="0">
                  <a:spAutoFit/>
                </a:bodyPr>
                <a:lstStyle/>
                <a:p>
                  <a:r>
                    <a:rPr lang="fr-CA" sz="600" dirty="0"/>
                    <a:t>volume_m3()</a:t>
                  </a:r>
                </a:p>
              </p:txBody>
            </p:sp>
            <p:grpSp>
              <p:nvGrpSpPr>
                <p:cNvPr id="109" name="Groupe 108">
                  <a:extLst>
                    <a:ext uri="{FF2B5EF4-FFF2-40B4-BE49-F238E27FC236}">
                      <a16:creationId xmlns:a16="http://schemas.microsoft.com/office/drawing/2014/main" id="{09FD9AE4-19F9-5541-B82A-61EE5DE0E9B8}"/>
                    </a:ext>
                  </a:extLst>
                </p:cNvPr>
                <p:cNvGrpSpPr/>
                <p:nvPr/>
              </p:nvGrpSpPr>
              <p:grpSpPr>
                <a:xfrm>
                  <a:off x="9332030" y="3154642"/>
                  <a:ext cx="1280256" cy="234536"/>
                  <a:chOff x="9213673" y="2065803"/>
                  <a:chExt cx="1280256" cy="234536"/>
                </a:xfrm>
              </p:grpSpPr>
              <p:pic>
                <p:nvPicPr>
                  <p:cNvPr id="110" name="Image 109">
                    <a:extLst>
                      <a:ext uri="{FF2B5EF4-FFF2-40B4-BE49-F238E27FC236}">
                        <a16:creationId xmlns:a16="http://schemas.microsoft.com/office/drawing/2014/main" id="{4DBDD4FE-F54B-D74E-4ADB-A0D2E586B197}"/>
                      </a:ext>
                    </a:extLst>
                  </p:cNvPr>
                  <p:cNvPicPr>
                    <a:picLocks noChangeAspect="1"/>
                  </p:cNvPicPr>
                  <p:nvPr/>
                </p:nvPicPr>
                <p:blipFill>
                  <a:blip r:embed="rId9">
                    <a:extLst>
                      <a:ext uri="{BEBA8EAE-BF5A-486C-A8C5-ECC9F3942E4B}">
                        <a14:imgProps xmlns:a14="http://schemas.microsoft.com/office/drawing/2010/main">
                          <a14:imgLayer r:embed="rId10">
                            <a14:imgEffect>
                              <a14:backgroundRemoval t="10000" b="90000" l="10000" r="90000">
                                <a14:foregroundMark x1="36230" y1="52148" x2="41309" y2="52051"/>
                                <a14:backgroundMark x1="38379" y1="33105" x2="39648" y2="33105"/>
                                <a14:backgroundMark x1="43652" y1="59961" x2="44531" y2="59766"/>
                                <a14:backgroundMark x1="41309" y1="60156" x2="49023" y2="59961"/>
                                <a14:backgroundMark x1="42285" y1="67676" x2="47070" y2="66406"/>
                                <a14:backgroundMark x1="50293" y1="52148" x2="63770" y2="52441"/>
                                <a14:backgroundMark x1="50391" y1="59277" x2="55371" y2="59766"/>
                              </a14:backgroundRemoval>
                            </a14:imgEffect>
                          </a14:imgLayer>
                        </a14:imgProps>
                      </a:ext>
                    </a:extLst>
                  </a:blip>
                  <a:srcRect l="17987" t="8091" r="19680" b="8226"/>
                  <a:stretch/>
                </p:blipFill>
                <p:spPr>
                  <a:xfrm>
                    <a:off x="9213673" y="2065803"/>
                    <a:ext cx="174699" cy="234536"/>
                  </a:xfrm>
                  <a:prstGeom prst="rect">
                    <a:avLst/>
                  </a:prstGeom>
                </p:spPr>
              </p:pic>
              <p:sp>
                <p:nvSpPr>
                  <p:cNvPr id="111" name="ZoneTexte 110">
                    <a:extLst>
                      <a:ext uri="{FF2B5EF4-FFF2-40B4-BE49-F238E27FC236}">
                        <a16:creationId xmlns:a16="http://schemas.microsoft.com/office/drawing/2014/main" id="{23D8C207-3048-24D4-4B63-137027AFE70F}"/>
                      </a:ext>
                    </a:extLst>
                  </p:cNvPr>
                  <p:cNvSpPr txBox="1"/>
                  <p:nvPr/>
                </p:nvSpPr>
                <p:spPr>
                  <a:xfrm>
                    <a:off x="9344698" y="2101327"/>
                    <a:ext cx="1149231" cy="184666"/>
                  </a:xfrm>
                  <a:prstGeom prst="rect">
                    <a:avLst/>
                  </a:prstGeom>
                  <a:noFill/>
                </p:spPr>
                <p:txBody>
                  <a:bodyPr wrap="square" rtlCol="0">
                    <a:spAutoFit/>
                  </a:bodyPr>
                  <a:lstStyle/>
                  <a:p>
                    <a:r>
                      <a:rPr lang="fr-CA" sz="600" dirty="0" err="1"/>
                      <a:t>q_moy_annuel</a:t>
                    </a:r>
                    <a:r>
                      <a:rPr lang="fr-CA" sz="600" dirty="0"/>
                      <a:t>()</a:t>
                    </a:r>
                  </a:p>
                </p:txBody>
              </p:sp>
            </p:grpSp>
          </p:grpSp>
          <p:pic>
            <p:nvPicPr>
              <p:cNvPr id="103" name="Graphique 102" descr="Presse-papiers vérifié avec un remplissage uni">
                <a:extLst>
                  <a:ext uri="{FF2B5EF4-FFF2-40B4-BE49-F238E27FC236}">
                    <a16:creationId xmlns:a16="http://schemas.microsoft.com/office/drawing/2014/main" id="{9B122998-2751-AA21-C500-EADA1D5AAC69}"/>
                  </a:ext>
                </a:extLst>
              </p:cNvPr>
              <p:cNvPicPr>
                <a:picLocks noChangeAspect="1"/>
              </p:cNvPicPr>
              <p:nvPr/>
            </p:nvPicPr>
            <p:blipFill>
              <a:blip r:embed="rId7">
                <a:extLst>
                  <a:ext uri="{96DAC541-7B7A-43D3-8B79-37D633B846F1}">
                    <asvg:svgBlip xmlns:asvg="http://schemas.microsoft.com/office/drawing/2016/SVG/main" r:embed="rId8"/>
                  </a:ext>
                </a:extLst>
              </a:blip>
              <a:stretch>
                <a:fillRect/>
              </a:stretch>
            </p:blipFill>
            <p:spPr>
              <a:xfrm>
                <a:off x="9129161" y="2765200"/>
                <a:ext cx="259479" cy="259479"/>
              </a:xfrm>
              <a:prstGeom prst="rect">
                <a:avLst/>
              </a:prstGeom>
            </p:spPr>
          </p:pic>
          <p:cxnSp>
            <p:nvCxnSpPr>
              <p:cNvPr id="104" name="Straight Arrow Connector 268">
                <a:extLst>
                  <a:ext uri="{FF2B5EF4-FFF2-40B4-BE49-F238E27FC236}">
                    <a16:creationId xmlns:a16="http://schemas.microsoft.com/office/drawing/2014/main" id="{0888B8AC-49B0-AE6D-CFBF-2ED6F4917274}"/>
                  </a:ext>
                </a:extLst>
              </p:cNvPr>
              <p:cNvCxnSpPr>
                <a:cxnSpLocks/>
              </p:cNvCxnSpPr>
              <p:nvPr/>
            </p:nvCxnSpPr>
            <p:spPr>
              <a:xfrm rot="16200000" flipH="1">
                <a:off x="8855719" y="3244777"/>
                <a:ext cx="460624" cy="160045"/>
              </a:xfrm>
              <a:prstGeom prst="bentConnector2">
                <a:avLst/>
              </a:prstGeom>
              <a:ln w="19050">
                <a:headEnd type="none" w="med" len="med"/>
                <a:tailEnd type="arrow" w="med" len="med"/>
              </a:ln>
            </p:spPr>
            <p:style>
              <a:lnRef idx="1">
                <a:schemeClr val="dk1"/>
              </a:lnRef>
              <a:fillRef idx="0">
                <a:schemeClr val="dk1"/>
              </a:fillRef>
              <a:effectRef idx="0">
                <a:schemeClr val="dk1"/>
              </a:effectRef>
              <a:fontRef idx="minor">
                <a:schemeClr val="tx1"/>
              </a:fontRef>
            </p:style>
          </p:cxnSp>
          <p:sp>
            <p:nvSpPr>
              <p:cNvPr id="105" name="ZoneTexte 104">
                <a:extLst>
                  <a:ext uri="{FF2B5EF4-FFF2-40B4-BE49-F238E27FC236}">
                    <a16:creationId xmlns:a16="http://schemas.microsoft.com/office/drawing/2014/main" id="{E3B8E2A3-3605-439B-B0A3-EFAAA574B2AF}"/>
                  </a:ext>
                </a:extLst>
              </p:cNvPr>
              <p:cNvSpPr txBox="1"/>
              <p:nvPr/>
            </p:nvSpPr>
            <p:spPr>
              <a:xfrm>
                <a:off x="8817108" y="3642044"/>
                <a:ext cx="534284" cy="184666"/>
              </a:xfrm>
              <a:prstGeom prst="rect">
                <a:avLst/>
              </a:prstGeom>
              <a:noFill/>
            </p:spPr>
            <p:txBody>
              <a:bodyPr wrap="square" rtlCol="0">
                <a:spAutoFit/>
              </a:bodyPr>
              <a:lstStyle/>
              <a:p>
                <a:r>
                  <a:rPr lang="fr-CA" sz="600" dirty="0"/>
                  <a:t>Etc…</a:t>
                </a:r>
              </a:p>
            </p:txBody>
          </p:sp>
          <p:sp>
            <p:nvSpPr>
              <p:cNvPr id="106" name="ZoneTexte 105">
                <a:extLst>
                  <a:ext uri="{FF2B5EF4-FFF2-40B4-BE49-F238E27FC236}">
                    <a16:creationId xmlns:a16="http://schemas.microsoft.com/office/drawing/2014/main" id="{E6A8864E-F0AB-EA9A-AB7C-6DCBB8A8D637}"/>
                  </a:ext>
                </a:extLst>
              </p:cNvPr>
              <p:cNvSpPr txBox="1"/>
              <p:nvPr/>
            </p:nvSpPr>
            <p:spPr>
              <a:xfrm>
                <a:off x="9990857" y="3287024"/>
                <a:ext cx="771218" cy="1015663"/>
              </a:xfrm>
              <a:prstGeom prst="rect">
                <a:avLst/>
              </a:prstGeom>
              <a:noFill/>
            </p:spPr>
            <p:txBody>
              <a:bodyPr wrap="square" rtlCol="0">
                <a:spAutoFit/>
              </a:bodyPr>
              <a:lstStyle/>
              <a:p>
                <a:r>
                  <a:rPr lang="fr-CA" sz="600" dirty="0" err="1"/>
                  <a:t>charge_aqua</a:t>
                </a:r>
                <a:r>
                  <a:rPr lang="fr-CA" sz="600" dirty="0"/>
                  <a:t> ()</a:t>
                </a:r>
              </a:p>
              <a:p>
                <a:r>
                  <a:rPr lang="fr-CA" sz="600" dirty="0" err="1"/>
                  <a:t>charge_mh</a:t>
                </a:r>
                <a:r>
                  <a:rPr lang="fr-CA" sz="600" dirty="0"/>
                  <a:t> ()</a:t>
                </a:r>
              </a:p>
              <a:p>
                <a:r>
                  <a:rPr lang="fr-CA" sz="600" dirty="0" err="1"/>
                  <a:t>charge_foret</a:t>
                </a:r>
                <a:r>
                  <a:rPr lang="fr-CA" sz="600" dirty="0"/>
                  <a:t> ()</a:t>
                </a:r>
              </a:p>
              <a:p>
                <a:r>
                  <a:rPr lang="fr-CA" sz="600" dirty="0" err="1"/>
                  <a:t>charge_solnu</a:t>
                </a:r>
                <a:r>
                  <a:rPr lang="fr-CA" sz="600" dirty="0"/>
                  <a:t> ()</a:t>
                </a:r>
              </a:p>
              <a:p>
                <a:r>
                  <a:rPr lang="fr-CA" sz="600" dirty="0" err="1"/>
                  <a:t>charge_agri</a:t>
                </a:r>
                <a:r>
                  <a:rPr lang="fr-CA" sz="600" dirty="0"/>
                  <a:t> ()</a:t>
                </a:r>
              </a:p>
              <a:p>
                <a:r>
                  <a:rPr lang="fr-CA" sz="600" dirty="0" err="1"/>
                  <a:t>charge_coupe</a:t>
                </a:r>
                <a:r>
                  <a:rPr lang="fr-CA" sz="600" dirty="0"/>
                  <a:t> ()</a:t>
                </a:r>
              </a:p>
              <a:p>
                <a:r>
                  <a:rPr lang="fr-CA" sz="600" dirty="0" err="1"/>
                  <a:t>charge_anthro</a:t>
                </a:r>
                <a:r>
                  <a:rPr lang="fr-CA" sz="600" dirty="0"/>
                  <a:t> ()</a:t>
                </a:r>
              </a:p>
              <a:p>
                <a:r>
                  <a:rPr lang="fr-CA" sz="600" dirty="0" err="1"/>
                  <a:t>charge_nd</a:t>
                </a:r>
                <a:r>
                  <a:rPr lang="fr-CA" sz="600" dirty="0"/>
                  <a:t> ()</a:t>
                </a:r>
              </a:p>
              <a:p>
                <a:r>
                  <a:rPr lang="fr-CA" sz="600" dirty="0" err="1"/>
                  <a:t>charge_ent</a:t>
                </a:r>
                <a:r>
                  <a:rPr lang="fr-CA" sz="600" dirty="0"/>
                  <a:t> ()</a:t>
                </a:r>
              </a:p>
              <a:p>
                <a:r>
                  <a:rPr lang="fr-CA" sz="600" dirty="0" err="1"/>
                  <a:t>charge_ent_nat</a:t>
                </a:r>
                <a:r>
                  <a:rPr lang="fr-CA" sz="600" dirty="0"/>
                  <a:t> ()</a:t>
                </a:r>
              </a:p>
            </p:txBody>
          </p:sp>
        </p:grpSp>
        <p:sp>
          <p:nvSpPr>
            <p:cNvPr id="99" name="ZoneTexte 98">
              <a:extLst>
                <a:ext uri="{FF2B5EF4-FFF2-40B4-BE49-F238E27FC236}">
                  <a16:creationId xmlns:a16="http://schemas.microsoft.com/office/drawing/2014/main" id="{4C133B13-394D-8CC7-FDB3-BD111301F28B}"/>
                </a:ext>
              </a:extLst>
            </p:cNvPr>
            <p:cNvSpPr txBox="1"/>
            <p:nvPr/>
          </p:nvSpPr>
          <p:spPr>
            <a:xfrm>
              <a:off x="3651933" y="5156553"/>
              <a:ext cx="904947" cy="1015663"/>
            </a:xfrm>
            <a:prstGeom prst="rect">
              <a:avLst/>
            </a:prstGeom>
            <a:noFill/>
          </p:spPr>
          <p:txBody>
            <a:bodyPr wrap="square" rtlCol="0">
              <a:spAutoFit/>
            </a:bodyPr>
            <a:lstStyle/>
            <a:p>
              <a:r>
                <a:rPr lang="fr-CA" sz="600" dirty="0" err="1"/>
                <a:t>pt_mod</a:t>
              </a:r>
              <a:r>
                <a:rPr lang="fr-CA" sz="600" dirty="0"/>
                <a:t> ()</a:t>
              </a:r>
            </a:p>
            <a:p>
              <a:r>
                <a:rPr lang="fr-CA" sz="600" dirty="0" err="1"/>
                <a:t>pt_mod_nat</a:t>
              </a:r>
              <a:r>
                <a:rPr lang="fr-CA" sz="600" dirty="0"/>
                <a:t> ()</a:t>
              </a:r>
            </a:p>
            <a:p>
              <a:r>
                <a:rPr lang="fr-CA" sz="600" dirty="0" err="1"/>
                <a:t>charge_sort</a:t>
              </a:r>
              <a:r>
                <a:rPr lang="fr-CA" sz="600" dirty="0"/>
                <a:t> ()</a:t>
              </a:r>
            </a:p>
            <a:p>
              <a:r>
                <a:rPr lang="fr-CA" sz="600" dirty="0" err="1"/>
                <a:t>charge_sort_nat</a:t>
              </a:r>
              <a:r>
                <a:rPr lang="fr-CA" sz="600" dirty="0"/>
                <a:t> ()</a:t>
              </a:r>
            </a:p>
            <a:p>
              <a:r>
                <a:rPr lang="fr-CA" sz="600" dirty="0" err="1"/>
                <a:t>charge_sort_mes</a:t>
              </a:r>
              <a:r>
                <a:rPr lang="fr-CA" sz="600" dirty="0"/>
                <a:t> ()</a:t>
              </a:r>
            </a:p>
            <a:p>
              <a:r>
                <a:rPr lang="fr-CA" sz="600" dirty="0" err="1"/>
                <a:t>pt_mod_rejet</a:t>
              </a:r>
              <a:r>
                <a:rPr lang="fr-CA" sz="600" dirty="0"/>
                <a:t> ()</a:t>
              </a:r>
            </a:p>
            <a:p>
              <a:r>
                <a:rPr lang="fr-CA" sz="600" dirty="0" err="1"/>
                <a:t>charge_sort_rejet</a:t>
              </a:r>
              <a:r>
                <a:rPr lang="fr-CA" sz="600" dirty="0"/>
                <a:t> ()</a:t>
              </a:r>
            </a:p>
            <a:p>
              <a:r>
                <a:rPr lang="fr-CA" sz="600" dirty="0" err="1"/>
                <a:t>aug_rel_charge_ent</a:t>
              </a:r>
              <a:r>
                <a:rPr lang="fr-CA" sz="600" dirty="0"/>
                <a:t> ()</a:t>
              </a:r>
            </a:p>
            <a:p>
              <a:r>
                <a:rPr lang="fr-CA" sz="600" dirty="0" err="1"/>
                <a:t>aug_rel_pt</a:t>
              </a:r>
              <a:r>
                <a:rPr lang="fr-CA" sz="600" dirty="0"/>
                <a:t> ()</a:t>
              </a:r>
            </a:p>
            <a:p>
              <a:r>
                <a:rPr lang="fr-CA" sz="600" dirty="0" err="1"/>
                <a:t>charge_nat_tot</a:t>
              </a:r>
              <a:r>
                <a:rPr lang="fr-CA" sz="600" dirty="0"/>
                <a:t> ()</a:t>
              </a:r>
            </a:p>
          </p:txBody>
        </p:sp>
        <p:sp>
          <p:nvSpPr>
            <p:cNvPr id="100" name="Accolade ouvrante 99">
              <a:extLst>
                <a:ext uri="{FF2B5EF4-FFF2-40B4-BE49-F238E27FC236}">
                  <a16:creationId xmlns:a16="http://schemas.microsoft.com/office/drawing/2014/main" id="{88A2843F-3732-6FF6-16CC-AB01D0CF3EDC}"/>
                </a:ext>
              </a:extLst>
            </p:cNvPr>
            <p:cNvSpPr/>
            <p:nvPr/>
          </p:nvSpPr>
          <p:spPr>
            <a:xfrm>
              <a:off x="3495757" y="5168368"/>
              <a:ext cx="301213" cy="977888"/>
            </a:xfrm>
            <a:prstGeom prst="leftBrace">
              <a:avLst>
                <a:gd name="adj1" fmla="val 40628"/>
                <a:gd name="adj2" fmla="val 50000"/>
              </a:avLst>
            </a:prstGeom>
            <a:ln>
              <a:solidFill>
                <a:schemeClr val="tx1">
                  <a:lumMod val="85000"/>
                  <a:lumOff val="15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lang="fr-CA"/>
            </a:p>
          </p:txBody>
        </p:sp>
        <p:sp>
          <p:nvSpPr>
            <p:cNvPr id="101" name="ZoneTexte 100">
              <a:extLst>
                <a:ext uri="{FF2B5EF4-FFF2-40B4-BE49-F238E27FC236}">
                  <a16:creationId xmlns:a16="http://schemas.microsoft.com/office/drawing/2014/main" id="{998E9866-BEAC-34FD-AE0F-BA51B6D3BA22}"/>
                </a:ext>
              </a:extLst>
            </p:cNvPr>
            <p:cNvSpPr txBox="1"/>
            <p:nvPr/>
          </p:nvSpPr>
          <p:spPr>
            <a:xfrm>
              <a:off x="4433758" y="4358668"/>
              <a:ext cx="712245" cy="430887"/>
            </a:xfrm>
            <a:prstGeom prst="rect">
              <a:avLst/>
            </a:prstGeom>
            <a:noFill/>
          </p:spPr>
          <p:txBody>
            <a:bodyPr wrap="square" rtlCol="0">
              <a:spAutoFit/>
            </a:bodyPr>
            <a:lstStyle/>
            <a:p>
              <a:r>
                <a:rPr lang="fr-CA" sz="1100" i="1" dirty="0"/>
                <a:t>Liste de réactifs</a:t>
              </a:r>
            </a:p>
          </p:txBody>
        </p:sp>
      </p:grpSp>
    </p:spTree>
    <p:extLst>
      <p:ext uri="{BB962C8B-B14F-4D97-AF65-F5344CB8AC3E}">
        <p14:creationId xmlns:p14="http://schemas.microsoft.com/office/powerpoint/2010/main" val="4157444039"/>
      </p:ext>
    </p:extLst>
  </p:cSld>
  <p:clrMapOvr>
    <a:masterClrMapping/>
  </p:clrMapOvr>
</p:sld>
</file>

<file path=ppt/theme/theme1.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Thème Office">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Aptos Display"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Aptos"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Metadata/LabelInfo.xml><?xml version="1.0" encoding="utf-8"?>
<clbl:labelList xmlns:clbl="http://schemas.microsoft.com/office/2020/mipLabelMetadata">
  <clbl:label id="{4262d4ec-5a67-4957-abb6-bf78aca6a6f5}" enabled="0" method="" siteId="{4262d4ec-5a67-4957-abb6-bf78aca6a6f5}" removed="1"/>
</clbl:labelList>
</file>

<file path=docProps/app.xml><?xml version="1.0" encoding="utf-8"?>
<Properties xmlns="http://schemas.openxmlformats.org/officeDocument/2006/extended-properties" xmlns:vt="http://schemas.openxmlformats.org/officeDocument/2006/docPropsVTypes">
  <TotalTime>5550</TotalTime>
  <Words>4494</Words>
  <Application>Microsoft Office PowerPoint</Application>
  <PresentationFormat>Grand écran</PresentationFormat>
  <Paragraphs>680</Paragraphs>
  <Slides>18</Slides>
  <Notes>13</Notes>
  <HiddenSlides>0</HiddenSlides>
  <MMClips>0</MMClips>
  <ScaleCrop>false</ScaleCrop>
  <HeadingPairs>
    <vt:vector size="6" baseType="variant">
      <vt:variant>
        <vt:lpstr>Polices utilisées</vt:lpstr>
      </vt:variant>
      <vt:variant>
        <vt:i4>3</vt:i4>
      </vt:variant>
      <vt:variant>
        <vt:lpstr>Thème</vt:lpstr>
      </vt:variant>
      <vt:variant>
        <vt:i4>1</vt:i4>
      </vt:variant>
      <vt:variant>
        <vt:lpstr>Titres des diapositives</vt:lpstr>
      </vt:variant>
      <vt:variant>
        <vt:i4>18</vt:i4>
      </vt:variant>
    </vt:vector>
  </HeadingPairs>
  <TitlesOfParts>
    <vt:vector size="22" baseType="lpstr">
      <vt:lpstr>Aptos</vt:lpstr>
      <vt:lpstr>Aptos Display</vt:lpstr>
      <vt:lpstr>Arial</vt:lpstr>
      <vt:lpstr>Thème Office</vt:lpstr>
      <vt:lpstr>Présentation PowerPoint</vt:lpstr>
      <vt:lpstr>Présentation PowerPoint</vt:lpstr>
      <vt:lpstr>Monolithique vs. Modulaire</vt:lpstr>
      <vt:lpstr>Construire une application en modules, c'est comme choisir un téléphone modulaire</vt:lpstr>
      <vt:lpstr>Types de modules dans un application Shiny</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lpstr>Présentation PowerPoint</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Brûlé, Caroline</dc:creator>
  <cp:lastModifiedBy>Brûlé, Caroline</cp:lastModifiedBy>
  <cp:revision>2</cp:revision>
  <dcterms:created xsi:type="dcterms:W3CDTF">2025-01-21T19:28:57Z</dcterms:created>
  <dcterms:modified xsi:type="dcterms:W3CDTF">2025-03-31T14:04:13Z</dcterms:modified>
</cp:coreProperties>
</file>